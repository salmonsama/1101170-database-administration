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  <p:sldMasterId id="2147483650" r:id="rId2"/>
    <p:sldMasterId id="2147483918" r:id="rId3"/>
  </p:sldMasterIdLst>
  <p:notesMasterIdLst>
    <p:notesMasterId r:id="rId110"/>
  </p:notesMasterIdLst>
  <p:handoutMasterIdLst>
    <p:handoutMasterId r:id="rId111"/>
  </p:handoutMasterIdLst>
  <p:sldIdLst>
    <p:sldId id="1082" r:id="rId4"/>
    <p:sldId id="285" r:id="rId5"/>
    <p:sldId id="302" r:id="rId6"/>
    <p:sldId id="303" r:id="rId7"/>
    <p:sldId id="304" r:id="rId8"/>
    <p:sldId id="305" r:id="rId9"/>
    <p:sldId id="501" r:id="rId10"/>
    <p:sldId id="307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384" r:id="rId19"/>
    <p:sldId id="509" r:id="rId20"/>
    <p:sldId id="510" r:id="rId21"/>
    <p:sldId id="511" r:id="rId22"/>
    <p:sldId id="512" r:id="rId23"/>
    <p:sldId id="513" r:id="rId24"/>
    <p:sldId id="514" r:id="rId25"/>
    <p:sldId id="515" r:id="rId26"/>
    <p:sldId id="516" r:id="rId27"/>
    <p:sldId id="517" r:id="rId28"/>
    <p:sldId id="518" r:id="rId29"/>
    <p:sldId id="519" r:id="rId30"/>
    <p:sldId id="520" r:id="rId31"/>
    <p:sldId id="521" r:id="rId32"/>
    <p:sldId id="522" r:id="rId33"/>
    <p:sldId id="523" r:id="rId34"/>
    <p:sldId id="524" r:id="rId35"/>
    <p:sldId id="525" r:id="rId36"/>
    <p:sldId id="526" r:id="rId37"/>
    <p:sldId id="528" r:id="rId38"/>
    <p:sldId id="529" r:id="rId39"/>
    <p:sldId id="530" r:id="rId40"/>
    <p:sldId id="531" r:id="rId41"/>
    <p:sldId id="532" r:id="rId42"/>
    <p:sldId id="533" r:id="rId43"/>
    <p:sldId id="534" r:id="rId44"/>
    <p:sldId id="535" r:id="rId45"/>
    <p:sldId id="536" r:id="rId46"/>
    <p:sldId id="537" r:id="rId47"/>
    <p:sldId id="538" r:id="rId48"/>
    <p:sldId id="539" r:id="rId49"/>
    <p:sldId id="554" r:id="rId50"/>
    <p:sldId id="540" r:id="rId51"/>
    <p:sldId id="541" r:id="rId52"/>
    <p:sldId id="546" r:id="rId53"/>
    <p:sldId id="542" r:id="rId54"/>
    <p:sldId id="545" r:id="rId55"/>
    <p:sldId id="543" r:id="rId56"/>
    <p:sldId id="544" r:id="rId57"/>
    <p:sldId id="547" r:id="rId58"/>
    <p:sldId id="548" r:id="rId59"/>
    <p:sldId id="549" r:id="rId60"/>
    <p:sldId id="550" r:id="rId61"/>
    <p:sldId id="551" r:id="rId62"/>
    <p:sldId id="552" r:id="rId63"/>
    <p:sldId id="553" r:id="rId64"/>
    <p:sldId id="555" r:id="rId65"/>
    <p:sldId id="556" r:id="rId66"/>
    <p:sldId id="557" r:id="rId67"/>
    <p:sldId id="559" r:id="rId68"/>
    <p:sldId id="558" r:id="rId69"/>
    <p:sldId id="560" r:id="rId70"/>
    <p:sldId id="561" r:id="rId71"/>
    <p:sldId id="562" r:id="rId72"/>
    <p:sldId id="563" r:id="rId73"/>
    <p:sldId id="564" r:id="rId74"/>
    <p:sldId id="565" r:id="rId75"/>
    <p:sldId id="566" r:id="rId76"/>
    <p:sldId id="567" r:id="rId77"/>
    <p:sldId id="568" r:id="rId78"/>
    <p:sldId id="569" r:id="rId79"/>
    <p:sldId id="570" r:id="rId80"/>
    <p:sldId id="571" r:id="rId81"/>
    <p:sldId id="573" r:id="rId82"/>
    <p:sldId id="574" r:id="rId83"/>
    <p:sldId id="575" r:id="rId84"/>
    <p:sldId id="576" r:id="rId85"/>
    <p:sldId id="577" r:id="rId86"/>
    <p:sldId id="578" r:id="rId87"/>
    <p:sldId id="579" r:id="rId88"/>
    <p:sldId id="580" r:id="rId89"/>
    <p:sldId id="581" r:id="rId90"/>
    <p:sldId id="582" r:id="rId91"/>
    <p:sldId id="583" r:id="rId92"/>
    <p:sldId id="584" r:id="rId93"/>
    <p:sldId id="586" r:id="rId94"/>
    <p:sldId id="587" r:id="rId95"/>
    <p:sldId id="588" r:id="rId96"/>
    <p:sldId id="589" r:id="rId97"/>
    <p:sldId id="595" r:id="rId98"/>
    <p:sldId id="591" r:id="rId99"/>
    <p:sldId id="594" r:id="rId100"/>
    <p:sldId id="596" r:id="rId101"/>
    <p:sldId id="592" r:id="rId102"/>
    <p:sldId id="597" r:id="rId103"/>
    <p:sldId id="598" r:id="rId104"/>
    <p:sldId id="599" r:id="rId105"/>
    <p:sldId id="600" r:id="rId106"/>
    <p:sldId id="601" r:id="rId107"/>
    <p:sldId id="602" r:id="rId108"/>
    <p:sldId id="593" r:id="rId10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ngsana New" panose="02020603050405020304" pitchFamily="18" charset="-34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FFCC66"/>
    <a:srgbClr val="0000FF"/>
    <a:srgbClr val="996600"/>
    <a:srgbClr val="FF9900"/>
    <a:srgbClr val="663300"/>
    <a:srgbClr val="894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6" autoAdjust="0"/>
    <p:restoredTop sz="94660" autoAdjust="0"/>
  </p:normalViewPr>
  <p:slideViewPr>
    <p:cSldViewPr>
      <p:cViewPr varScale="1">
        <p:scale>
          <a:sx n="72" d="100"/>
          <a:sy n="72" d="100"/>
        </p:scale>
        <p:origin x="5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6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presProps" Target="presProps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viewProps" Target="viewProp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6438A3-E497-4281-8DC7-0265D8AC21F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7A3252B-6D43-4BB0-8A9D-E39398429DCD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Conceptual Design</a:t>
          </a:r>
        </a:p>
      </dgm:t>
    </dgm:pt>
    <dgm:pt modelId="{569E9CBC-DAD0-4F20-8526-ED1B63D25FB2}" type="parTrans" cxnId="{CEB76E7C-3DAB-4132-A41F-8840ACF03DF9}">
      <dgm:prSet/>
      <dgm:spPr/>
      <dgm:t>
        <a:bodyPr/>
        <a:lstStyle/>
        <a:p>
          <a:endParaRPr lang="en-US"/>
        </a:p>
      </dgm:t>
    </dgm:pt>
    <dgm:pt modelId="{25088D74-7E2B-4798-8661-6A6511F24137}" type="sibTrans" cxnId="{CEB76E7C-3DAB-4132-A41F-8840ACF03DF9}">
      <dgm:prSet/>
      <dgm:spPr/>
      <dgm:t>
        <a:bodyPr/>
        <a:lstStyle/>
        <a:p>
          <a:endParaRPr lang="en-US"/>
        </a:p>
      </dgm:t>
    </dgm:pt>
    <dgm:pt modelId="{67542740-8A2A-49BB-BE8B-7448893A091F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Logical Design</a:t>
          </a:r>
        </a:p>
      </dgm:t>
    </dgm:pt>
    <dgm:pt modelId="{3528F720-0F4E-45CB-9682-BF4164E9763A}" type="parTrans" cxnId="{D262E1F8-FE56-4614-AD9D-5D9A05D25E74}">
      <dgm:prSet/>
      <dgm:spPr/>
      <dgm:t>
        <a:bodyPr/>
        <a:lstStyle/>
        <a:p>
          <a:endParaRPr lang="en-US"/>
        </a:p>
      </dgm:t>
    </dgm:pt>
    <dgm:pt modelId="{1C680054-85FC-4A35-88A6-85FFE80CDF39}" type="sibTrans" cxnId="{D262E1F8-FE56-4614-AD9D-5D9A05D25E74}">
      <dgm:prSet/>
      <dgm:spPr/>
      <dgm:t>
        <a:bodyPr/>
        <a:lstStyle/>
        <a:p>
          <a:endParaRPr lang="en-US"/>
        </a:p>
      </dgm:t>
    </dgm:pt>
    <dgm:pt modelId="{DD1C0379-EC2D-4CA1-8C1A-A7363D5F3EC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Physical Design</a:t>
          </a:r>
        </a:p>
      </dgm:t>
    </dgm:pt>
    <dgm:pt modelId="{BDBB0474-90E5-4E11-9E54-6CD99AAE3306}" type="parTrans" cxnId="{58BBC721-CDDD-493B-9654-31513C6B856A}">
      <dgm:prSet/>
      <dgm:spPr/>
      <dgm:t>
        <a:bodyPr/>
        <a:lstStyle/>
        <a:p>
          <a:endParaRPr lang="en-US"/>
        </a:p>
      </dgm:t>
    </dgm:pt>
    <dgm:pt modelId="{97B1345E-ADC3-44D6-9B5C-AC59A13EA143}" type="sibTrans" cxnId="{58BBC721-CDDD-493B-9654-31513C6B856A}">
      <dgm:prSet/>
      <dgm:spPr/>
      <dgm:t>
        <a:bodyPr/>
        <a:lstStyle/>
        <a:p>
          <a:endParaRPr lang="en-US"/>
        </a:p>
      </dgm:t>
    </dgm:pt>
    <dgm:pt modelId="{5D0BA149-9C17-4DD1-BC6D-DAD8C2D6EE15}" type="pres">
      <dgm:prSet presAssocID="{C16438A3-E497-4281-8DC7-0265D8AC21FB}" presName="linearFlow" presStyleCnt="0">
        <dgm:presLayoutVars>
          <dgm:resizeHandles val="exact"/>
        </dgm:presLayoutVars>
      </dgm:prSet>
      <dgm:spPr/>
    </dgm:pt>
    <dgm:pt modelId="{B8C9019C-7AEE-428A-BDFC-E568C1F20C11}" type="pres">
      <dgm:prSet presAssocID="{D7A3252B-6D43-4BB0-8A9D-E39398429DCD}" presName="node" presStyleLbl="node1" presStyleIdx="0" presStyleCnt="3">
        <dgm:presLayoutVars>
          <dgm:bulletEnabled val="1"/>
        </dgm:presLayoutVars>
      </dgm:prSet>
      <dgm:spPr/>
    </dgm:pt>
    <dgm:pt modelId="{5603252E-64A9-4E76-B274-7BCB5CA668E0}" type="pres">
      <dgm:prSet presAssocID="{25088D74-7E2B-4798-8661-6A6511F24137}" presName="sibTrans" presStyleLbl="sibTrans2D1" presStyleIdx="0" presStyleCnt="2"/>
      <dgm:spPr/>
    </dgm:pt>
    <dgm:pt modelId="{85C68AA4-92CB-4949-A4DC-91F1AAEC071D}" type="pres">
      <dgm:prSet presAssocID="{25088D74-7E2B-4798-8661-6A6511F24137}" presName="connectorText" presStyleLbl="sibTrans2D1" presStyleIdx="0" presStyleCnt="2"/>
      <dgm:spPr/>
    </dgm:pt>
    <dgm:pt modelId="{F443A5D1-EE2D-4C80-BE7E-76980820F57F}" type="pres">
      <dgm:prSet presAssocID="{67542740-8A2A-49BB-BE8B-7448893A091F}" presName="node" presStyleLbl="node1" presStyleIdx="1" presStyleCnt="3">
        <dgm:presLayoutVars>
          <dgm:bulletEnabled val="1"/>
        </dgm:presLayoutVars>
      </dgm:prSet>
      <dgm:spPr/>
    </dgm:pt>
    <dgm:pt modelId="{6A47D4E4-D744-4C66-BA13-A248FF29B47B}" type="pres">
      <dgm:prSet presAssocID="{1C680054-85FC-4A35-88A6-85FFE80CDF39}" presName="sibTrans" presStyleLbl="sibTrans2D1" presStyleIdx="1" presStyleCnt="2"/>
      <dgm:spPr/>
    </dgm:pt>
    <dgm:pt modelId="{F023B921-A9A7-45FB-9BF2-9C8C39993A36}" type="pres">
      <dgm:prSet presAssocID="{1C680054-85FC-4A35-88A6-85FFE80CDF39}" presName="connectorText" presStyleLbl="sibTrans2D1" presStyleIdx="1" presStyleCnt="2"/>
      <dgm:spPr/>
    </dgm:pt>
    <dgm:pt modelId="{E57B60DA-5355-45D8-9EBD-1DCC6104D78E}" type="pres">
      <dgm:prSet presAssocID="{DD1C0379-EC2D-4CA1-8C1A-A7363D5F3ECB}" presName="node" presStyleLbl="node1" presStyleIdx="2" presStyleCnt="3">
        <dgm:presLayoutVars>
          <dgm:bulletEnabled val="1"/>
        </dgm:presLayoutVars>
      </dgm:prSet>
      <dgm:spPr/>
    </dgm:pt>
  </dgm:ptLst>
  <dgm:cxnLst>
    <dgm:cxn modelId="{2F2F1E0C-CDE0-45F1-BFE8-D9E95949A0F8}" type="presOf" srcId="{D7A3252B-6D43-4BB0-8A9D-E39398429DCD}" destId="{B8C9019C-7AEE-428A-BDFC-E568C1F20C11}" srcOrd="0" destOrd="0" presId="urn:microsoft.com/office/officeart/2005/8/layout/process2"/>
    <dgm:cxn modelId="{58BBC721-CDDD-493B-9654-31513C6B856A}" srcId="{C16438A3-E497-4281-8DC7-0265D8AC21FB}" destId="{DD1C0379-EC2D-4CA1-8C1A-A7363D5F3ECB}" srcOrd="2" destOrd="0" parTransId="{BDBB0474-90E5-4E11-9E54-6CD99AAE3306}" sibTransId="{97B1345E-ADC3-44D6-9B5C-AC59A13EA143}"/>
    <dgm:cxn modelId="{3D319333-6487-43AC-A092-6B7C6149C25D}" type="presOf" srcId="{25088D74-7E2B-4798-8661-6A6511F24137}" destId="{85C68AA4-92CB-4949-A4DC-91F1AAEC071D}" srcOrd="1" destOrd="0" presId="urn:microsoft.com/office/officeart/2005/8/layout/process2"/>
    <dgm:cxn modelId="{D93D0749-E401-4BEC-B40C-5F5C5B3D99B2}" type="presOf" srcId="{25088D74-7E2B-4798-8661-6A6511F24137}" destId="{5603252E-64A9-4E76-B274-7BCB5CA668E0}" srcOrd="0" destOrd="0" presId="urn:microsoft.com/office/officeart/2005/8/layout/process2"/>
    <dgm:cxn modelId="{CEB76E7C-3DAB-4132-A41F-8840ACF03DF9}" srcId="{C16438A3-E497-4281-8DC7-0265D8AC21FB}" destId="{D7A3252B-6D43-4BB0-8A9D-E39398429DCD}" srcOrd="0" destOrd="0" parTransId="{569E9CBC-DAD0-4F20-8526-ED1B63D25FB2}" sibTransId="{25088D74-7E2B-4798-8661-6A6511F24137}"/>
    <dgm:cxn modelId="{C091D47F-2C16-48DE-841C-4BA704D1C0FB}" type="presOf" srcId="{DD1C0379-EC2D-4CA1-8C1A-A7363D5F3ECB}" destId="{E57B60DA-5355-45D8-9EBD-1DCC6104D78E}" srcOrd="0" destOrd="0" presId="urn:microsoft.com/office/officeart/2005/8/layout/process2"/>
    <dgm:cxn modelId="{326D0DBE-003D-43F3-94D4-A04D53D66EC4}" type="presOf" srcId="{67542740-8A2A-49BB-BE8B-7448893A091F}" destId="{F443A5D1-EE2D-4C80-BE7E-76980820F57F}" srcOrd="0" destOrd="0" presId="urn:microsoft.com/office/officeart/2005/8/layout/process2"/>
    <dgm:cxn modelId="{EA5A92D2-9ECB-45EA-A280-F3CE91164B13}" type="presOf" srcId="{1C680054-85FC-4A35-88A6-85FFE80CDF39}" destId="{6A47D4E4-D744-4C66-BA13-A248FF29B47B}" srcOrd="0" destOrd="0" presId="urn:microsoft.com/office/officeart/2005/8/layout/process2"/>
    <dgm:cxn modelId="{E08DCAD9-C099-4ABD-924C-3B326F64AE36}" type="presOf" srcId="{1C680054-85FC-4A35-88A6-85FFE80CDF39}" destId="{F023B921-A9A7-45FB-9BF2-9C8C39993A36}" srcOrd="1" destOrd="0" presId="urn:microsoft.com/office/officeart/2005/8/layout/process2"/>
    <dgm:cxn modelId="{A964FCE8-92A1-4C75-B966-76C01C5D1B21}" type="presOf" srcId="{C16438A3-E497-4281-8DC7-0265D8AC21FB}" destId="{5D0BA149-9C17-4DD1-BC6D-DAD8C2D6EE15}" srcOrd="0" destOrd="0" presId="urn:microsoft.com/office/officeart/2005/8/layout/process2"/>
    <dgm:cxn modelId="{D262E1F8-FE56-4614-AD9D-5D9A05D25E74}" srcId="{C16438A3-E497-4281-8DC7-0265D8AC21FB}" destId="{67542740-8A2A-49BB-BE8B-7448893A091F}" srcOrd="1" destOrd="0" parTransId="{3528F720-0F4E-45CB-9682-BF4164E9763A}" sibTransId="{1C680054-85FC-4A35-88A6-85FFE80CDF39}"/>
    <dgm:cxn modelId="{A0890A1D-5C58-4331-B69D-FF170BE3DDF5}" type="presParOf" srcId="{5D0BA149-9C17-4DD1-BC6D-DAD8C2D6EE15}" destId="{B8C9019C-7AEE-428A-BDFC-E568C1F20C11}" srcOrd="0" destOrd="0" presId="urn:microsoft.com/office/officeart/2005/8/layout/process2"/>
    <dgm:cxn modelId="{89254F6C-E8C2-4B79-9025-70DC7B90DBB6}" type="presParOf" srcId="{5D0BA149-9C17-4DD1-BC6D-DAD8C2D6EE15}" destId="{5603252E-64A9-4E76-B274-7BCB5CA668E0}" srcOrd="1" destOrd="0" presId="urn:microsoft.com/office/officeart/2005/8/layout/process2"/>
    <dgm:cxn modelId="{BD2A6A01-58A6-4A59-8E50-E2F37A1C3EC1}" type="presParOf" srcId="{5603252E-64A9-4E76-B274-7BCB5CA668E0}" destId="{85C68AA4-92CB-4949-A4DC-91F1AAEC071D}" srcOrd="0" destOrd="0" presId="urn:microsoft.com/office/officeart/2005/8/layout/process2"/>
    <dgm:cxn modelId="{228BAD2D-C27C-4303-ACDC-3AD45F1A08F1}" type="presParOf" srcId="{5D0BA149-9C17-4DD1-BC6D-DAD8C2D6EE15}" destId="{F443A5D1-EE2D-4C80-BE7E-76980820F57F}" srcOrd="2" destOrd="0" presId="urn:microsoft.com/office/officeart/2005/8/layout/process2"/>
    <dgm:cxn modelId="{79D59D4F-FE9B-4284-A9E2-0492D60EDB31}" type="presParOf" srcId="{5D0BA149-9C17-4DD1-BC6D-DAD8C2D6EE15}" destId="{6A47D4E4-D744-4C66-BA13-A248FF29B47B}" srcOrd="3" destOrd="0" presId="urn:microsoft.com/office/officeart/2005/8/layout/process2"/>
    <dgm:cxn modelId="{0CB6FC62-EBBB-42D8-A487-32F5699841D2}" type="presParOf" srcId="{6A47D4E4-D744-4C66-BA13-A248FF29B47B}" destId="{F023B921-A9A7-45FB-9BF2-9C8C39993A36}" srcOrd="0" destOrd="0" presId="urn:microsoft.com/office/officeart/2005/8/layout/process2"/>
    <dgm:cxn modelId="{9CBB8E79-7099-46CE-9678-6F041EED838F}" type="presParOf" srcId="{5D0BA149-9C17-4DD1-BC6D-DAD8C2D6EE15}" destId="{E57B60DA-5355-45D8-9EBD-1DCC6104D78E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6438A3-E497-4281-8DC7-0265D8AC21F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D7A3252B-6D43-4BB0-8A9D-E39398429DCD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Conceptual Design</a:t>
          </a:r>
        </a:p>
      </dgm:t>
    </dgm:pt>
    <dgm:pt modelId="{569E9CBC-DAD0-4F20-8526-ED1B63D25FB2}" type="parTrans" cxnId="{CEB76E7C-3DAB-4132-A41F-8840ACF03DF9}">
      <dgm:prSet/>
      <dgm:spPr/>
      <dgm:t>
        <a:bodyPr/>
        <a:lstStyle/>
        <a:p>
          <a:endParaRPr lang="en-US"/>
        </a:p>
      </dgm:t>
    </dgm:pt>
    <dgm:pt modelId="{25088D74-7E2B-4798-8661-6A6511F24137}" type="sibTrans" cxnId="{CEB76E7C-3DAB-4132-A41F-8840ACF03DF9}">
      <dgm:prSet/>
      <dgm:spPr/>
      <dgm:t>
        <a:bodyPr/>
        <a:lstStyle/>
        <a:p>
          <a:endParaRPr lang="en-US"/>
        </a:p>
      </dgm:t>
    </dgm:pt>
    <dgm:pt modelId="{67542740-8A2A-49BB-BE8B-7448893A091F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Logical Design</a:t>
          </a:r>
        </a:p>
      </dgm:t>
    </dgm:pt>
    <dgm:pt modelId="{3528F720-0F4E-45CB-9682-BF4164E9763A}" type="parTrans" cxnId="{D262E1F8-FE56-4614-AD9D-5D9A05D25E74}">
      <dgm:prSet/>
      <dgm:spPr/>
      <dgm:t>
        <a:bodyPr/>
        <a:lstStyle/>
        <a:p>
          <a:endParaRPr lang="en-US"/>
        </a:p>
      </dgm:t>
    </dgm:pt>
    <dgm:pt modelId="{1C680054-85FC-4A35-88A6-85FFE80CDF39}" type="sibTrans" cxnId="{D262E1F8-FE56-4614-AD9D-5D9A05D25E74}">
      <dgm:prSet/>
      <dgm:spPr/>
      <dgm:t>
        <a:bodyPr/>
        <a:lstStyle/>
        <a:p>
          <a:endParaRPr lang="en-US"/>
        </a:p>
      </dgm:t>
    </dgm:pt>
    <dgm:pt modelId="{DD1C0379-EC2D-4CA1-8C1A-A7363D5F3EC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Physical Design</a:t>
          </a:r>
        </a:p>
      </dgm:t>
    </dgm:pt>
    <dgm:pt modelId="{BDBB0474-90E5-4E11-9E54-6CD99AAE3306}" type="parTrans" cxnId="{58BBC721-CDDD-493B-9654-31513C6B856A}">
      <dgm:prSet/>
      <dgm:spPr/>
      <dgm:t>
        <a:bodyPr/>
        <a:lstStyle/>
        <a:p>
          <a:endParaRPr lang="en-US"/>
        </a:p>
      </dgm:t>
    </dgm:pt>
    <dgm:pt modelId="{97B1345E-ADC3-44D6-9B5C-AC59A13EA143}" type="sibTrans" cxnId="{58BBC721-CDDD-493B-9654-31513C6B856A}">
      <dgm:prSet/>
      <dgm:spPr/>
      <dgm:t>
        <a:bodyPr/>
        <a:lstStyle/>
        <a:p>
          <a:endParaRPr lang="en-US"/>
        </a:p>
      </dgm:t>
    </dgm:pt>
    <dgm:pt modelId="{5D0BA149-9C17-4DD1-BC6D-DAD8C2D6EE15}" type="pres">
      <dgm:prSet presAssocID="{C16438A3-E497-4281-8DC7-0265D8AC21FB}" presName="linearFlow" presStyleCnt="0">
        <dgm:presLayoutVars>
          <dgm:resizeHandles val="exact"/>
        </dgm:presLayoutVars>
      </dgm:prSet>
      <dgm:spPr/>
    </dgm:pt>
    <dgm:pt modelId="{B8C9019C-7AEE-428A-BDFC-E568C1F20C11}" type="pres">
      <dgm:prSet presAssocID="{D7A3252B-6D43-4BB0-8A9D-E39398429DCD}" presName="node" presStyleLbl="node1" presStyleIdx="0" presStyleCnt="3">
        <dgm:presLayoutVars>
          <dgm:bulletEnabled val="1"/>
        </dgm:presLayoutVars>
      </dgm:prSet>
      <dgm:spPr/>
    </dgm:pt>
    <dgm:pt modelId="{5603252E-64A9-4E76-B274-7BCB5CA668E0}" type="pres">
      <dgm:prSet presAssocID="{25088D74-7E2B-4798-8661-6A6511F24137}" presName="sibTrans" presStyleLbl="sibTrans2D1" presStyleIdx="0" presStyleCnt="2"/>
      <dgm:spPr/>
    </dgm:pt>
    <dgm:pt modelId="{85C68AA4-92CB-4949-A4DC-91F1AAEC071D}" type="pres">
      <dgm:prSet presAssocID="{25088D74-7E2B-4798-8661-6A6511F24137}" presName="connectorText" presStyleLbl="sibTrans2D1" presStyleIdx="0" presStyleCnt="2"/>
      <dgm:spPr/>
    </dgm:pt>
    <dgm:pt modelId="{F443A5D1-EE2D-4C80-BE7E-76980820F57F}" type="pres">
      <dgm:prSet presAssocID="{67542740-8A2A-49BB-BE8B-7448893A091F}" presName="node" presStyleLbl="node1" presStyleIdx="1" presStyleCnt="3">
        <dgm:presLayoutVars>
          <dgm:bulletEnabled val="1"/>
        </dgm:presLayoutVars>
      </dgm:prSet>
      <dgm:spPr/>
    </dgm:pt>
    <dgm:pt modelId="{6A47D4E4-D744-4C66-BA13-A248FF29B47B}" type="pres">
      <dgm:prSet presAssocID="{1C680054-85FC-4A35-88A6-85FFE80CDF39}" presName="sibTrans" presStyleLbl="sibTrans2D1" presStyleIdx="1" presStyleCnt="2"/>
      <dgm:spPr/>
    </dgm:pt>
    <dgm:pt modelId="{F023B921-A9A7-45FB-9BF2-9C8C39993A36}" type="pres">
      <dgm:prSet presAssocID="{1C680054-85FC-4A35-88A6-85FFE80CDF39}" presName="connectorText" presStyleLbl="sibTrans2D1" presStyleIdx="1" presStyleCnt="2"/>
      <dgm:spPr/>
    </dgm:pt>
    <dgm:pt modelId="{E57B60DA-5355-45D8-9EBD-1DCC6104D78E}" type="pres">
      <dgm:prSet presAssocID="{DD1C0379-EC2D-4CA1-8C1A-A7363D5F3ECB}" presName="node" presStyleLbl="node1" presStyleIdx="2" presStyleCnt="3">
        <dgm:presLayoutVars>
          <dgm:bulletEnabled val="1"/>
        </dgm:presLayoutVars>
      </dgm:prSet>
      <dgm:spPr/>
    </dgm:pt>
  </dgm:ptLst>
  <dgm:cxnLst>
    <dgm:cxn modelId="{16970213-4569-4559-88AC-F61B09603404}" type="presOf" srcId="{DD1C0379-EC2D-4CA1-8C1A-A7363D5F3ECB}" destId="{E57B60DA-5355-45D8-9EBD-1DCC6104D78E}" srcOrd="0" destOrd="0" presId="urn:microsoft.com/office/officeart/2005/8/layout/process2"/>
    <dgm:cxn modelId="{58BBC721-CDDD-493B-9654-31513C6B856A}" srcId="{C16438A3-E497-4281-8DC7-0265D8AC21FB}" destId="{DD1C0379-EC2D-4CA1-8C1A-A7363D5F3ECB}" srcOrd="2" destOrd="0" parTransId="{BDBB0474-90E5-4E11-9E54-6CD99AAE3306}" sibTransId="{97B1345E-ADC3-44D6-9B5C-AC59A13EA143}"/>
    <dgm:cxn modelId="{F7337864-283B-4741-BDA7-FE5EA6EC94CD}" type="presOf" srcId="{25088D74-7E2B-4798-8661-6A6511F24137}" destId="{5603252E-64A9-4E76-B274-7BCB5CA668E0}" srcOrd="0" destOrd="0" presId="urn:microsoft.com/office/officeart/2005/8/layout/process2"/>
    <dgm:cxn modelId="{98B2304B-DA40-48B0-9C38-D98C18154515}" type="presOf" srcId="{25088D74-7E2B-4798-8661-6A6511F24137}" destId="{85C68AA4-92CB-4949-A4DC-91F1AAEC071D}" srcOrd="1" destOrd="0" presId="urn:microsoft.com/office/officeart/2005/8/layout/process2"/>
    <dgm:cxn modelId="{CEB76E7C-3DAB-4132-A41F-8840ACF03DF9}" srcId="{C16438A3-E497-4281-8DC7-0265D8AC21FB}" destId="{D7A3252B-6D43-4BB0-8A9D-E39398429DCD}" srcOrd="0" destOrd="0" parTransId="{569E9CBC-DAD0-4F20-8526-ED1B63D25FB2}" sibTransId="{25088D74-7E2B-4798-8661-6A6511F24137}"/>
    <dgm:cxn modelId="{2ABB718A-6274-4E57-AF20-4E2464FFFA73}" type="presOf" srcId="{1C680054-85FC-4A35-88A6-85FFE80CDF39}" destId="{6A47D4E4-D744-4C66-BA13-A248FF29B47B}" srcOrd="0" destOrd="0" presId="urn:microsoft.com/office/officeart/2005/8/layout/process2"/>
    <dgm:cxn modelId="{1B2BDC93-4B7A-423D-B284-D45D57F38C78}" type="presOf" srcId="{1C680054-85FC-4A35-88A6-85FFE80CDF39}" destId="{F023B921-A9A7-45FB-9BF2-9C8C39993A36}" srcOrd="1" destOrd="0" presId="urn:microsoft.com/office/officeart/2005/8/layout/process2"/>
    <dgm:cxn modelId="{8D7F12A9-0C42-463A-ADD6-9A497C0E6097}" type="presOf" srcId="{D7A3252B-6D43-4BB0-8A9D-E39398429DCD}" destId="{B8C9019C-7AEE-428A-BDFC-E568C1F20C11}" srcOrd="0" destOrd="0" presId="urn:microsoft.com/office/officeart/2005/8/layout/process2"/>
    <dgm:cxn modelId="{FAE6AFB4-8860-4552-BDAB-236E015194BB}" type="presOf" srcId="{C16438A3-E497-4281-8DC7-0265D8AC21FB}" destId="{5D0BA149-9C17-4DD1-BC6D-DAD8C2D6EE15}" srcOrd="0" destOrd="0" presId="urn:microsoft.com/office/officeart/2005/8/layout/process2"/>
    <dgm:cxn modelId="{08B840BC-D028-40EE-9666-7E7494C8058D}" type="presOf" srcId="{67542740-8A2A-49BB-BE8B-7448893A091F}" destId="{F443A5D1-EE2D-4C80-BE7E-76980820F57F}" srcOrd="0" destOrd="0" presId="urn:microsoft.com/office/officeart/2005/8/layout/process2"/>
    <dgm:cxn modelId="{D262E1F8-FE56-4614-AD9D-5D9A05D25E74}" srcId="{C16438A3-E497-4281-8DC7-0265D8AC21FB}" destId="{67542740-8A2A-49BB-BE8B-7448893A091F}" srcOrd="1" destOrd="0" parTransId="{3528F720-0F4E-45CB-9682-BF4164E9763A}" sibTransId="{1C680054-85FC-4A35-88A6-85FFE80CDF39}"/>
    <dgm:cxn modelId="{F588B680-5F01-49BE-B131-DC0F6DC87DA9}" type="presParOf" srcId="{5D0BA149-9C17-4DD1-BC6D-DAD8C2D6EE15}" destId="{B8C9019C-7AEE-428A-BDFC-E568C1F20C11}" srcOrd="0" destOrd="0" presId="urn:microsoft.com/office/officeart/2005/8/layout/process2"/>
    <dgm:cxn modelId="{77A727F7-7FE9-4930-BBD7-E2B776339D61}" type="presParOf" srcId="{5D0BA149-9C17-4DD1-BC6D-DAD8C2D6EE15}" destId="{5603252E-64A9-4E76-B274-7BCB5CA668E0}" srcOrd="1" destOrd="0" presId="urn:microsoft.com/office/officeart/2005/8/layout/process2"/>
    <dgm:cxn modelId="{9AD50A14-1DC7-4613-B22B-77EA666E22E5}" type="presParOf" srcId="{5603252E-64A9-4E76-B274-7BCB5CA668E0}" destId="{85C68AA4-92CB-4949-A4DC-91F1AAEC071D}" srcOrd="0" destOrd="0" presId="urn:microsoft.com/office/officeart/2005/8/layout/process2"/>
    <dgm:cxn modelId="{0A5451FC-0AD6-4308-9DB9-76570F7AACF6}" type="presParOf" srcId="{5D0BA149-9C17-4DD1-BC6D-DAD8C2D6EE15}" destId="{F443A5D1-EE2D-4C80-BE7E-76980820F57F}" srcOrd="2" destOrd="0" presId="urn:microsoft.com/office/officeart/2005/8/layout/process2"/>
    <dgm:cxn modelId="{0D3B139D-8BBD-4AD5-848A-9B4F9F2323F1}" type="presParOf" srcId="{5D0BA149-9C17-4DD1-BC6D-DAD8C2D6EE15}" destId="{6A47D4E4-D744-4C66-BA13-A248FF29B47B}" srcOrd="3" destOrd="0" presId="urn:microsoft.com/office/officeart/2005/8/layout/process2"/>
    <dgm:cxn modelId="{437E83B8-DD99-4465-BEB7-2ED180FEEA6C}" type="presParOf" srcId="{6A47D4E4-D744-4C66-BA13-A248FF29B47B}" destId="{F023B921-A9A7-45FB-9BF2-9C8C39993A36}" srcOrd="0" destOrd="0" presId="urn:microsoft.com/office/officeart/2005/8/layout/process2"/>
    <dgm:cxn modelId="{CCAF0846-11B0-40FD-BB15-20D2B1564F4E}" type="presParOf" srcId="{5D0BA149-9C17-4DD1-BC6D-DAD8C2D6EE15}" destId="{E57B60DA-5355-45D8-9EBD-1DCC6104D78E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9019C-7AEE-428A-BDFC-E568C1F20C11}">
      <dsp:nvSpPr>
        <dsp:cNvPr id="0" name=""/>
        <dsp:cNvSpPr/>
      </dsp:nvSpPr>
      <dsp:spPr>
        <a:xfrm>
          <a:off x="2133600" y="0"/>
          <a:ext cx="1828800" cy="10160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Conceptual Design</a:t>
          </a:r>
        </a:p>
      </dsp:txBody>
      <dsp:txXfrm>
        <a:off x="2163358" y="29758"/>
        <a:ext cx="1769284" cy="956484"/>
      </dsp:txXfrm>
    </dsp:sp>
    <dsp:sp modelId="{5603252E-64A9-4E76-B274-7BCB5CA668E0}">
      <dsp:nvSpPr>
        <dsp:cNvPr id="0" name=""/>
        <dsp:cNvSpPr/>
      </dsp:nvSpPr>
      <dsp:spPr>
        <a:xfrm rot="5400000">
          <a:off x="2857500" y="1041399"/>
          <a:ext cx="380999" cy="4572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2910840" y="1079499"/>
        <a:ext cx="274320" cy="266699"/>
      </dsp:txXfrm>
    </dsp:sp>
    <dsp:sp modelId="{F443A5D1-EE2D-4C80-BE7E-76980820F57F}">
      <dsp:nvSpPr>
        <dsp:cNvPr id="0" name=""/>
        <dsp:cNvSpPr/>
      </dsp:nvSpPr>
      <dsp:spPr>
        <a:xfrm>
          <a:off x="2133600" y="1523999"/>
          <a:ext cx="1828800" cy="10160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Logical Design</a:t>
          </a:r>
        </a:p>
      </dsp:txBody>
      <dsp:txXfrm>
        <a:off x="2163358" y="1553757"/>
        <a:ext cx="1769284" cy="956484"/>
      </dsp:txXfrm>
    </dsp:sp>
    <dsp:sp modelId="{6A47D4E4-D744-4C66-BA13-A248FF29B47B}">
      <dsp:nvSpPr>
        <dsp:cNvPr id="0" name=""/>
        <dsp:cNvSpPr/>
      </dsp:nvSpPr>
      <dsp:spPr>
        <a:xfrm rot="5400000">
          <a:off x="2857500" y="2565399"/>
          <a:ext cx="381000" cy="45720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2910840" y="2603499"/>
        <a:ext cx="274320" cy="266700"/>
      </dsp:txXfrm>
    </dsp:sp>
    <dsp:sp modelId="{E57B60DA-5355-45D8-9EBD-1DCC6104D78E}">
      <dsp:nvSpPr>
        <dsp:cNvPr id="0" name=""/>
        <dsp:cNvSpPr/>
      </dsp:nvSpPr>
      <dsp:spPr>
        <a:xfrm>
          <a:off x="2133600" y="3047999"/>
          <a:ext cx="1828800" cy="10160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Physical Design</a:t>
          </a:r>
        </a:p>
      </dsp:txBody>
      <dsp:txXfrm>
        <a:off x="2163358" y="3077757"/>
        <a:ext cx="1769284" cy="956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C9019C-7AEE-428A-BDFC-E568C1F20C11}">
      <dsp:nvSpPr>
        <dsp:cNvPr id="0" name=""/>
        <dsp:cNvSpPr/>
      </dsp:nvSpPr>
      <dsp:spPr>
        <a:xfrm>
          <a:off x="1082039" y="0"/>
          <a:ext cx="1417320" cy="7874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Conceptual Design</a:t>
          </a:r>
        </a:p>
      </dsp:txBody>
      <dsp:txXfrm>
        <a:off x="1105101" y="23062"/>
        <a:ext cx="1371196" cy="741276"/>
      </dsp:txXfrm>
    </dsp:sp>
    <dsp:sp modelId="{5603252E-64A9-4E76-B274-7BCB5CA668E0}">
      <dsp:nvSpPr>
        <dsp:cNvPr id="0" name=""/>
        <dsp:cNvSpPr/>
      </dsp:nvSpPr>
      <dsp:spPr>
        <a:xfrm rot="5400000">
          <a:off x="1643062" y="807084"/>
          <a:ext cx="295275" cy="354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684401" y="836611"/>
        <a:ext cx="212598" cy="206693"/>
      </dsp:txXfrm>
    </dsp:sp>
    <dsp:sp modelId="{F443A5D1-EE2D-4C80-BE7E-76980820F57F}">
      <dsp:nvSpPr>
        <dsp:cNvPr id="0" name=""/>
        <dsp:cNvSpPr/>
      </dsp:nvSpPr>
      <dsp:spPr>
        <a:xfrm>
          <a:off x="1082039" y="1181099"/>
          <a:ext cx="1417320" cy="7874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Logical Design</a:t>
          </a:r>
        </a:p>
      </dsp:txBody>
      <dsp:txXfrm>
        <a:off x="1105101" y="1204161"/>
        <a:ext cx="1371196" cy="741276"/>
      </dsp:txXfrm>
    </dsp:sp>
    <dsp:sp modelId="{6A47D4E4-D744-4C66-BA13-A248FF29B47B}">
      <dsp:nvSpPr>
        <dsp:cNvPr id="0" name=""/>
        <dsp:cNvSpPr/>
      </dsp:nvSpPr>
      <dsp:spPr>
        <a:xfrm rot="5400000">
          <a:off x="1643062" y="1988185"/>
          <a:ext cx="295275" cy="354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684401" y="2017712"/>
        <a:ext cx="212598" cy="206693"/>
      </dsp:txXfrm>
    </dsp:sp>
    <dsp:sp modelId="{E57B60DA-5355-45D8-9EBD-1DCC6104D78E}">
      <dsp:nvSpPr>
        <dsp:cNvPr id="0" name=""/>
        <dsp:cNvSpPr/>
      </dsp:nvSpPr>
      <dsp:spPr>
        <a:xfrm>
          <a:off x="1082039" y="2362200"/>
          <a:ext cx="1417320" cy="78740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Physical Design</a:t>
          </a:r>
        </a:p>
      </dsp:txBody>
      <dsp:txXfrm>
        <a:off x="1105101" y="2385262"/>
        <a:ext cx="1371196" cy="741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6EA1B5C-08CC-4204-88AE-B28E31A625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C338325-EEBD-4656-8110-6536409D292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C44D7066-EA30-4714-8013-57D64510AE6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2D1FD1E7-3283-4C17-98DB-40DEE6F2469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fld id="{CE85B7B2-C3BC-4062-BF7B-9FFF8F96AAAE}" type="slidenum">
              <a:rPr lang="en-US" altLang="en-US"/>
              <a:pPr/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ngsana New" pitchFamily="18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tion-age.com/impact-internet-things-iot-123467503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https://www.information-age.com/impact-internet-things-iot-123467503/</a:t>
            </a:r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E140A8-611B-45EF-9555-0BDE7E7A8DE5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d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777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AD5F733-CD2C-457A-B76E-30198391B8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0AF06B4-A61E-43CD-B8F2-3126F7A62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F6B497C-965B-4617-9E7F-9E14178D00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EC299A3-5989-4E8A-89C2-20854E72E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4B5A2A1-CE67-40EF-936B-34BCF6C72C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ED60053-54FA-4158-8449-072E17AFC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1C6C005-7FC2-492C-A792-2273C6FEFD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C414AD3-C1C5-43D3-B27F-FE5EBE20F0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C69F3AD-1017-47D0-97DF-7658123501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017E8CD-F877-41BA-9EBE-F3AC212A43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15A7005-4591-40FB-AFB6-5455054139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B229F8E-6AB8-417E-B731-51FCC0EAA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906BFFC2-A3A9-4A95-8004-B8784CBA7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84FA67E9-0F16-400E-83B1-18662FD482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7F69159C-E7D7-4B78-A319-CE40A999E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131B5347-E395-4A78-A798-D477611702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DDB0C1D-4A9D-445C-B323-74AC6EFF8A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15BEC6A-80EE-4339-9B62-E88E47385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D4AA382-A474-44B6-9174-55D459273B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4DAF480-02A7-4435-AFF2-249608313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B49CA40-3459-44BC-8432-1D97D24BA7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8976014-098B-4DC6-A7D5-0F19D9D35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E9028CB-492B-4D4A-8401-6D93E507EA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FE5D6F4-1202-4BAC-9674-062BD9F0F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89037F4-FC46-4D9B-BFFC-B447BCDAB5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A3A784C-E26B-4D15-8AB2-C72E9CE8DF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7869FF1-C7DD-4C6E-9FB5-5FB928E02A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077240F-4862-41A3-B9ED-BAE63F48D5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5A1975B2-CAF8-4EF5-9B8D-00F32FC3F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AE95C7C9-EA5B-40C5-B08C-BB5264B855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B7D3C983-042C-4C3D-B145-267E631CB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5913A259-AE4A-4E25-87AD-162A24A67C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0D516744-D7C7-4C5C-A7E6-7327EB051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99AC0709-1D69-4FBC-A6CA-25FA5DC422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A892F66A-E7D9-46E6-82A0-252257D1A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D9C0F183-9823-415A-B817-9CC9FA41E6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3BF8F855-F664-4572-B22B-F864B3540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E841A12-26AA-45DC-862B-5887A89A1B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C2556904-ED69-4119-B216-F08605028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4E2B7CC7-5DA3-4B65-A4FA-33DAF6E8BE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BE952EAF-F23B-4032-8514-9BF19CB57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C77580AD-A944-432F-8B22-117A5EBF7D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B72843D6-5903-4734-A144-148D1A237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9E42C25-4173-4931-9F7F-188D484332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822161E1-8F0E-4515-8ABE-FB4913855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E380BA09-B6AD-4CAB-B326-FD3C9B7EDD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4AE0F477-3DF7-43F1-877B-FE839577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D68C3647-E34A-4CD6-8DA9-94A9E58DA5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31539978-5026-4260-9F27-36D927994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D1961FD5-962F-473E-AE02-8F2ADEB7AE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7D7D17B8-0711-4072-B8D5-84F2F9EF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EA076649-0A52-4156-B743-2C7C290165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AD6E8F21-DEB6-4BEA-AD00-953793942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3E43DE84-7B5B-4E68-8E97-0794FE17D0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2B61B35-9518-4DBB-894F-A5B20C911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A6CEA14-7EC7-40F3-B0C2-F9C24E9FFB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B9B9DD66-605C-44FC-BE23-F6CB87664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467FC953-4989-436D-A6A9-698AEADC14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145C352-2891-44D5-BC6A-158E5E1365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09E9D8D5-76C7-4DB6-9DE7-3DD0C5E1B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A6AC5207-867F-49DB-AE7E-DEE0ED9BBB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64FC8A2-0924-4FD3-B043-7DACDC2E3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89A26AC5-FEFB-44A0-B77A-195C46B4F8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4019705-4447-4F3A-91C1-C3DC97218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FB378ACE-5674-47B4-A0B6-83A65BF2A4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15E076FB-AC58-41D9-843A-5517059A6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4D0565C2-339B-4877-B9CA-D9CF3CF68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C017BE1D-BB28-44C2-9E05-D02B17884A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2A61A5C5-22EE-47C5-AE78-9D660A005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8F338076-8BA1-49A2-82EB-6F72191AD0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0A0572A3-B3E6-46EF-830E-27357DF2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BBBB1994-BDBA-4566-B882-9F08376761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4ED9B9F8-2DE6-4442-970F-7DA8DECC4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ACB181C9-FEC0-46C2-B23F-302F283D9C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DF2ACD20-7D62-40CD-914E-E319078DB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5C00A83C-588D-4571-93A6-D5535603AD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CB471A0B-F355-457E-9695-847EBB52A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CFFF64E6-FE33-4070-A7FA-62FE56240F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BF2A4B80-0735-4B33-953D-AF484956F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F341F208-43ED-490F-A113-30EEF1BFD1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21396E34-3E32-4EE7-A3AE-FFACEBFDE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33C31D80-3998-4B8A-B24F-23116D172C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44F0C954-8E9D-474D-8B04-8A7E9A475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9FFAA246-24F4-4096-A0B2-021D8829C6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0457D3FD-715D-425D-B2B7-D69262986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5DF59487-C78E-4DE1-BE7E-0868A262BB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0D5840A-28B2-4666-806E-B4689F4534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308E8863-D6F5-40A1-BA26-0155D1779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>
            <a:extLst>
              <a:ext uri="{FF2B5EF4-FFF2-40B4-BE49-F238E27FC236}">
                <a16:creationId xmlns:a16="http://schemas.microsoft.com/office/drawing/2014/main" id="{8FE2677F-2233-40E2-8432-251FA8597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>
            <a:extLst>
              <a:ext uri="{FF2B5EF4-FFF2-40B4-BE49-F238E27FC236}">
                <a16:creationId xmlns:a16="http://schemas.microsoft.com/office/drawing/2014/main" id="{EBA08215-2D6D-40F4-8868-976D12B82A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7ECD37C7-5AE8-42B8-BEF5-E5BFC72C60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E64E9B55-FA07-488E-BB1B-05FD6B403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D9D10966-75D4-4EB5-BAD1-3FA264B2C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C0BA566A-A53D-498A-8FE4-6CEEE3EF53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DA9266B4-F704-4C43-A219-6BD4E43DE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8BF5CC86-79C0-408C-BDFE-4A678C900B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641526CC-0A49-43B8-B485-010A2A0C1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2D775B2F-A627-4A57-AEAF-0B3B7E9921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D3E0A5B1-1B0F-429B-9D44-949367CC3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AC36FEF6-34C9-4A00-98EF-1D111B9E0A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57251812-4923-437B-A76F-47B4B1946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EC3D940F-07CA-411D-8091-D2F3200829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7683913B-781F-4C49-A929-B2A95905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33A5F01A-9CFC-4D39-A136-F3E31859A3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2473484E-E5BF-4F0C-9EE4-520CD773E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A4B1FBB9-2063-4105-9FD0-EA8BBA2638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8FB36AFC-96E1-4D28-8EB6-49AA2F367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3D8CA3AF-68C3-41EE-8917-EE2A7091AD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4A4F46E7-E4B5-44A4-AFF6-9571F5144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3" name="Notes Placeholder 2">
            <a:extLst>
              <a:ext uri="{FF2B5EF4-FFF2-40B4-BE49-F238E27FC236}">
                <a16:creationId xmlns:a16="http://schemas.microsoft.com/office/drawing/2014/main" id="{12197C32-3EDC-48DD-8780-B005D3E19A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D5D32EBC-E7F1-4D62-A583-84A0F3EEF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E6CC1D44-2988-47C0-A2EE-723B433F18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E9780D6D-8223-4BB3-9E9B-3000A6145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6FFE37B3-AF69-4E7E-AEAF-499925508C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15C25846-753C-402E-AD86-D8A9E7B03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7998A693-A7C3-4BA2-89E4-677CDC95ED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EC87E548-6D31-41D9-9425-391473F2C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ED072260-E0BF-4936-BC35-39960D6AA8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3584EFF-0F5A-49C0-B6E3-15842B847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DCB078FB-AF55-4D88-8E50-7805286F0E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>
            <a:extLst>
              <a:ext uri="{FF2B5EF4-FFF2-40B4-BE49-F238E27FC236}">
                <a16:creationId xmlns:a16="http://schemas.microsoft.com/office/drawing/2014/main" id="{2BD313AD-2BBE-4472-B789-6FB16212A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>
            <a:extLst>
              <a:ext uri="{FF2B5EF4-FFF2-40B4-BE49-F238E27FC236}">
                <a16:creationId xmlns:a16="http://schemas.microsoft.com/office/drawing/2014/main" id="{F02016C6-1519-4C40-BEC4-8114B07244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EAC83E68-C7F9-45FF-A50C-EE5BEDBDC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2D2DD0E2-9831-41F1-B306-ABDA1126EB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>
            <a:extLst>
              <a:ext uri="{FF2B5EF4-FFF2-40B4-BE49-F238E27FC236}">
                <a16:creationId xmlns:a16="http://schemas.microsoft.com/office/drawing/2014/main" id="{D416251A-5E2A-4EE6-95F4-4C030735E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Notes Placeholder 2">
            <a:extLst>
              <a:ext uri="{FF2B5EF4-FFF2-40B4-BE49-F238E27FC236}">
                <a16:creationId xmlns:a16="http://schemas.microsoft.com/office/drawing/2014/main" id="{70D4CAB1-D55A-4198-920C-B224C78C5F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4F0E0856-D063-430B-8CB6-136888249C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C76AB98E-6F0E-4D49-8580-6AED9DA1F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>
            <a:extLst>
              <a:ext uri="{FF2B5EF4-FFF2-40B4-BE49-F238E27FC236}">
                <a16:creationId xmlns:a16="http://schemas.microsoft.com/office/drawing/2014/main" id="{ED13F378-B1CB-441D-BBC1-21252E34C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3" name="Notes Placeholder 2">
            <a:extLst>
              <a:ext uri="{FF2B5EF4-FFF2-40B4-BE49-F238E27FC236}">
                <a16:creationId xmlns:a16="http://schemas.microsoft.com/office/drawing/2014/main" id="{A16D3B15-3E2C-4BE8-B821-8AE4A17EF6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>
            <a:extLst>
              <a:ext uri="{FF2B5EF4-FFF2-40B4-BE49-F238E27FC236}">
                <a16:creationId xmlns:a16="http://schemas.microsoft.com/office/drawing/2014/main" id="{0F0A9053-9DEF-477A-BFAD-865D3C5AE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Notes Placeholder 2">
            <a:extLst>
              <a:ext uri="{FF2B5EF4-FFF2-40B4-BE49-F238E27FC236}">
                <a16:creationId xmlns:a16="http://schemas.microsoft.com/office/drawing/2014/main" id="{129990CD-64E8-40E9-872B-B8611482C0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D595533F-89BB-41E1-9FBF-48AE67877D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83CA93D8-ECE9-45FD-B38E-F0C2C8625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11695AEB-0941-43F5-8B86-89294B685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EEB0C953-CA97-4DB9-9FAF-475F6C841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>
            <a:extLst>
              <a:ext uri="{FF2B5EF4-FFF2-40B4-BE49-F238E27FC236}">
                <a16:creationId xmlns:a16="http://schemas.microsoft.com/office/drawing/2014/main" id="{7B443BB6-EDF1-42FC-98E4-FA558C426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Notes Placeholder 2">
            <a:extLst>
              <a:ext uri="{FF2B5EF4-FFF2-40B4-BE49-F238E27FC236}">
                <a16:creationId xmlns:a16="http://schemas.microsoft.com/office/drawing/2014/main" id="{E373BE4F-6DC7-4D92-8F8E-48583329D5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>
            <a:extLst>
              <a:ext uri="{FF2B5EF4-FFF2-40B4-BE49-F238E27FC236}">
                <a16:creationId xmlns:a16="http://schemas.microsoft.com/office/drawing/2014/main" id="{34AB9BA5-365E-4D0C-9069-E0D778D19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Notes Placeholder 2">
            <a:extLst>
              <a:ext uri="{FF2B5EF4-FFF2-40B4-BE49-F238E27FC236}">
                <a16:creationId xmlns:a16="http://schemas.microsoft.com/office/drawing/2014/main" id="{6E888367-1075-4E4C-8235-D439AA8E04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>
            <a:extLst>
              <a:ext uri="{FF2B5EF4-FFF2-40B4-BE49-F238E27FC236}">
                <a16:creationId xmlns:a16="http://schemas.microsoft.com/office/drawing/2014/main" id="{16B6F5C1-6EB3-4FA6-8361-81CA9E94C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Notes Placeholder 2">
            <a:extLst>
              <a:ext uri="{FF2B5EF4-FFF2-40B4-BE49-F238E27FC236}">
                <a16:creationId xmlns:a16="http://schemas.microsoft.com/office/drawing/2014/main" id="{72B1B4CB-BAE6-422F-911C-1174352E9A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>
            <a:extLst>
              <a:ext uri="{FF2B5EF4-FFF2-40B4-BE49-F238E27FC236}">
                <a16:creationId xmlns:a16="http://schemas.microsoft.com/office/drawing/2014/main" id="{7567166B-7401-45EE-96AF-82DC14DB5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699" name="Notes Placeholder 2">
            <a:extLst>
              <a:ext uri="{FF2B5EF4-FFF2-40B4-BE49-F238E27FC236}">
                <a16:creationId xmlns:a16="http://schemas.microsoft.com/office/drawing/2014/main" id="{00D4D384-FE66-48D9-8709-040DFCEE83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>
            <a:extLst>
              <a:ext uri="{FF2B5EF4-FFF2-40B4-BE49-F238E27FC236}">
                <a16:creationId xmlns:a16="http://schemas.microsoft.com/office/drawing/2014/main" id="{FC23B056-8E32-48B9-B0AC-9492E788B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7" name="Notes Placeholder 2">
            <a:extLst>
              <a:ext uri="{FF2B5EF4-FFF2-40B4-BE49-F238E27FC236}">
                <a16:creationId xmlns:a16="http://schemas.microsoft.com/office/drawing/2014/main" id="{37F62AAE-9AD4-4847-BF6A-9BCC728EBC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Slide Image Placeholder 1">
            <a:extLst>
              <a:ext uri="{FF2B5EF4-FFF2-40B4-BE49-F238E27FC236}">
                <a16:creationId xmlns:a16="http://schemas.microsoft.com/office/drawing/2014/main" id="{44B16853-4E95-438D-9618-52872C39F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5" name="Notes Placeholder 2">
            <a:extLst>
              <a:ext uri="{FF2B5EF4-FFF2-40B4-BE49-F238E27FC236}">
                <a16:creationId xmlns:a16="http://schemas.microsoft.com/office/drawing/2014/main" id="{1F4772BB-DC68-47C0-B13C-3BDFF1F22D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>
            <a:extLst>
              <a:ext uri="{FF2B5EF4-FFF2-40B4-BE49-F238E27FC236}">
                <a16:creationId xmlns:a16="http://schemas.microsoft.com/office/drawing/2014/main" id="{8D22A8D4-E59C-46BA-B906-902C8255B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Notes Placeholder 2">
            <a:extLst>
              <a:ext uri="{FF2B5EF4-FFF2-40B4-BE49-F238E27FC236}">
                <a16:creationId xmlns:a16="http://schemas.microsoft.com/office/drawing/2014/main" id="{2E02FB8E-8467-4481-9D8A-28BB7B9239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38945406-8877-4506-86B6-5C47B03822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7F68A332-EFFB-413B-8BBF-567CF72F3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>
            <a:extLst>
              <a:ext uri="{FF2B5EF4-FFF2-40B4-BE49-F238E27FC236}">
                <a16:creationId xmlns:a16="http://schemas.microsoft.com/office/drawing/2014/main" id="{196AAE91-E1A9-4E8E-BBDC-BFA866F39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39" name="Notes Placeholder 2">
            <a:extLst>
              <a:ext uri="{FF2B5EF4-FFF2-40B4-BE49-F238E27FC236}">
                <a16:creationId xmlns:a16="http://schemas.microsoft.com/office/drawing/2014/main" id="{AEF97D56-D085-48B0-B2E5-63CBFCE7D2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Slide Image Placeholder 1">
            <a:extLst>
              <a:ext uri="{FF2B5EF4-FFF2-40B4-BE49-F238E27FC236}">
                <a16:creationId xmlns:a16="http://schemas.microsoft.com/office/drawing/2014/main" id="{F56858EF-4DD6-4519-9172-45A78BE3F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9987" name="Notes Placeholder 2">
            <a:extLst>
              <a:ext uri="{FF2B5EF4-FFF2-40B4-BE49-F238E27FC236}">
                <a16:creationId xmlns:a16="http://schemas.microsoft.com/office/drawing/2014/main" id="{C93DD0F8-E77E-4105-BDD1-98D4D3652D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Slide Image Placeholder 1">
            <a:extLst>
              <a:ext uri="{FF2B5EF4-FFF2-40B4-BE49-F238E27FC236}">
                <a16:creationId xmlns:a16="http://schemas.microsoft.com/office/drawing/2014/main" id="{F16EC408-9598-412E-8493-5CC4119D7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5" name="Notes Placeholder 2">
            <a:extLst>
              <a:ext uri="{FF2B5EF4-FFF2-40B4-BE49-F238E27FC236}">
                <a16:creationId xmlns:a16="http://schemas.microsoft.com/office/drawing/2014/main" id="{AAE53C72-5F4A-4EB5-9A36-3F8286DBCF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Slide Image Placeholder 1">
            <a:extLst>
              <a:ext uri="{FF2B5EF4-FFF2-40B4-BE49-F238E27FC236}">
                <a16:creationId xmlns:a16="http://schemas.microsoft.com/office/drawing/2014/main" id="{BABA6A97-A92B-4C3E-AD20-5D99F5746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3" name="Notes Placeholder 2">
            <a:extLst>
              <a:ext uri="{FF2B5EF4-FFF2-40B4-BE49-F238E27FC236}">
                <a16:creationId xmlns:a16="http://schemas.microsoft.com/office/drawing/2014/main" id="{03176742-876D-4EDC-BDDD-0CCC52E4A9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Slide Image Placeholder 1">
            <a:extLst>
              <a:ext uri="{FF2B5EF4-FFF2-40B4-BE49-F238E27FC236}">
                <a16:creationId xmlns:a16="http://schemas.microsoft.com/office/drawing/2014/main" id="{25EE2EF0-F494-4211-8709-2FD31B2E6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1" name="Notes Placeholder 2">
            <a:extLst>
              <a:ext uri="{FF2B5EF4-FFF2-40B4-BE49-F238E27FC236}">
                <a16:creationId xmlns:a16="http://schemas.microsoft.com/office/drawing/2014/main" id="{F223279F-BB21-4F4A-A699-7A1E0D3E47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>
            <a:extLst>
              <a:ext uri="{FF2B5EF4-FFF2-40B4-BE49-F238E27FC236}">
                <a16:creationId xmlns:a16="http://schemas.microsoft.com/office/drawing/2014/main" id="{C9899928-EF09-40CC-BEBC-C63178F11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79" name="Notes Placeholder 2">
            <a:extLst>
              <a:ext uri="{FF2B5EF4-FFF2-40B4-BE49-F238E27FC236}">
                <a16:creationId xmlns:a16="http://schemas.microsoft.com/office/drawing/2014/main" id="{C6B6EF0C-4FCE-476A-BFA5-05E132F83D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>
            <a:extLst>
              <a:ext uri="{FF2B5EF4-FFF2-40B4-BE49-F238E27FC236}">
                <a16:creationId xmlns:a16="http://schemas.microsoft.com/office/drawing/2014/main" id="{EDB4ED62-B8EB-4E6F-9551-2747CC8F9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0227" name="Notes Placeholder 2">
            <a:extLst>
              <a:ext uri="{FF2B5EF4-FFF2-40B4-BE49-F238E27FC236}">
                <a16:creationId xmlns:a16="http://schemas.microsoft.com/office/drawing/2014/main" id="{B38546A8-22BD-4D51-88C0-E847D2B41E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>
            <a:extLst>
              <a:ext uri="{FF2B5EF4-FFF2-40B4-BE49-F238E27FC236}">
                <a16:creationId xmlns:a16="http://schemas.microsoft.com/office/drawing/2014/main" id="{2D2742ED-9035-4F27-970E-9FE5D856C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5" name="Notes Placeholder 2">
            <a:extLst>
              <a:ext uri="{FF2B5EF4-FFF2-40B4-BE49-F238E27FC236}">
                <a16:creationId xmlns:a16="http://schemas.microsoft.com/office/drawing/2014/main" id="{3CD41051-AF77-4DC9-B5AB-FA01B83B64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Slide Image Placeholder 1">
            <a:extLst>
              <a:ext uri="{FF2B5EF4-FFF2-40B4-BE49-F238E27FC236}">
                <a16:creationId xmlns:a16="http://schemas.microsoft.com/office/drawing/2014/main" id="{30D88C46-74C8-4763-B349-AB973B624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3" name="Notes Placeholder 2">
            <a:extLst>
              <a:ext uri="{FF2B5EF4-FFF2-40B4-BE49-F238E27FC236}">
                <a16:creationId xmlns:a16="http://schemas.microsoft.com/office/drawing/2014/main" id="{8144FF66-95A5-41C4-A9C9-9446D4A892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Slide Image Placeholder 1">
            <a:extLst>
              <a:ext uri="{FF2B5EF4-FFF2-40B4-BE49-F238E27FC236}">
                <a16:creationId xmlns:a16="http://schemas.microsoft.com/office/drawing/2014/main" id="{5D41EFF8-7926-4EED-BBEB-90DDD601F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1" name="Notes Placeholder 2">
            <a:extLst>
              <a:ext uri="{FF2B5EF4-FFF2-40B4-BE49-F238E27FC236}">
                <a16:creationId xmlns:a16="http://schemas.microsoft.com/office/drawing/2014/main" id="{861E71DD-0B71-4D96-8BC6-DCDBBF61CA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Slide Image Placeholder 1">
            <a:extLst>
              <a:ext uri="{FF2B5EF4-FFF2-40B4-BE49-F238E27FC236}">
                <a16:creationId xmlns:a16="http://schemas.microsoft.com/office/drawing/2014/main" id="{660459CD-8ADD-492B-BD6F-63C20B5E7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19" name="Notes Placeholder 2">
            <a:extLst>
              <a:ext uri="{FF2B5EF4-FFF2-40B4-BE49-F238E27FC236}">
                <a16:creationId xmlns:a16="http://schemas.microsoft.com/office/drawing/2014/main" id="{767CA50A-4F43-484A-A19C-5602C98037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610F3FD3-9708-487B-8F1A-005CFE9598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49FC1FA3-26BA-495E-8A34-E6D287497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Slide Image Placeholder 1">
            <a:extLst>
              <a:ext uri="{FF2B5EF4-FFF2-40B4-BE49-F238E27FC236}">
                <a16:creationId xmlns:a16="http://schemas.microsoft.com/office/drawing/2014/main" id="{C7D18AF5-3537-4171-930E-AED267FCE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2515" name="Notes Placeholder 2">
            <a:extLst>
              <a:ext uri="{FF2B5EF4-FFF2-40B4-BE49-F238E27FC236}">
                <a16:creationId xmlns:a16="http://schemas.microsoft.com/office/drawing/2014/main" id="{7EBF709C-9FB5-48A5-9EA1-EFDFAC3735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Slide Image Placeholder 1">
            <a:extLst>
              <a:ext uri="{FF2B5EF4-FFF2-40B4-BE49-F238E27FC236}">
                <a16:creationId xmlns:a16="http://schemas.microsoft.com/office/drawing/2014/main" id="{840BC3CF-61F4-4BFC-91F6-D0D7FB0DF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3" name="Notes Placeholder 2">
            <a:extLst>
              <a:ext uri="{FF2B5EF4-FFF2-40B4-BE49-F238E27FC236}">
                <a16:creationId xmlns:a16="http://schemas.microsoft.com/office/drawing/2014/main" id="{896EBEF1-D2E0-4491-9689-5DB1623D4D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Image Placeholder 1">
            <a:extLst>
              <a:ext uri="{FF2B5EF4-FFF2-40B4-BE49-F238E27FC236}">
                <a16:creationId xmlns:a16="http://schemas.microsoft.com/office/drawing/2014/main" id="{08D3E924-1DCF-4F42-868A-F1A1E242D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6611" name="Notes Placeholder 2">
            <a:extLst>
              <a:ext uri="{FF2B5EF4-FFF2-40B4-BE49-F238E27FC236}">
                <a16:creationId xmlns:a16="http://schemas.microsoft.com/office/drawing/2014/main" id="{3C40FBF3-17E8-4454-BE1A-CB7E3D9F53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Image Placeholder 1">
            <a:extLst>
              <a:ext uri="{FF2B5EF4-FFF2-40B4-BE49-F238E27FC236}">
                <a16:creationId xmlns:a16="http://schemas.microsoft.com/office/drawing/2014/main" id="{13D25615-A8A1-4076-A469-378462376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8659" name="Notes Placeholder 2">
            <a:extLst>
              <a:ext uri="{FF2B5EF4-FFF2-40B4-BE49-F238E27FC236}">
                <a16:creationId xmlns:a16="http://schemas.microsoft.com/office/drawing/2014/main" id="{1C5A135D-A643-44BB-9AAD-43D245929C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>
            <a:extLst>
              <a:ext uri="{FF2B5EF4-FFF2-40B4-BE49-F238E27FC236}">
                <a16:creationId xmlns:a16="http://schemas.microsoft.com/office/drawing/2014/main" id="{6E0A1934-DC72-473B-B837-183D3E582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0707" name="Notes Placeholder 2">
            <a:extLst>
              <a:ext uri="{FF2B5EF4-FFF2-40B4-BE49-F238E27FC236}">
                <a16:creationId xmlns:a16="http://schemas.microsoft.com/office/drawing/2014/main" id="{BC6E240F-02D7-411D-AE8E-DDFE3636B4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BBDA2F7E-ED22-4A4C-9C86-2AD09B7EF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3AAC3688-78C5-49C8-9CD9-2F78076FA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>
            <a:extLst>
              <a:ext uri="{FF2B5EF4-FFF2-40B4-BE49-F238E27FC236}">
                <a16:creationId xmlns:a16="http://schemas.microsoft.com/office/drawing/2014/main" id="{11821AC6-4DBC-497F-B43C-781B1F54C7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D30F00C8-2047-41AD-9CF1-B077BFC9E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>
            <a:extLst>
              <a:ext uri="{FF2B5EF4-FFF2-40B4-BE49-F238E27FC236}">
                <a16:creationId xmlns:a16="http://schemas.microsoft.com/office/drawing/2014/main" id="{F2DE5154-4FD1-4ECA-BEFD-39A6177799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F77EF929-BDAC-4ED7-BA62-423675B8D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ED159446-0EC0-4310-8B96-226445ADCE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D0B0570C-443F-45C6-ABC6-687F273A1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A3287F65-31AB-44BF-B242-7A908BBFD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6E466737-6057-4F17-A226-3596C0A65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6B60DBCB-2E4A-44E4-8AE1-F266825FB0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1BFB52FB-5289-41DD-B6F5-6EA0AD8E0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B41D7D42-8806-4B34-B6E9-FA9F6585C5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A1FF8C83-64D8-4350-B019-0373971AF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62722E61-C0F0-4BE5-A0FC-DE2F8CA33A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F647F995-69E7-430B-ACEF-5FF73AF90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E93B7D49-0588-49FA-95D6-8CB4BD9A9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2D6C35B7-65FA-4FE4-BC82-DA22E6C21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5CFC7E0C-506D-473C-A93A-31CC1418D4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1D141D07-1549-414D-9510-91296C394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>
            <a:extLst>
              <a:ext uri="{FF2B5EF4-FFF2-40B4-BE49-F238E27FC236}">
                <a16:creationId xmlns:a16="http://schemas.microsoft.com/office/drawing/2014/main" id="{75E2138B-6778-4706-8385-4FA7B5D43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E9551CD0-564F-4EA9-8FBD-AEE98912D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4938CA35-BD08-4F42-9D98-2FDA7FC22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976925AA-2566-4AE6-9ED0-6F859221F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072FD4ED-73D0-47C2-B0FF-564046574219}"/>
              </a:ext>
            </a:extLst>
          </p:cNvPr>
          <p:cNvSpPr/>
          <p:nvPr/>
        </p:nvSpPr>
        <p:spPr>
          <a:xfrm rot="10800000">
            <a:off x="0" y="1206501"/>
            <a:ext cx="12192000" cy="3749675"/>
          </a:xfrm>
          <a:prstGeom prst="flowChartDocument">
            <a:avLst/>
          </a:prstGeom>
          <a:gradFill>
            <a:gsLst>
              <a:gs pos="100000">
                <a:schemeClr val="bg2">
                  <a:tint val="28000"/>
                  <a:satMod val="2000000"/>
                  <a:alpha val="30000"/>
                </a:schemeClr>
              </a:gs>
              <a:gs pos="35000">
                <a:schemeClr val="bg2">
                  <a:shade val="100000"/>
                  <a:satMod val="600000"/>
                  <a:alpha val="0"/>
                </a:schemeClr>
              </a:gs>
            </a:gsLst>
            <a:lin ang="54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70560" y="2775745"/>
            <a:ext cx="10972800" cy="2167128"/>
          </a:xfrm>
        </p:spPr>
        <p:txBody>
          <a:bodyPr tIns="0" bIns="0" anchor="t"/>
          <a:lstStyle>
            <a:lvl1pPr>
              <a:defRPr sz="5000" cap="all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5000" endPos="49000" dist="5000" dir="5400000" sy="-100000" algn="bl" rotWithShape="0"/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66752" y="1559720"/>
            <a:ext cx="6807200" cy="1219200"/>
          </a:xfrm>
        </p:spPr>
        <p:txBody>
          <a:bodyPr lIns="0" tIns="0" rIns="0" bIns="0" anchor="b"/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CF160-181B-4FD9-B272-1B8B9660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F3FC1-D8E4-4552-8C87-08A1DAA7A7F3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643310C-72D8-4F6E-8F9B-CC532A3E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A0625-21AB-4DB2-A7A6-C7DF8D47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EDBB7A-C231-485D-902B-27ABE46DC7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06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9D423B-4327-4CEC-9813-A93325AE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1258F-3EC6-4717-B5C5-C9E569B06F35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EEE388C4-5942-40FE-A14F-E6CE6940A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54CE8-125E-48B3-9A3A-353A4864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DFFC8E-91F1-41CD-949D-9D24D2974C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13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990600"/>
            <a:ext cx="10363200" cy="1362456"/>
          </a:xfrm>
        </p:spPr>
        <p:txBody>
          <a:bodyPr>
            <a:noAutofit/>
          </a:bodyPr>
          <a:lstStyle>
            <a:lvl1pPr algn="l">
              <a:buNone/>
              <a:defRPr sz="48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352677"/>
            <a:ext cx="10363200" cy="1509712"/>
          </a:xfr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DFF14-6649-41CB-BFCB-3E793C4F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403CD-23BE-445A-BF91-C99BED8B12BC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3CCAC-8884-4AD0-9CD1-3155FE6C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6F03-416E-4525-85F1-EA8B747B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326A5-64B0-4872-AC39-7E3C73889F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45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99800"/>
            <a:ext cx="5384800" cy="416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99800"/>
            <a:ext cx="5384800" cy="416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D55BA9-13F0-4CF1-A5A1-9F1BE119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9EE66-9DAE-4492-9EE7-453A722C1E69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6" name="Rectangle 21">
            <a:extLst>
              <a:ext uri="{FF2B5EF4-FFF2-40B4-BE49-F238E27FC236}">
                <a16:creationId xmlns:a16="http://schemas.microsoft.com/office/drawing/2014/main" id="{3A7DF139-0B15-4E53-97DD-D7EE9B46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19571F-7F7E-47F8-8F89-B7334E6B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D47D19-4EE1-41DD-B272-4807381F21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67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12168"/>
            <a:ext cx="5386917" cy="502920"/>
          </a:xfrm>
        </p:spPr>
        <p:txBody>
          <a:bodyPr anchor="b">
            <a:noAutofit/>
          </a:bodyPr>
          <a:lstStyle>
            <a:lvl1pPr>
              <a:buNone/>
              <a:defRPr sz="2200" b="1">
                <a:effectLst>
                  <a:outerShdw blurRad="38000" dist="38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3368" y="2112168"/>
            <a:ext cx="5389033" cy="502920"/>
          </a:xfrm>
        </p:spPr>
        <p:txBody>
          <a:bodyPr anchor="b">
            <a:noAutofit/>
          </a:bodyPr>
          <a:lstStyle>
            <a:lvl1pPr>
              <a:buNone/>
              <a:defRPr sz="2200" b="1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2667000"/>
            <a:ext cx="5386917" cy="36576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667000"/>
            <a:ext cx="5389033" cy="36576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3FE6B9-34BD-4DBA-B9B9-969176F7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DFB3F-F190-421B-B491-260CF26416F2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D7EB6BD0-8414-4063-92C6-4E24E60F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C1ACA-615F-4734-9FCF-2F18974F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190A2-7482-42E0-9B53-E66BC8156E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03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  <a:effectLst/>
        </p:spPr>
        <p:txBody>
          <a:bodyPr/>
          <a:lstStyle>
            <a:lvl1pPr>
              <a:defRPr sz="48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164C7-ED17-40C0-9813-7710482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8A1AB6-EE6B-4BF1-ABD7-7A9B191CB6DD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8A94DA09-2154-458B-97B8-2BAE058F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A3CB8-270F-4531-9877-EB3326E4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FD946D-39A5-4D4F-A9DA-74C4E2AA97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8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6BD34C-1993-43F3-92E7-443F4A69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CF139-CD01-4E1F-8AFC-6640AA79A613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B022C152-A4AA-4B2B-B373-CF8F26622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528D5-4319-4C80-A352-81D3C88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655CDB-7725-41E8-B829-7A2BFC4CE4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56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1440"/>
            <a:ext cx="10972800" cy="914400"/>
          </a:xfrm>
        </p:spPr>
        <p:txBody>
          <a:bodyPr tIns="0" bIns="0"/>
          <a:lstStyle>
            <a:lvl1pPr algn="l">
              <a:buNone/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3856"/>
            <a:ext cx="3454400" cy="5181600"/>
          </a:xfrm>
        </p:spPr>
        <p:txBody>
          <a:bodyPr lIns="45720" rIns="0"/>
          <a:lstStyle>
            <a:lvl1pPr marL="0" indent="0">
              <a:spcBef>
                <a:spcPts val="300"/>
              </a:spcBef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33472"/>
            <a:ext cx="7010400" cy="5191128"/>
          </a:xfrm>
        </p:spPr>
        <p:txBody>
          <a:bodyPr/>
          <a:lstStyle>
            <a:lvl1pPr algn="l">
              <a:defRPr sz="30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2598D-C018-4366-AD09-6D7F4281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CEDAB-2139-406D-8931-B46058735346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7F24355-63AA-4D75-8B2B-E51CFE5E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821-D6EA-48BD-AC66-923C4326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E3CDB-E257-403D-8EAE-6FCACE0150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97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3" y="1981200"/>
            <a:ext cx="4572000" cy="522288"/>
          </a:xfrm>
        </p:spPr>
        <p:txBody>
          <a:bodyPr tIns="0" bIns="0"/>
          <a:lstStyle>
            <a:lvl1pPr algn="r">
              <a:buNone/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57824" y="1066800"/>
            <a:ext cx="6096000" cy="4572000"/>
          </a:xfrm>
          <a:solidFill>
            <a:schemeClr val="bg2">
              <a:shade val="75000"/>
            </a:schemeClr>
          </a:solidFill>
          <a:ln w="60325">
            <a:solidFill>
              <a:srgbClr val="FFFFFF"/>
            </a:solidFill>
            <a:miter lim="800000"/>
          </a:ln>
          <a:effectLst>
            <a:reflection stA="21000" endPos="10000" dist="20000" dir="5400000" sy="-100000" algn="bl" rotWithShape="0"/>
          </a:effectLst>
        </p:spPr>
        <p:txBody>
          <a:bodyPr>
            <a:normAutofit/>
          </a:bodyPr>
          <a:lstStyle>
            <a:lvl1pPr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1653" y="2543176"/>
            <a:ext cx="4572000" cy="914400"/>
          </a:xfrm>
        </p:spPr>
        <p:txBody>
          <a:bodyPr lIns="0" tIns="0" rIns="0" bIns="0"/>
          <a:lstStyle>
            <a:lvl1pPr indent="0" algn="r">
              <a:spcBef>
                <a:spcPts val="300"/>
              </a:spcBef>
              <a:buFontTx/>
              <a:buNone/>
              <a:defRPr sz="1400" baseline="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23FF6-169C-4665-A356-DF43A0BD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0A473-DFE2-486C-A538-93A1627EEFF9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ACF1BCD-6046-45C8-B84D-BEF35F4D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A4C58-62B0-41B5-A0E0-190F7858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874C47-6AE1-4CCF-86BF-5A94F7B859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631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F9F90239-3E27-49A3-ACD4-93ECF2F4C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1A2FC1FA-DF8A-4A87-AD84-C36052BEF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6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3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DCFBAA5-C0E7-4621-8685-A4789F2DA5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EB4DC09-A385-49C8-9B45-6ADF59C0E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C09CCD2-2C6A-4631-9738-9C5CC8F4A5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51D85-BE5C-4FB9-9905-79C470A557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495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AB31D5-32CF-4DBF-A8F3-61379678A0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8B9120-5D3F-4BF2-B941-E71C2F8F59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5A84F-9601-4A51-A9EF-EF60A86807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87826-21D9-4F4F-972D-F18D6F70CA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92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115C9D-4747-4D1D-ABFD-E2C36B5412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DA76AB-5527-4CFD-91E5-34EC6940AC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EC3684-A8F8-4485-9737-D5248B1E04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6A886A-910B-43C7-992D-467D5DD15D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0106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1B7CB-3CB1-45CF-B818-F212A27CA1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E5CC7-E9D0-426D-AC59-5EB0533C57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252079-6C1B-4287-8788-485CA70EC7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A44F76-0374-442A-83D9-177E7060B4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535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EFE8546-2576-43FB-A30D-957C927EBE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E46262-8B11-43D3-AAD0-2808B8A1DE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E219942-3D57-48CB-B315-99BA5224F0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AE2A44-9286-4CE3-8E2C-7C9F3A911F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6099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D7F444-F91C-4BB0-BE42-F49253F848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A116A0-4E0B-4316-9AEA-FCE8D4A3B8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BA1EBC-D5E5-4F5C-8BB2-35704B9EE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498531-1EAC-408A-815A-0C2362F012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034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14F338D-1CDC-409C-854A-6FDE39C345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7D82B62-53F1-4BF4-9474-6ADC2A6AC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E2083E-3AD7-48C4-AABB-B823C1AD7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53AC94-E201-45A4-8BC6-DB66F0D986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370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DCAF72-9EAA-4587-B24C-552949B269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768DFA-FF4E-48EB-9DB5-E16697CF1D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ABF9B3-C35D-4899-A84D-6FD1FBEAC8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CFAB6B-2BCC-44F3-B168-9DFB1AD66E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7595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5CE937-E2C4-4B85-B21E-C871C5066C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99EB6B-019A-4B38-99B9-C4CB96828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6A0B8B-FA8E-4A05-9FA3-5ED18EBF8C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31FBB9-43BE-4300-843C-A1397B55BD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697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9125DB-27DE-4131-ABD9-4DD48F9C1E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0F52E2-0FF2-402C-A409-6A9CD2E48B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D314CC-4C25-4500-AB2A-DEE08AF18A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9FD403-CDBF-4D98-8DB7-3DCF3159E2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7461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E6243E-47EC-4342-ABA9-935386FDA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C5F460-D01E-49B2-AD74-5BA71E80B8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84FBE4-0C87-4EDB-A8BF-C34988420F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D72E28-18AF-479B-917F-503F9E0778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0240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02FDD7-5E74-41F9-94B5-159E0C485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AFC11C-11EB-4718-BA97-EB2CE7B90B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707600-31E3-47AD-9FA3-674FA10109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03120A-E9A1-4FC0-851B-04E06D0CA9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6981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6E8BE8D-2591-4DBA-B27E-5C36B2428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54806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23154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985157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61469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08849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52E910-5230-4545-9592-E22DCFA083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41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45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180F57-0CFC-484D-8C61-10BCEEDD77BC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180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 b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19678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24000" y="2609372"/>
            <a:ext cx="9144146" cy="3028950"/>
          </a:xfrm>
          <a:prstGeom prst="roundRect">
            <a:avLst>
              <a:gd name="adj" fmla="val 157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582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6" presetClass="entr" presetSubtype="2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inVertic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1F9B76-4A64-4220-809B-39B20432CF4D}"/>
              </a:ext>
            </a:extLst>
          </p:cNvPr>
          <p:cNvSpPr/>
          <p:nvPr userDrawn="1"/>
        </p:nvSpPr>
        <p:spPr>
          <a:xfrm>
            <a:off x="0" y="0"/>
            <a:ext cx="12192000" cy="66899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BEE6FA-63B1-4ED9-A8AF-CC33881C37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83B2BA6-5A83-4D1D-8E62-C5F28F1D2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B1D0EB-40EC-435B-B524-BD055777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4000">
                <a:latin typeface="TH Sarabun New" panose="020B0500040200020003" pitchFamily="34" charset="-34"/>
                <a:cs typeface="TH Sarabun New" panose="020B0500040200020003" pitchFamily="34" charset="-34"/>
              </a:defRPr>
            </a:lvl1pPr>
            <a:lvl2pPr>
              <a:defRPr sz="3600">
                <a:latin typeface="TH Sarabun New" panose="020B0500040200020003" pitchFamily="34" charset="-34"/>
                <a:cs typeface="TH Sarabun New" panose="020B0500040200020003" pitchFamily="34" charset="-34"/>
              </a:defRPr>
            </a:lvl2pPr>
            <a:lvl3pPr>
              <a:defRPr sz="3200">
                <a:latin typeface="TH Sarabun New" panose="020B0500040200020003" pitchFamily="34" charset="-34"/>
                <a:cs typeface="TH Sarabun New" panose="020B0500040200020003" pitchFamily="34" charset="-34"/>
              </a:defRPr>
            </a:lvl3pPr>
            <a:lvl4pPr>
              <a:defRPr sz="2800">
                <a:latin typeface="TH Sarabun New" panose="020B0500040200020003" pitchFamily="34" charset="-34"/>
                <a:cs typeface="TH Sarabun New" panose="020B0500040200020003" pitchFamily="34" charset="-34"/>
              </a:defRPr>
            </a:lvl4pPr>
            <a:lvl5pPr>
              <a:defRPr sz="2800">
                <a:latin typeface="TH Sarabun New" panose="020B0500040200020003" pitchFamily="34" charset="-34"/>
                <a:cs typeface="TH Sarabun New" panose="020B0500040200020003" pitchFamily="34" charset="-34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712575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A1A97B7-0D7C-4E3F-ABE6-74B8B8AC4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92089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5962617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 11"/>
          <p:cNvSpPr/>
          <p:nvPr userDrawn="1"/>
        </p:nvSpPr>
        <p:spPr>
          <a:xfrm>
            <a:off x="74091" y="6207109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369989"/>
            <a:ext cx="9144000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032942"/>
            <a:ext cx="9144000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10" name="Shape 1269"/>
          <p:cNvSpPr/>
          <p:nvPr userDrawn="1"/>
        </p:nvSpPr>
        <p:spPr>
          <a:xfrm>
            <a:off x="-22450" y="2922257"/>
            <a:ext cx="12249599" cy="11416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71850" y="1856033"/>
            <a:ext cx="5295900" cy="61294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36936" y="3037786"/>
            <a:ext cx="12266018" cy="3850379"/>
          </a:xfrm>
          <a:prstGeom prst="roundRect">
            <a:avLst>
              <a:gd name="adj" fmla="val 2393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4421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0078" y="2679411"/>
            <a:ext cx="6144986" cy="803274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0078" y="3326791"/>
            <a:ext cx="6144986" cy="5444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  <p:grpSp>
        <p:nvGrpSpPr>
          <p:cNvPr id="10" name="Group 66"/>
          <p:cNvGrpSpPr/>
          <p:nvPr userDrawn="1"/>
        </p:nvGrpSpPr>
        <p:grpSpPr>
          <a:xfrm>
            <a:off x="5901662" y="-63955"/>
            <a:ext cx="183837" cy="6985910"/>
            <a:chOff x="0" y="0"/>
            <a:chExt cx="367673" cy="13971817"/>
          </a:xfrm>
        </p:grpSpPr>
        <p:sp>
          <p:nvSpPr>
            <p:cNvPr id="11" name="Shape 62"/>
            <p:cNvSpPr/>
            <p:nvPr/>
          </p:nvSpPr>
          <p:spPr>
            <a:xfrm rot="5400000">
              <a:off x="-1566184" y="1566183"/>
              <a:ext cx="3500041" cy="367674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2" name="Shape 63"/>
            <p:cNvSpPr/>
            <p:nvPr/>
          </p:nvSpPr>
          <p:spPr>
            <a:xfrm rot="5400000">
              <a:off x="-1566184" y="5056776"/>
              <a:ext cx="3500041" cy="367674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3" name="Shape 64"/>
            <p:cNvSpPr/>
            <p:nvPr/>
          </p:nvSpPr>
          <p:spPr>
            <a:xfrm rot="5400000">
              <a:off x="-1566184" y="8547369"/>
              <a:ext cx="3500041" cy="367674"/>
            </a:xfrm>
            <a:prstGeom prst="rect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4" name="Shape 65"/>
            <p:cNvSpPr/>
            <p:nvPr/>
          </p:nvSpPr>
          <p:spPr>
            <a:xfrm rot="5400000">
              <a:off x="-1566184" y="12037961"/>
              <a:ext cx="3500041" cy="367673"/>
            </a:xfrm>
            <a:prstGeom prst="rect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-36936" y="-37421"/>
            <a:ext cx="5955308" cy="68954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122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4615" y="1753271"/>
            <a:ext cx="6144986" cy="803274"/>
          </a:xfrm>
        </p:spPr>
        <p:txBody>
          <a:bodyPr lIns="0" tIns="0" rIns="0" bIns="0" anchor="ctr">
            <a:normAutofit/>
          </a:bodyPr>
          <a:lstStyle>
            <a:lvl1pPr algn="l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</a:t>
            </a:r>
            <a:endParaRPr lang="id-ID" dirty="0"/>
          </a:p>
        </p:txBody>
      </p:sp>
      <p:sp>
        <p:nvSpPr>
          <p:cNvPr id="11" name="Shape 1272"/>
          <p:cNvSpPr/>
          <p:nvPr userDrawn="1"/>
        </p:nvSpPr>
        <p:spPr>
          <a:xfrm>
            <a:off x="6749526" y="-23400"/>
            <a:ext cx="154598" cy="700621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841023" y="-23400"/>
            <a:ext cx="5350977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048683" y="3141026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034615" y="2463167"/>
            <a:ext cx="5714911" cy="470533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916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9" grpId="0" animBg="1"/>
      <p:bldP spid="1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92465" y="2282458"/>
            <a:ext cx="6144986" cy="803274"/>
          </a:xfrm>
        </p:spPr>
        <p:txBody>
          <a:bodyPr lIns="0" tIns="0" rIns="0" bIns="0" anchor="ctr">
            <a:normAutofit/>
          </a:bodyPr>
          <a:lstStyle>
            <a:lvl1pPr algn="l"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</a:t>
            </a:r>
            <a:endParaRPr lang="id-ID" dirty="0"/>
          </a:p>
        </p:txBody>
      </p:sp>
      <p:sp>
        <p:nvSpPr>
          <p:cNvPr id="11" name="Shape 1272"/>
          <p:cNvSpPr/>
          <p:nvPr userDrawn="1"/>
        </p:nvSpPr>
        <p:spPr>
          <a:xfrm>
            <a:off x="5350977" y="1"/>
            <a:ext cx="154598" cy="700621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350977" cy="6857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706533" y="3670213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6692465" y="2992354"/>
            <a:ext cx="6144986" cy="470533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5920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9" grpId="0" animBg="1"/>
      <p:bldP spid="1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9125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375026"/>
            <a:ext cx="9144000" cy="930274"/>
          </a:xfrm>
        </p:spPr>
        <p:txBody>
          <a:bodyPr anchor="ctr">
            <a:noAutofit/>
          </a:bodyPr>
          <a:lstStyle>
            <a:lvl1pPr algn="ctr">
              <a:defRPr sz="675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6909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042209-65B9-4CEA-A744-4EBF7FF81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C21A68-70CF-447A-8F21-3C59C4F96FE1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367"/>
            <a:ext cx="10515600" cy="47575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740393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68833"/>
            <a:ext cx="10515600" cy="2852737"/>
          </a:xfrm>
        </p:spPr>
        <p:txBody>
          <a:bodyPr anchor="b">
            <a:normAutofit/>
          </a:bodyPr>
          <a:lstStyle>
            <a:lvl1pPr algn="l">
              <a:lnSpc>
                <a:spcPts val="8500"/>
              </a:lnSpc>
              <a:defRPr sz="9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227513"/>
            <a:ext cx="7912100" cy="1500187"/>
          </a:xfrm>
        </p:spPr>
        <p:txBody>
          <a:bodyPr>
            <a:norm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143330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9F49AA-18D2-4385-AFFA-34A8274B9883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E2168-7D1E-4AE6-8207-DE065C7072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771" y="1144589"/>
            <a:ext cx="12191999" cy="57134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458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87606"/>
            <a:ext cx="5181600" cy="46893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87606"/>
            <a:ext cx="5181600" cy="46893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242877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45A4B80-DDEE-48FC-A40C-86F2352DF6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D4CC9CBA-0CAF-46D2-95BB-8A48F3085637}"/>
              </a:ext>
            </a:extLst>
          </p:cNvPr>
          <p:cNvSpPr/>
          <p:nvPr userDrawn="1"/>
        </p:nvSpPr>
        <p:spPr>
          <a:xfrm>
            <a:off x="6321473" y="1278783"/>
            <a:ext cx="5429252" cy="87144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9C5A3"/>
              </a:gs>
              <a:gs pos="100000">
                <a:srgbClr val="2A1C5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DB Helvethaica X 55" panose="02000506090000020004" pitchFamily="2" charset="-34"/>
              <a:cs typeface="DB Helvethaica X 55" panose="02000506090000020004" pitchFamily="2" charset="-34"/>
            </a:endParaRPr>
          </a:p>
        </p:txBody>
      </p:sp>
      <p:sp>
        <p:nvSpPr>
          <p:cNvPr id="12" name="Rounded Rectangle 17">
            <a:extLst>
              <a:ext uri="{FF2B5EF4-FFF2-40B4-BE49-F238E27FC236}">
                <a16:creationId xmlns:a16="http://schemas.microsoft.com/office/drawing/2014/main" id="{8369D1A8-BAB6-43B1-A3B2-45700C4C5E41}"/>
              </a:ext>
            </a:extLst>
          </p:cNvPr>
          <p:cNvSpPr/>
          <p:nvPr userDrawn="1"/>
        </p:nvSpPr>
        <p:spPr>
          <a:xfrm>
            <a:off x="436728" y="1296427"/>
            <a:ext cx="5579946" cy="85380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9C5A3"/>
              </a:gs>
              <a:gs pos="100000">
                <a:srgbClr val="2A1C5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bg1"/>
              </a:solidFill>
              <a:latin typeface="DB Helvethaica X 55" panose="02000506090000020004" pitchFamily="2" charset="-34"/>
              <a:cs typeface="DB Helvethaica X 55" panose="02000506090000020004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CBD94E-F1BA-4E55-9B62-73F6C769B6A8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"/>
            <a:ext cx="10515600" cy="1144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94556"/>
            <a:ext cx="4905918" cy="557074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476" y="2275529"/>
            <a:ext cx="5312796" cy="3900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7535" y="1380909"/>
            <a:ext cx="4907507" cy="625313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45156" y="2289177"/>
            <a:ext cx="5183188" cy="3900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6418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E3F168-2E4D-4EF4-A7D3-0D1C4A0FD5CB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489200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249735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37252" y="133262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2851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7116" y="1087336"/>
            <a:ext cx="5042608" cy="677586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54714" y="3699023"/>
            <a:ext cx="193030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7754714" y="4011860"/>
            <a:ext cx="1929316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061690" y="763274"/>
            <a:ext cx="5028034" cy="322848"/>
          </a:xfrm>
        </p:spPr>
        <p:txBody>
          <a:bodyPr anchor="ctr">
            <a:normAutofit/>
          </a:bodyPr>
          <a:lstStyle>
            <a:lvl1pPr marL="0" indent="0" algn="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178456" y="2560272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0089381" y="2559524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178456" y="4564365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0089381" y="4563617"/>
            <a:ext cx="1082675" cy="108267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684029" y="3700182"/>
            <a:ext cx="1894051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754714" y="5689432"/>
            <a:ext cx="193030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684029" y="5692178"/>
            <a:ext cx="189405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684029" y="4010646"/>
            <a:ext cx="1894051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7754714" y="6013787"/>
            <a:ext cx="1929316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684028" y="6009923"/>
            <a:ext cx="1894051" cy="21897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453618" y="0"/>
            <a:ext cx="7645681" cy="6964378"/>
            <a:chOff x="-399111" y="-23641"/>
            <a:chExt cx="7645681" cy="6964378"/>
          </a:xfrm>
        </p:grpSpPr>
        <p:sp>
          <p:nvSpPr>
            <p:cNvPr id="22" name="Shape 6929"/>
            <p:cNvSpPr/>
            <p:nvPr/>
          </p:nvSpPr>
          <p:spPr>
            <a:xfrm>
              <a:off x="-28361" y="3594038"/>
              <a:ext cx="7217172" cy="3346699"/>
            </a:xfrm>
            <a:prstGeom prst="rect">
              <a:avLst/>
            </a:prstGeom>
            <a:solidFill>
              <a:srgbClr val="53C3CB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>
                <a:defRPr>
                  <a:solidFill>
                    <a:srgbClr val="A4C4FF"/>
                  </a:solidFill>
                </a:defRPr>
              </a:pPr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Shape 6930"/>
            <p:cNvSpPr/>
            <p:nvPr/>
          </p:nvSpPr>
          <p:spPr>
            <a:xfrm>
              <a:off x="-399111" y="-23641"/>
              <a:ext cx="7645681" cy="5424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964"/>
                  </a:moveTo>
                  <a:lnTo>
                    <a:pt x="0" y="16964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137" y="0"/>
                  </a:lnTo>
                  <a:cubicBezTo>
                    <a:pt x="337" y="163"/>
                    <a:pt x="499" y="130"/>
                    <a:pt x="717" y="242"/>
                  </a:cubicBezTo>
                  <a:cubicBezTo>
                    <a:pt x="997" y="387"/>
                    <a:pt x="1102" y="744"/>
                    <a:pt x="1403" y="744"/>
                  </a:cubicBezTo>
                  <a:cubicBezTo>
                    <a:pt x="1581" y="744"/>
                    <a:pt x="1554" y="299"/>
                    <a:pt x="1733" y="299"/>
                  </a:cubicBezTo>
                  <a:cubicBezTo>
                    <a:pt x="1914" y="299"/>
                    <a:pt x="2012" y="410"/>
                    <a:pt x="2194" y="410"/>
                  </a:cubicBezTo>
                  <a:cubicBezTo>
                    <a:pt x="2306" y="410"/>
                    <a:pt x="2372" y="372"/>
                    <a:pt x="2484" y="372"/>
                  </a:cubicBezTo>
                  <a:cubicBezTo>
                    <a:pt x="2732" y="372"/>
                    <a:pt x="2824" y="669"/>
                    <a:pt x="2972" y="949"/>
                  </a:cubicBezTo>
                  <a:cubicBezTo>
                    <a:pt x="3015" y="1030"/>
                    <a:pt x="3031" y="1116"/>
                    <a:pt x="3091" y="1172"/>
                  </a:cubicBezTo>
                  <a:cubicBezTo>
                    <a:pt x="3210" y="1288"/>
                    <a:pt x="3433" y="1172"/>
                    <a:pt x="3433" y="1375"/>
                  </a:cubicBezTo>
                  <a:cubicBezTo>
                    <a:pt x="3433" y="1566"/>
                    <a:pt x="3381" y="1668"/>
                    <a:pt x="3381" y="1860"/>
                  </a:cubicBezTo>
                  <a:cubicBezTo>
                    <a:pt x="3381" y="2073"/>
                    <a:pt x="3503" y="2149"/>
                    <a:pt x="3566" y="2343"/>
                  </a:cubicBezTo>
                  <a:cubicBezTo>
                    <a:pt x="3674" y="2682"/>
                    <a:pt x="3711" y="3106"/>
                    <a:pt x="3974" y="3106"/>
                  </a:cubicBezTo>
                  <a:cubicBezTo>
                    <a:pt x="4149" y="3106"/>
                    <a:pt x="4159" y="2788"/>
                    <a:pt x="4186" y="2548"/>
                  </a:cubicBezTo>
                  <a:cubicBezTo>
                    <a:pt x="4209" y="2343"/>
                    <a:pt x="4337" y="2282"/>
                    <a:pt x="4384" y="2082"/>
                  </a:cubicBezTo>
                  <a:cubicBezTo>
                    <a:pt x="4496" y="2560"/>
                    <a:pt x="4835" y="2594"/>
                    <a:pt x="5175" y="2732"/>
                  </a:cubicBezTo>
                  <a:cubicBezTo>
                    <a:pt x="5416" y="2830"/>
                    <a:pt x="5521" y="3026"/>
                    <a:pt x="5755" y="3160"/>
                  </a:cubicBezTo>
                  <a:cubicBezTo>
                    <a:pt x="5712" y="3350"/>
                    <a:pt x="5636" y="3444"/>
                    <a:pt x="5636" y="3643"/>
                  </a:cubicBezTo>
                  <a:cubicBezTo>
                    <a:pt x="5636" y="4057"/>
                    <a:pt x="5627" y="4372"/>
                    <a:pt x="5834" y="4665"/>
                  </a:cubicBezTo>
                  <a:cubicBezTo>
                    <a:pt x="5982" y="4875"/>
                    <a:pt x="6270" y="4827"/>
                    <a:pt x="6270" y="5126"/>
                  </a:cubicBezTo>
                  <a:lnTo>
                    <a:pt x="6270" y="5396"/>
                  </a:lnTo>
                  <a:cubicBezTo>
                    <a:pt x="6270" y="5586"/>
                    <a:pt x="6457" y="5563"/>
                    <a:pt x="6586" y="5613"/>
                  </a:cubicBezTo>
                  <a:cubicBezTo>
                    <a:pt x="6796" y="5699"/>
                    <a:pt x="6876" y="5897"/>
                    <a:pt x="7061" y="6060"/>
                  </a:cubicBezTo>
                  <a:cubicBezTo>
                    <a:pt x="7374" y="6334"/>
                    <a:pt x="7595" y="6468"/>
                    <a:pt x="7786" y="6915"/>
                  </a:cubicBezTo>
                  <a:cubicBezTo>
                    <a:pt x="7845" y="7059"/>
                    <a:pt x="7958" y="7074"/>
                    <a:pt x="8023" y="7212"/>
                  </a:cubicBezTo>
                  <a:cubicBezTo>
                    <a:pt x="8211" y="7613"/>
                    <a:pt x="8303" y="7891"/>
                    <a:pt x="8577" y="8180"/>
                  </a:cubicBezTo>
                  <a:cubicBezTo>
                    <a:pt x="8802" y="8416"/>
                    <a:pt x="8903" y="8719"/>
                    <a:pt x="9184" y="8719"/>
                  </a:cubicBezTo>
                  <a:cubicBezTo>
                    <a:pt x="9247" y="8719"/>
                    <a:pt x="9256" y="8610"/>
                    <a:pt x="9316" y="8587"/>
                  </a:cubicBezTo>
                  <a:cubicBezTo>
                    <a:pt x="9431" y="8541"/>
                    <a:pt x="9514" y="8593"/>
                    <a:pt x="9633" y="8552"/>
                  </a:cubicBezTo>
                  <a:cubicBezTo>
                    <a:pt x="9606" y="8401"/>
                    <a:pt x="9540" y="8332"/>
                    <a:pt x="9540" y="8180"/>
                  </a:cubicBezTo>
                  <a:cubicBezTo>
                    <a:pt x="9540" y="7830"/>
                    <a:pt x="9768" y="7584"/>
                    <a:pt x="10015" y="7584"/>
                  </a:cubicBezTo>
                  <a:cubicBezTo>
                    <a:pt x="10222" y="7584"/>
                    <a:pt x="10334" y="7695"/>
                    <a:pt x="10542" y="7695"/>
                  </a:cubicBezTo>
                  <a:cubicBezTo>
                    <a:pt x="10664" y="7695"/>
                    <a:pt x="10710" y="7528"/>
                    <a:pt x="10832" y="7528"/>
                  </a:cubicBezTo>
                  <a:cubicBezTo>
                    <a:pt x="11215" y="7528"/>
                    <a:pt x="11308" y="8198"/>
                    <a:pt x="11690" y="8198"/>
                  </a:cubicBezTo>
                  <a:cubicBezTo>
                    <a:pt x="11736" y="8198"/>
                    <a:pt x="11749" y="8104"/>
                    <a:pt x="11796" y="8104"/>
                  </a:cubicBezTo>
                  <a:cubicBezTo>
                    <a:pt x="11914" y="8104"/>
                    <a:pt x="11967" y="8234"/>
                    <a:pt x="12086" y="8234"/>
                  </a:cubicBezTo>
                  <a:cubicBezTo>
                    <a:pt x="12158" y="8234"/>
                    <a:pt x="12198" y="8180"/>
                    <a:pt x="12270" y="8180"/>
                  </a:cubicBezTo>
                  <a:cubicBezTo>
                    <a:pt x="12353" y="8180"/>
                    <a:pt x="12379" y="8286"/>
                    <a:pt x="12455" y="8328"/>
                  </a:cubicBezTo>
                  <a:cubicBezTo>
                    <a:pt x="12630" y="8430"/>
                    <a:pt x="12755" y="8401"/>
                    <a:pt x="12947" y="8401"/>
                  </a:cubicBezTo>
                  <a:lnTo>
                    <a:pt x="13048" y="8401"/>
                  </a:lnTo>
                  <a:lnTo>
                    <a:pt x="13048" y="8215"/>
                  </a:lnTo>
                  <a:cubicBezTo>
                    <a:pt x="13084" y="8198"/>
                    <a:pt x="13102" y="8142"/>
                    <a:pt x="13141" y="8142"/>
                  </a:cubicBezTo>
                  <a:cubicBezTo>
                    <a:pt x="13193" y="8142"/>
                    <a:pt x="13223" y="8180"/>
                    <a:pt x="13276" y="8180"/>
                  </a:cubicBezTo>
                  <a:cubicBezTo>
                    <a:pt x="13336" y="8180"/>
                    <a:pt x="13371" y="8161"/>
                    <a:pt x="13431" y="8161"/>
                  </a:cubicBezTo>
                  <a:cubicBezTo>
                    <a:pt x="13559" y="8161"/>
                    <a:pt x="13603" y="8324"/>
                    <a:pt x="13721" y="8382"/>
                  </a:cubicBezTo>
                  <a:cubicBezTo>
                    <a:pt x="14021" y="8541"/>
                    <a:pt x="14192" y="8700"/>
                    <a:pt x="14512" y="8700"/>
                  </a:cubicBezTo>
                  <a:cubicBezTo>
                    <a:pt x="14664" y="8700"/>
                    <a:pt x="14628" y="8340"/>
                    <a:pt x="14776" y="8290"/>
                  </a:cubicBezTo>
                  <a:cubicBezTo>
                    <a:pt x="15204" y="8142"/>
                    <a:pt x="15445" y="7993"/>
                    <a:pt x="15883" y="7993"/>
                  </a:cubicBezTo>
                  <a:cubicBezTo>
                    <a:pt x="16247" y="7993"/>
                    <a:pt x="16488" y="8063"/>
                    <a:pt x="16781" y="8363"/>
                  </a:cubicBezTo>
                  <a:cubicBezTo>
                    <a:pt x="17005" y="8593"/>
                    <a:pt x="16965" y="8951"/>
                    <a:pt x="16965" y="9346"/>
                  </a:cubicBezTo>
                  <a:lnTo>
                    <a:pt x="16965" y="9726"/>
                  </a:lnTo>
                  <a:cubicBezTo>
                    <a:pt x="16965" y="10288"/>
                    <a:pt x="17308" y="10516"/>
                    <a:pt x="17308" y="11078"/>
                  </a:cubicBezTo>
                  <a:cubicBezTo>
                    <a:pt x="17308" y="11195"/>
                    <a:pt x="17268" y="11260"/>
                    <a:pt x="17268" y="11377"/>
                  </a:cubicBezTo>
                  <a:cubicBezTo>
                    <a:pt x="17268" y="11572"/>
                    <a:pt x="17420" y="11613"/>
                    <a:pt x="17546" y="11691"/>
                  </a:cubicBezTo>
                  <a:cubicBezTo>
                    <a:pt x="17773" y="11837"/>
                    <a:pt x="17915" y="11963"/>
                    <a:pt x="18140" y="12119"/>
                  </a:cubicBezTo>
                  <a:lnTo>
                    <a:pt x="21600" y="14542"/>
                  </a:lnTo>
                  <a:lnTo>
                    <a:pt x="21600" y="14542"/>
                  </a:lnTo>
                  <a:cubicBezTo>
                    <a:pt x="21581" y="14659"/>
                    <a:pt x="21523" y="14759"/>
                    <a:pt x="21436" y="14759"/>
                  </a:cubicBezTo>
                  <a:cubicBezTo>
                    <a:pt x="21308" y="14759"/>
                    <a:pt x="21249" y="14611"/>
                    <a:pt x="21198" y="14443"/>
                  </a:cubicBezTo>
                  <a:cubicBezTo>
                    <a:pt x="21153" y="14481"/>
                    <a:pt x="21123" y="14517"/>
                    <a:pt x="21067" y="14517"/>
                  </a:cubicBezTo>
                  <a:cubicBezTo>
                    <a:pt x="20879" y="14255"/>
                    <a:pt x="20890" y="14326"/>
                    <a:pt x="21067" y="14797"/>
                  </a:cubicBezTo>
                  <a:cubicBezTo>
                    <a:pt x="21067" y="15317"/>
                    <a:pt x="20669" y="15438"/>
                    <a:pt x="20328" y="15633"/>
                  </a:cubicBezTo>
                  <a:lnTo>
                    <a:pt x="20249" y="15614"/>
                  </a:lnTo>
                  <a:cubicBezTo>
                    <a:pt x="20098" y="15666"/>
                    <a:pt x="20009" y="15689"/>
                    <a:pt x="19853" y="15689"/>
                  </a:cubicBezTo>
                  <a:cubicBezTo>
                    <a:pt x="19738" y="15689"/>
                    <a:pt x="19680" y="15614"/>
                    <a:pt x="19563" y="15614"/>
                  </a:cubicBezTo>
                  <a:cubicBezTo>
                    <a:pt x="19498" y="15614"/>
                    <a:pt x="19471" y="15689"/>
                    <a:pt x="19405" y="15689"/>
                  </a:cubicBezTo>
                  <a:cubicBezTo>
                    <a:pt x="19339" y="15689"/>
                    <a:pt x="19313" y="15614"/>
                    <a:pt x="19247" y="15614"/>
                  </a:cubicBezTo>
                  <a:cubicBezTo>
                    <a:pt x="18877" y="15614"/>
                    <a:pt x="18680" y="15837"/>
                    <a:pt x="18311" y="15837"/>
                  </a:cubicBezTo>
                  <a:cubicBezTo>
                    <a:pt x="18198" y="15837"/>
                    <a:pt x="18109" y="15815"/>
                    <a:pt x="18046" y="15689"/>
                  </a:cubicBezTo>
                  <a:cubicBezTo>
                    <a:pt x="17968" y="15883"/>
                    <a:pt x="17810" y="15842"/>
                    <a:pt x="17651" y="15875"/>
                  </a:cubicBezTo>
                  <a:cubicBezTo>
                    <a:pt x="17502" y="15902"/>
                    <a:pt x="17420" y="15986"/>
                    <a:pt x="17268" y="15986"/>
                  </a:cubicBezTo>
                  <a:cubicBezTo>
                    <a:pt x="17203" y="15986"/>
                    <a:pt x="17203" y="15871"/>
                    <a:pt x="17163" y="15800"/>
                  </a:cubicBezTo>
                  <a:cubicBezTo>
                    <a:pt x="17081" y="16084"/>
                    <a:pt x="16856" y="16118"/>
                    <a:pt x="16636" y="16118"/>
                  </a:cubicBezTo>
                  <a:cubicBezTo>
                    <a:pt x="16533" y="16118"/>
                    <a:pt x="16513" y="15911"/>
                    <a:pt x="16411" y="15911"/>
                  </a:cubicBezTo>
                  <a:cubicBezTo>
                    <a:pt x="16247" y="15911"/>
                    <a:pt x="16155" y="15959"/>
                    <a:pt x="15989" y="15986"/>
                  </a:cubicBezTo>
                  <a:cubicBezTo>
                    <a:pt x="15986" y="16042"/>
                    <a:pt x="15977" y="16076"/>
                    <a:pt x="15977" y="16130"/>
                  </a:cubicBezTo>
                  <a:cubicBezTo>
                    <a:pt x="15977" y="16289"/>
                    <a:pt x="16015" y="16381"/>
                    <a:pt x="16081" y="16506"/>
                  </a:cubicBezTo>
                  <a:cubicBezTo>
                    <a:pt x="15870" y="16678"/>
                    <a:pt x="15568" y="16669"/>
                    <a:pt x="15568" y="17014"/>
                  </a:cubicBezTo>
                  <a:cubicBezTo>
                    <a:pt x="15568" y="17041"/>
                    <a:pt x="15580" y="17056"/>
                    <a:pt x="15580" y="17083"/>
                  </a:cubicBezTo>
                  <a:cubicBezTo>
                    <a:pt x="15719" y="16985"/>
                    <a:pt x="15798" y="16912"/>
                    <a:pt x="15950" y="16860"/>
                  </a:cubicBezTo>
                  <a:cubicBezTo>
                    <a:pt x="15670" y="17255"/>
                    <a:pt x="15580" y="17547"/>
                    <a:pt x="15304" y="17938"/>
                  </a:cubicBezTo>
                  <a:cubicBezTo>
                    <a:pt x="15036" y="18314"/>
                    <a:pt x="14888" y="18538"/>
                    <a:pt x="14591" y="18849"/>
                  </a:cubicBezTo>
                  <a:cubicBezTo>
                    <a:pt x="14447" y="19002"/>
                    <a:pt x="14393" y="19161"/>
                    <a:pt x="14222" y="19238"/>
                  </a:cubicBezTo>
                  <a:cubicBezTo>
                    <a:pt x="13968" y="19355"/>
                    <a:pt x="13790" y="19276"/>
                    <a:pt x="13536" y="19407"/>
                  </a:cubicBezTo>
                  <a:cubicBezTo>
                    <a:pt x="13253" y="19556"/>
                    <a:pt x="13088" y="19704"/>
                    <a:pt x="12785" y="19704"/>
                  </a:cubicBezTo>
                  <a:cubicBezTo>
                    <a:pt x="12702" y="19704"/>
                    <a:pt x="12657" y="19696"/>
                    <a:pt x="12574" y="19713"/>
                  </a:cubicBezTo>
                  <a:cubicBezTo>
                    <a:pt x="12597" y="19936"/>
                    <a:pt x="12662" y="20043"/>
                    <a:pt x="12731" y="20243"/>
                  </a:cubicBezTo>
                  <a:cubicBezTo>
                    <a:pt x="12774" y="20369"/>
                    <a:pt x="12788" y="20540"/>
                    <a:pt x="12890" y="20540"/>
                  </a:cubicBezTo>
                  <a:cubicBezTo>
                    <a:pt x="13008" y="20540"/>
                    <a:pt x="13071" y="20452"/>
                    <a:pt x="13167" y="20354"/>
                  </a:cubicBezTo>
                  <a:cubicBezTo>
                    <a:pt x="13173" y="20415"/>
                    <a:pt x="13180" y="20448"/>
                    <a:pt x="13180" y="20509"/>
                  </a:cubicBezTo>
                  <a:cubicBezTo>
                    <a:pt x="13180" y="20935"/>
                    <a:pt x="13138" y="21171"/>
                    <a:pt x="13114" y="21600"/>
                  </a:cubicBezTo>
                  <a:cubicBezTo>
                    <a:pt x="12909" y="21498"/>
                    <a:pt x="12897" y="21228"/>
                    <a:pt x="12811" y="20950"/>
                  </a:cubicBezTo>
                  <a:cubicBezTo>
                    <a:pt x="12731" y="20693"/>
                    <a:pt x="12626" y="20559"/>
                    <a:pt x="12626" y="20281"/>
                  </a:cubicBezTo>
                  <a:cubicBezTo>
                    <a:pt x="12445" y="20239"/>
                    <a:pt x="12358" y="20114"/>
                    <a:pt x="12178" y="20114"/>
                  </a:cubicBezTo>
                  <a:cubicBezTo>
                    <a:pt x="12032" y="20114"/>
                    <a:pt x="12066" y="20398"/>
                    <a:pt x="12032" y="20597"/>
                  </a:cubicBezTo>
                  <a:cubicBezTo>
                    <a:pt x="11897" y="20423"/>
                    <a:pt x="11881" y="20252"/>
                    <a:pt x="11796" y="20020"/>
                  </a:cubicBezTo>
                  <a:cubicBezTo>
                    <a:pt x="11753" y="19905"/>
                    <a:pt x="11663" y="19871"/>
                    <a:pt x="11663" y="19742"/>
                  </a:cubicBezTo>
                  <a:cubicBezTo>
                    <a:pt x="11663" y="19681"/>
                    <a:pt x="11719" y="19677"/>
                    <a:pt x="11756" y="19648"/>
                  </a:cubicBezTo>
                  <a:cubicBezTo>
                    <a:pt x="11729" y="19527"/>
                    <a:pt x="11742" y="19351"/>
                    <a:pt x="11650" y="19351"/>
                  </a:cubicBezTo>
                  <a:cubicBezTo>
                    <a:pt x="11515" y="19351"/>
                    <a:pt x="11466" y="19508"/>
                    <a:pt x="11334" y="19556"/>
                  </a:cubicBezTo>
                  <a:cubicBezTo>
                    <a:pt x="11258" y="19593"/>
                    <a:pt x="11231" y="19612"/>
                    <a:pt x="11148" y="19612"/>
                  </a:cubicBezTo>
                  <a:cubicBezTo>
                    <a:pt x="11000" y="19612"/>
                    <a:pt x="10988" y="19370"/>
                    <a:pt x="10899" y="19203"/>
                  </a:cubicBezTo>
                  <a:cubicBezTo>
                    <a:pt x="10799" y="19017"/>
                    <a:pt x="10648" y="18937"/>
                    <a:pt x="10648" y="18701"/>
                  </a:cubicBezTo>
                  <a:cubicBezTo>
                    <a:pt x="10648" y="18598"/>
                    <a:pt x="10701" y="18546"/>
                    <a:pt x="10701" y="18446"/>
                  </a:cubicBezTo>
                  <a:cubicBezTo>
                    <a:pt x="10701" y="18413"/>
                    <a:pt x="10687" y="18398"/>
                    <a:pt x="10687" y="18367"/>
                  </a:cubicBezTo>
                  <a:lnTo>
                    <a:pt x="10636" y="18348"/>
                  </a:lnTo>
                  <a:cubicBezTo>
                    <a:pt x="10566" y="18379"/>
                    <a:pt x="10523" y="18389"/>
                    <a:pt x="10450" y="18402"/>
                  </a:cubicBezTo>
                  <a:lnTo>
                    <a:pt x="10186" y="18348"/>
                  </a:lnTo>
                  <a:cubicBezTo>
                    <a:pt x="10004" y="18375"/>
                    <a:pt x="9887" y="18375"/>
                    <a:pt x="9738" y="18513"/>
                  </a:cubicBezTo>
                  <a:cubicBezTo>
                    <a:pt x="9633" y="18618"/>
                    <a:pt x="9603" y="18793"/>
                    <a:pt x="9474" y="18793"/>
                  </a:cubicBezTo>
                  <a:cubicBezTo>
                    <a:pt x="9316" y="18793"/>
                    <a:pt x="9224" y="18569"/>
                    <a:pt x="9224" y="18348"/>
                  </a:cubicBezTo>
                  <a:cubicBezTo>
                    <a:pt x="9224" y="18120"/>
                    <a:pt x="9465" y="18212"/>
                    <a:pt x="9580" y="18049"/>
                  </a:cubicBezTo>
                  <a:cubicBezTo>
                    <a:pt x="9781" y="17767"/>
                    <a:pt x="9923" y="17539"/>
                    <a:pt x="9923" y="17138"/>
                  </a:cubicBezTo>
                  <a:cubicBezTo>
                    <a:pt x="9923" y="16828"/>
                    <a:pt x="9826" y="16640"/>
                    <a:pt x="9698" y="16396"/>
                  </a:cubicBezTo>
                  <a:cubicBezTo>
                    <a:pt x="9616" y="16237"/>
                    <a:pt x="9590" y="16024"/>
                    <a:pt x="9448" y="16024"/>
                  </a:cubicBezTo>
                  <a:cubicBezTo>
                    <a:pt x="9332" y="16024"/>
                    <a:pt x="9316" y="16210"/>
                    <a:pt x="9224" y="16302"/>
                  </a:cubicBezTo>
                  <a:cubicBezTo>
                    <a:pt x="9035" y="16494"/>
                    <a:pt x="8891" y="16525"/>
                    <a:pt x="8696" y="16711"/>
                  </a:cubicBezTo>
                  <a:cubicBezTo>
                    <a:pt x="8584" y="16818"/>
                    <a:pt x="8511" y="16887"/>
                    <a:pt x="8419" y="17027"/>
                  </a:cubicBezTo>
                  <a:cubicBezTo>
                    <a:pt x="8359" y="17119"/>
                    <a:pt x="8248" y="17138"/>
                    <a:pt x="8248" y="17269"/>
                  </a:cubicBezTo>
                  <a:cubicBezTo>
                    <a:pt x="8248" y="17432"/>
                    <a:pt x="8383" y="17493"/>
                    <a:pt x="8498" y="17493"/>
                  </a:cubicBezTo>
                  <a:cubicBezTo>
                    <a:pt x="8673" y="17493"/>
                    <a:pt x="8749" y="17343"/>
                    <a:pt x="8907" y="17232"/>
                  </a:cubicBezTo>
                  <a:cubicBezTo>
                    <a:pt x="8930" y="17273"/>
                    <a:pt x="8960" y="17307"/>
                    <a:pt x="8960" y="17361"/>
                  </a:cubicBezTo>
                  <a:cubicBezTo>
                    <a:pt x="8960" y="17660"/>
                    <a:pt x="8722" y="17706"/>
                    <a:pt x="8538" y="17844"/>
                  </a:cubicBezTo>
                  <a:cubicBezTo>
                    <a:pt x="8168" y="18124"/>
                    <a:pt x="7974" y="18341"/>
                    <a:pt x="7588" y="18588"/>
                  </a:cubicBezTo>
                  <a:cubicBezTo>
                    <a:pt x="7199" y="18839"/>
                    <a:pt x="7116" y="19272"/>
                    <a:pt x="6771" y="19631"/>
                  </a:cubicBezTo>
                  <a:cubicBezTo>
                    <a:pt x="6681" y="19717"/>
                    <a:pt x="6589" y="19696"/>
                    <a:pt x="6506" y="19796"/>
                  </a:cubicBezTo>
                  <a:cubicBezTo>
                    <a:pt x="6371" y="19963"/>
                    <a:pt x="6411" y="20319"/>
                    <a:pt x="6230" y="20319"/>
                  </a:cubicBezTo>
                  <a:cubicBezTo>
                    <a:pt x="5956" y="20319"/>
                    <a:pt x="5870" y="19890"/>
                    <a:pt x="5596" y="19890"/>
                  </a:cubicBezTo>
                  <a:cubicBezTo>
                    <a:pt x="5564" y="19890"/>
                    <a:pt x="5550" y="19944"/>
                    <a:pt x="5517" y="19944"/>
                  </a:cubicBezTo>
                  <a:cubicBezTo>
                    <a:pt x="5277" y="19944"/>
                    <a:pt x="5204" y="19631"/>
                    <a:pt x="4990" y="19481"/>
                  </a:cubicBezTo>
                  <a:cubicBezTo>
                    <a:pt x="4775" y="19332"/>
                    <a:pt x="4598" y="19393"/>
                    <a:pt x="4410" y="19184"/>
                  </a:cubicBezTo>
                  <a:cubicBezTo>
                    <a:pt x="4037" y="18766"/>
                    <a:pt x="3869" y="18237"/>
                    <a:pt x="3394" y="18237"/>
                  </a:cubicBezTo>
                  <a:cubicBezTo>
                    <a:pt x="3206" y="18237"/>
                    <a:pt x="3120" y="18421"/>
                    <a:pt x="2932" y="18421"/>
                  </a:cubicBezTo>
                  <a:cubicBezTo>
                    <a:pt x="2837" y="18421"/>
                    <a:pt x="2810" y="18291"/>
                    <a:pt x="2734" y="18218"/>
                  </a:cubicBezTo>
                  <a:cubicBezTo>
                    <a:pt x="2481" y="17971"/>
                    <a:pt x="2306" y="17808"/>
                    <a:pt x="1996" y="17808"/>
                  </a:cubicBezTo>
                  <a:cubicBezTo>
                    <a:pt x="1911" y="17808"/>
                    <a:pt x="1868" y="17873"/>
                    <a:pt x="1785" y="17900"/>
                  </a:cubicBezTo>
                  <a:cubicBezTo>
                    <a:pt x="1666" y="17942"/>
                    <a:pt x="1495" y="17915"/>
                    <a:pt x="1495" y="18087"/>
                  </a:cubicBezTo>
                  <a:cubicBezTo>
                    <a:pt x="1495" y="18162"/>
                    <a:pt x="1535" y="18204"/>
                    <a:pt x="1535" y="18277"/>
                  </a:cubicBezTo>
                  <a:lnTo>
                    <a:pt x="1535" y="18421"/>
                  </a:lnTo>
                  <a:lnTo>
                    <a:pt x="1441" y="18421"/>
                  </a:lnTo>
                  <a:cubicBezTo>
                    <a:pt x="1155" y="18254"/>
                    <a:pt x="1060" y="17984"/>
                    <a:pt x="848" y="17660"/>
                  </a:cubicBezTo>
                  <a:cubicBezTo>
                    <a:pt x="589" y="17259"/>
                    <a:pt x="334" y="17039"/>
                    <a:pt x="0" y="16964"/>
                  </a:cubicBezTo>
                  <a:close/>
                  <a:moveTo>
                    <a:pt x="10318" y="18588"/>
                  </a:moveTo>
                  <a:cubicBezTo>
                    <a:pt x="10206" y="18626"/>
                    <a:pt x="10150" y="18720"/>
                    <a:pt x="10081" y="18849"/>
                  </a:cubicBezTo>
                  <a:cubicBezTo>
                    <a:pt x="10183" y="18849"/>
                    <a:pt x="10242" y="18864"/>
                    <a:pt x="10344" y="18849"/>
                  </a:cubicBezTo>
                  <a:cubicBezTo>
                    <a:pt x="10354" y="18762"/>
                    <a:pt x="10328" y="18678"/>
                    <a:pt x="10318" y="18588"/>
                  </a:cubicBezTo>
                  <a:cubicBezTo>
                    <a:pt x="10318" y="18588"/>
                    <a:pt x="10318" y="18588"/>
                    <a:pt x="10318" y="18588"/>
                  </a:cubicBezTo>
                  <a:close/>
                </a:path>
              </a:pathLst>
            </a:custGeom>
            <a:solidFill>
              <a:srgbClr val="E6E7EA"/>
            </a:solidFill>
            <a:ln w="6350">
              <a:solidFill>
                <a:srgbClr val="A6AAA9"/>
              </a:solidFill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3" name="Shape 6931"/>
            <p:cNvSpPr/>
            <p:nvPr/>
          </p:nvSpPr>
          <p:spPr>
            <a:xfrm>
              <a:off x="-244108" y="4493943"/>
              <a:ext cx="1393591" cy="2229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Warmambool</a:t>
              </a:r>
              <a:endPara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4" name="Shape 6932"/>
            <p:cNvSpPr/>
            <p:nvPr/>
          </p:nvSpPr>
          <p:spPr>
            <a:xfrm>
              <a:off x="4249266" y="4291171"/>
              <a:ext cx="1393591" cy="2495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Sale</a:t>
              </a:r>
            </a:p>
          </p:txBody>
        </p:sp>
        <p:sp>
          <p:nvSpPr>
            <p:cNvPr id="35" name="Shape 6933"/>
            <p:cNvSpPr/>
            <p:nvPr/>
          </p:nvSpPr>
          <p:spPr>
            <a:xfrm>
              <a:off x="2740636" y="1944515"/>
              <a:ext cx="898166" cy="2558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Echuca</a:t>
              </a:r>
            </a:p>
          </p:txBody>
        </p:sp>
        <p:sp>
          <p:nvSpPr>
            <p:cNvPr id="36" name="Shape 6934"/>
            <p:cNvSpPr/>
            <p:nvPr/>
          </p:nvSpPr>
          <p:spPr>
            <a:xfrm>
              <a:off x="3411387" y="2868251"/>
              <a:ext cx="852426" cy="2536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Shepparton</a:t>
              </a:r>
            </a:p>
          </p:txBody>
        </p:sp>
        <p:sp>
          <p:nvSpPr>
            <p:cNvPr id="37" name="Shape 6935"/>
            <p:cNvSpPr/>
            <p:nvPr/>
          </p:nvSpPr>
          <p:spPr>
            <a:xfrm>
              <a:off x="-85770" y="270927"/>
              <a:ext cx="1393591" cy="2421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Mildura</a:t>
              </a:r>
              <a:endPara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8" name="Shape 6936"/>
            <p:cNvSpPr/>
            <p:nvPr/>
          </p:nvSpPr>
          <p:spPr>
            <a:xfrm>
              <a:off x="585378" y="199406"/>
              <a:ext cx="79769" cy="7976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9" name="Shape 6937"/>
            <p:cNvSpPr/>
            <p:nvPr/>
          </p:nvSpPr>
          <p:spPr>
            <a:xfrm>
              <a:off x="642955" y="290008"/>
              <a:ext cx="5447402" cy="4682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14" y="16773"/>
                  </a:moveTo>
                  <a:lnTo>
                    <a:pt x="10010" y="17861"/>
                  </a:lnTo>
                  <a:lnTo>
                    <a:pt x="9909" y="18909"/>
                  </a:lnTo>
                  <a:lnTo>
                    <a:pt x="9592" y="19456"/>
                  </a:lnTo>
                  <a:lnTo>
                    <a:pt x="9857" y="19757"/>
                  </a:lnTo>
                  <a:lnTo>
                    <a:pt x="10326" y="19776"/>
                  </a:lnTo>
                  <a:lnTo>
                    <a:pt x="10837" y="19719"/>
                  </a:lnTo>
                  <a:lnTo>
                    <a:pt x="11182" y="20000"/>
                  </a:lnTo>
                  <a:lnTo>
                    <a:pt x="11268" y="20490"/>
                  </a:lnTo>
                  <a:lnTo>
                    <a:pt x="11651" y="20778"/>
                  </a:lnTo>
                  <a:lnTo>
                    <a:pt x="11990" y="20784"/>
                  </a:lnTo>
                  <a:cubicBezTo>
                    <a:pt x="12217" y="20792"/>
                    <a:pt x="12435" y="20882"/>
                    <a:pt x="12616" y="21041"/>
                  </a:cubicBezTo>
                  <a:cubicBezTo>
                    <a:pt x="12718" y="21131"/>
                    <a:pt x="12806" y="21242"/>
                    <a:pt x="12875" y="21368"/>
                  </a:cubicBezTo>
                  <a:lnTo>
                    <a:pt x="13344" y="21600"/>
                  </a:lnTo>
                  <a:lnTo>
                    <a:pt x="13473" y="21437"/>
                  </a:lnTo>
                  <a:lnTo>
                    <a:pt x="13738" y="21274"/>
                  </a:lnTo>
                  <a:lnTo>
                    <a:pt x="15010" y="20997"/>
                  </a:lnTo>
                  <a:lnTo>
                    <a:pt x="15683" y="20753"/>
                  </a:lnTo>
                  <a:lnTo>
                    <a:pt x="15974" y="20558"/>
                  </a:lnTo>
                  <a:lnTo>
                    <a:pt x="16367" y="20139"/>
                  </a:lnTo>
                  <a:cubicBezTo>
                    <a:pt x="16589" y="19972"/>
                    <a:pt x="16793" y="19777"/>
                    <a:pt x="16976" y="19555"/>
                  </a:cubicBezTo>
                  <a:cubicBezTo>
                    <a:pt x="17204" y="19279"/>
                    <a:pt x="17397" y="18966"/>
                    <a:pt x="17548" y="18626"/>
                  </a:cubicBezTo>
                  <a:cubicBezTo>
                    <a:pt x="17442" y="18493"/>
                    <a:pt x="17350" y="18346"/>
                    <a:pt x="17273" y="18187"/>
                  </a:cubicBezTo>
                  <a:cubicBezTo>
                    <a:pt x="17208" y="18053"/>
                    <a:pt x="17154" y="17909"/>
                    <a:pt x="17138" y="17756"/>
                  </a:cubicBezTo>
                  <a:cubicBezTo>
                    <a:pt x="17121" y="17594"/>
                    <a:pt x="17147" y="17429"/>
                    <a:pt x="17213" y="17285"/>
                  </a:cubicBezTo>
                  <a:lnTo>
                    <a:pt x="17807" y="16896"/>
                  </a:lnTo>
                  <a:lnTo>
                    <a:pt x="18821" y="16341"/>
                  </a:lnTo>
                  <a:lnTo>
                    <a:pt x="20482" y="16211"/>
                  </a:lnTo>
                  <a:lnTo>
                    <a:pt x="21015" y="16027"/>
                  </a:lnTo>
                  <a:lnTo>
                    <a:pt x="21600" y="15419"/>
                  </a:lnTo>
                  <a:lnTo>
                    <a:pt x="21097" y="14212"/>
                  </a:lnTo>
                  <a:cubicBezTo>
                    <a:pt x="20824" y="13909"/>
                    <a:pt x="20535" y="13625"/>
                    <a:pt x="20234" y="13361"/>
                  </a:cubicBezTo>
                  <a:cubicBezTo>
                    <a:pt x="19812" y="12992"/>
                    <a:pt x="19363" y="12661"/>
                    <a:pt x="19001" y="12214"/>
                  </a:cubicBezTo>
                  <a:cubicBezTo>
                    <a:pt x="18775" y="11936"/>
                    <a:pt x="18588" y="11618"/>
                    <a:pt x="18447" y="11272"/>
                  </a:cubicBezTo>
                  <a:lnTo>
                    <a:pt x="18340" y="10743"/>
                  </a:lnTo>
                  <a:cubicBezTo>
                    <a:pt x="18276" y="10522"/>
                    <a:pt x="18194" y="10309"/>
                    <a:pt x="18095" y="10107"/>
                  </a:cubicBezTo>
                  <a:cubicBezTo>
                    <a:pt x="17971" y="9856"/>
                    <a:pt x="17821" y="9623"/>
                    <a:pt x="17636" y="9430"/>
                  </a:cubicBezTo>
                  <a:cubicBezTo>
                    <a:pt x="17350" y="9133"/>
                    <a:pt x="16994" y="8945"/>
                    <a:pt x="16613" y="8891"/>
                  </a:cubicBezTo>
                  <a:cubicBezTo>
                    <a:pt x="16369" y="8847"/>
                    <a:pt x="16124" y="8812"/>
                    <a:pt x="15879" y="8786"/>
                  </a:cubicBezTo>
                  <a:cubicBezTo>
                    <a:pt x="15471" y="8741"/>
                    <a:pt x="15062" y="8721"/>
                    <a:pt x="14653" y="8724"/>
                  </a:cubicBezTo>
                  <a:lnTo>
                    <a:pt x="14335" y="8589"/>
                  </a:lnTo>
                  <a:cubicBezTo>
                    <a:pt x="14174" y="8519"/>
                    <a:pt x="14011" y="8461"/>
                    <a:pt x="13845" y="8414"/>
                  </a:cubicBezTo>
                  <a:cubicBezTo>
                    <a:pt x="13697" y="8372"/>
                    <a:pt x="13548" y="8339"/>
                    <a:pt x="13397" y="8315"/>
                  </a:cubicBezTo>
                  <a:cubicBezTo>
                    <a:pt x="13210" y="8280"/>
                    <a:pt x="13021" y="8256"/>
                    <a:pt x="12832" y="8241"/>
                  </a:cubicBezTo>
                  <a:cubicBezTo>
                    <a:pt x="12555" y="8220"/>
                    <a:pt x="12277" y="8220"/>
                    <a:pt x="12000" y="8241"/>
                  </a:cubicBezTo>
                  <a:lnTo>
                    <a:pt x="11723" y="8142"/>
                  </a:lnTo>
                  <a:cubicBezTo>
                    <a:pt x="11573" y="7999"/>
                    <a:pt x="11409" y="7877"/>
                    <a:pt x="11234" y="7781"/>
                  </a:cubicBezTo>
                  <a:cubicBezTo>
                    <a:pt x="10983" y="7643"/>
                    <a:pt x="10712" y="7558"/>
                    <a:pt x="10434" y="7530"/>
                  </a:cubicBezTo>
                  <a:lnTo>
                    <a:pt x="10053" y="7869"/>
                  </a:lnTo>
                  <a:cubicBezTo>
                    <a:pt x="10042" y="8197"/>
                    <a:pt x="9900" y="8500"/>
                    <a:pt x="9669" y="8689"/>
                  </a:cubicBezTo>
                  <a:cubicBezTo>
                    <a:pt x="9528" y="8803"/>
                    <a:pt x="9362" y="8867"/>
                    <a:pt x="9190" y="8873"/>
                  </a:cubicBezTo>
                  <a:lnTo>
                    <a:pt x="8749" y="8948"/>
                  </a:lnTo>
                  <a:lnTo>
                    <a:pt x="7530" y="8215"/>
                  </a:lnTo>
                  <a:lnTo>
                    <a:pt x="7097" y="7703"/>
                  </a:lnTo>
                  <a:lnTo>
                    <a:pt x="6743" y="7090"/>
                  </a:lnTo>
                  <a:lnTo>
                    <a:pt x="6222" y="6252"/>
                  </a:lnTo>
                  <a:lnTo>
                    <a:pt x="5526" y="5616"/>
                  </a:lnTo>
                  <a:cubicBezTo>
                    <a:pt x="5359" y="5492"/>
                    <a:pt x="5189" y="5372"/>
                    <a:pt x="5017" y="5256"/>
                  </a:cubicBezTo>
                  <a:cubicBezTo>
                    <a:pt x="4667" y="5020"/>
                    <a:pt x="4309" y="4800"/>
                    <a:pt x="3944" y="4599"/>
                  </a:cubicBezTo>
                  <a:lnTo>
                    <a:pt x="3036" y="3525"/>
                  </a:lnTo>
                  <a:lnTo>
                    <a:pt x="2642" y="2540"/>
                  </a:lnTo>
                  <a:lnTo>
                    <a:pt x="2182" y="1704"/>
                  </a:lnTo>
                  <a:lnTo>
                    <a:pt x="1151" y="2074"/>
                  </a:lnTo>
                  <a:lnTo>
                    <a:pt x="282" y="1577"/>
                  </a:lnTo>
                  <a:lnTo>
                    <a:pt x="53" y="7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0" name="Shape 6938"/>
            <p:cNvSpPr/>
            <p:nvPr/>
          </p:nvSpPr>
          <p:spPr>
            <a:xfrm>
              <a:off x="3017922" y="3893927"/>
              <a:ext cx="1869624" cy="419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74"/>
                  </a:moveTo>
                  <a:lnTo>
                    <a:pt x="2731" y="0"/>
                  </a:lnTo>
                  <a:lnTo>
                    <a:pt x="4838" y="4786"/>
                  </a:lnTo>
                  <a:lnTo>
                    <a:pt x="6192" y="10331"/>
                  </a:lnTo>
                  <a:lnTo>
                    <a:pt x="8050" y="14629"/>
                  </a:lnTo>
                  <a:lnTo>
                    <a:pt x="9261" y="16197"/>
                  </a:lnTo>
                  <a:lnTo>
                    <a:pt x="11098" y="14804"/>
                  </a:lnTo>
                  <a:lnTo>
                    <a:pt x="13438" y="13234"/>
                  </a:lnTo>
                  <a:lnTo>
                    <a:pt x="15548" y="17243"/>
                  </a:lnTo>
                  <a:lnTo>
                    <a:pt x="16794" y="19857"/>
                  </a:lnTo>
                  <a:lnTo>
                    <a:pt x="18279" y="21600"/>
                  </a:lnTo>
                  <a:lnTo>
                    <a:pt x="20076" y="20554"/>
                  </a:lnTo>
                  <a:lnTo>
                    <a:pt x="21600" y="20032"/>
                  </a:lnTo>
                </a:path>
              </a:pathLst>
            </a:custGeom>
            <a:ln w="3175">
              <a:solidFill>
                <a:srgbClr val="A6AAA9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1" name="Shape 6939"/>
            <p:cNvSpPr/>
            <p:nvPr/>
          </p:nvSpPr>
          <p:spPr>
            <a:xfrm>
              <a:off x="2996411" y="2152322"/>
              <a:ext cx="1818840" cy="1748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600" extrusionOk="0">
                  <a:moveTo>
                    <a:pt x="0" y="21600"/>
                  </a:moveTo>
                  <a:lnTo>
                    <a:pt x="2025" y="19901"/>
                  </a:lnTo>
                  <a:lnTo>
                    <a:pt x="4212" y="19531"/>
                  </a:lnTo>
                  <a:cubicBezTo>
                    <a:pt x="4981" y="19625"/>
                    <a:pt x="5751" y="19712"/>
                    <a:pt x="6521" y="19794"/>
                  </a:cubicBezTo>
                  <a:cubicBezTo>
                    <a:pt x="7943" y="19946"/>
                    <a:pt x="9372" y="20078"/>
                    <a:pt x="10798" y="19963"/>
                  </a:cubicBezTo>
                  <a:cubicBezTo>
                    <a:pt x="11660" y="19893"/>
                    <a:pt x="12512" y="19734"/>
                    <a:pt x="13357" y="19545"/>
                  </a:cubicBezTo>
                  <a:cubicBezTo>
                    <a:pt x="14625" y="19262"/>
                    <a:pt x="15879" y="18914"/>
                    <a:pt x="17114" y="18500"/>
                  </a:cubicBezTo>
                  <a:lnTo>
                    <a:pt x="19211" y="16886"/>
                  </a:lnTo>
                  <a:lnTo>
                    <a:pt x="20596" y="14932"/>
                  </a:lnTo>
                  <a:cubicBezTo>
                    <a:pt x="21082" y="14471"/>
                    <a:pt x="21394" y="13844"/>
                    <a:pt x="21475" y="13164"/>
                  </a:cubicBezTo>
                  <a:cubicBezTo>
                    <a:pt x="21600" y="12131"/>
                    <a:pt x="21193" y="11142"/>
                    <a:pt x="20796" y="10189"/>
                  </a:cubicBezTo>
                  <a:cubicBezTo>
                    <a:pt x="20416" y="9276"/>
                    <a:pt x="20043" y="8360"/>
                    <a:pt x="19677" y="7441"/>
                  </a:cubicBezTo>
                  <a:cubicBezTo>
                    <a:pt x="19325" y="6905"/>
                    <a:pt x="19067" y="6307"/>
                    <a:pt x="18917" y="5676"/>
                  </a:cubicBezTo>
                  <a:cubicBezTo>
                    <a:pt x="18765" y="5035"/>
                    <a:pt x="18725" y="4369"/>
                    <a:pt x="18837" y="3719"/>
                  </a:cubicBezTo>
                  <a:cubicBezTo>
                    <a:pt x="18957" y="3025"/>
                    <a:pt x="19246" y="2375"/>
                    <a:pt x="19677" y="1831"/>
                  </a:cubicBezTo>
                  <a:lnTo>
                    <a:pt x="21449" y="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2" name="Shape 6940"/>
            <p:cNvSpPr/>
            <p:nvPr/>
          </p:nvSpPr>
          <p:spPr>
            <a:xfrm>
              <a:off x="2316444" y="2229318"/>
              <a:ext cx="640416" cy="17054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5922" y="20658"/>
                  </a:lnTo>
                  <a:lnTo>
                    <a:pt x="12111" y="18359"/>
                  </a:lnTo>
                  <a:lnTo>
                    <a:pt x="12186" y="16193"/>
                  </a:lnTo>
                  <a:lnTo>
                    <a:pt x="10386" y="14533"/>
                  </a:lnTo>
                  <a:cubicBezTo>
                    <a:pt x="9241" y="14113"/>
                    <a:pt x="8134" y="13680"/>
                    <a:pt x="7066" y="13233"/>
                  </a:cubicBezTo>
                  <a:cubicBezTo>
                    <a:pt x="5044" y="12387"/>
                    <a:pt x="3166" y="11494"/>
                    <a:pt x="1442" y="10559"/>
                  </a:cubicBezTo>
                  <a:lnTo>
                    <a:pt x="546" y="9314"/>
                  </a:lnTo>
                  <a:lnTo>
                    <a:pt x="0" y="7153"/>
                  </a:lnTo>
                  <a:lnTo>
                    <a:pt x="1146" y="4577"/>
                  </a:lnTo>
                  <a:lnTo>
                    <a:pt x="3302" y="3168"/>
                  </a:lnTo>
                  <a:lnTo>
                    <a:pt x="18613" y="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Shape 6941"/>
            <p:cNvSpPr/>
            <p:nvPr/>
          </p:nvSpPr>
          <p:spPr>
            <a:xfrm>
              <a:off x="468119" y="3669852"/>
              <a:ext cx="2510825" cy="809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419"/>
                  </a:moveTo>
                  <a:lnTo>
                    <a:pt x="18927" y="6607"/>
                  </a:lnTo>
                  <a:lnTo>
                    <a:pt x="16290" y="2959"/>
                  </a:lnTo>
                  <a:lnTo>
                    <a:pt x="14877" y="2226"/>
                  </a:lnTo>
                  <a:lnTo>
                    <a:pt x="13528" y="1694"/>
                  </a:lnTo>
                  <a:lnTo>
                    <a:pt x="12043" y="713"/>
                  </a:lnTo>
                  <a:lnTo>
                    <a:pt x="11002" y="259"/>
                  </a:lnTo>
                  <a:lnTo>
                    <a:pt x="9053" y="0"/>
                  </a:lnTo>
                  <a:lnTo>
                    <a:pt x="7633" y="3410"/>
                  </a:lnTo>
                  <a:cubicBezTo>
                    <a:pt x="7577" y="4538"/>
                    <a:pt x="7425" y="5598"/>
                    <a:pt x="7192" y="6481"/>
                  </a:cubicBezTo>
                  <a:cubicBezTo>
                    <a:pt x="6546" y="8929"/>
                    <a:pt x="5481" y="9532"/>
                    <a:pt x="4499" y="10361"/>
                  </a:cubicBezTo>
                  <a:cubicBezTo>
                    <a:pt x="3659" y="11071"/>
                    <a:pt x="2844" y="12034"/>
                    <a:pt x="2066" y="13239"/>
                  </a:cubicBezTo>
                  <a:lnTo>
                    <a:pt x="742" y="16667"/>
                  </a:lnTo>
                  <a:lnTo>
                    <a:pt x="111" y="18562"/>
                  </a:lnTo>
                  <a:lnTo>
                    <a:pt x="0" y="21600"/>
                  </a:ln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Shape 6942"/>
            <p:cNvSpPr/>
            <p:nvPr/>
          </p:nvSpPr>
          <p:spPr>
            <a:xfrm>
              <a:off x="545336" y="289815"/>
              <a:ext cx="2398396" cy="3698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4" h="21513" extrusionOk="0">
                  <a:moveTo>
                    <a:pt x="685" y="0"/>
                  </a:moveTo>
                  <a:lnTo>
                    <a:pt x="776" y="1788"/>
                  </a:lnTo>
                  <a:lnTo>
                    <a:pt x="1154" y="2849"/>
                  </a:lnTo>
                  <a:lnTo>
                    <a:pt x="1457" y="4088"/>
                  </a:lnTo>
                  <a:lnTo>
                    <a:pt x="1002" y="5622"/>
                  </a:lnTo>
                  <a:cubicBezTo>
                    <a:pt x="581" y="5981"/>
                    <a:pt x="285" y="6395"/>
                    <a:pt x="132" y="6835"/>
                  </a:cubicBezTo>
                  <a:cubicBezTo>
                    <a:pt x="-76" y="7435"/>
                    <a:pt x="-9" y="8056"/>
                    <a:pt x="128" y="8664"/>
                  </a:cubicBezTo>
                  <a:cubicBezTo>
                    <a:pt x="268" y="9288"/>
                    <a:pt x="481" y="9905"/>
                    <a:pt x="830" y="10494"/>
                  </a:cubicBezTo>
                  <a:cubicBezTo>
                    <a:pt x="1588" y="11769"/>
                    <a:pt x="2948" y="12857"/>
                    <a:pt x="4716" y="13601"/>
                  </a:cubicBezTo>
                  <a:lnTo>
                    <a:pt x="5809" y="14486"/>
                  </a:lnTo>
                  <a:lnTo>
                    <a:pt x="7114" y="15588"/>
                  </a:lnTo>
                  <a:lnTo>
                    <a:pt x="11937" y="19050"/>
                  </a:lnTo>
                  <a:lnTo>
                    <a:pt x="13117" y="19365"/>
                  </a:lnTo>
                  <a:lnTo>
                    <a:pt x="14847" y="19738"/>
                  </a:lnTo>
                  <a:lnTo>
                    <a:pt x="16119" y="19994"/>
                  </a:lnTo>
                  <a:lnTo>
                    <a:pt x="17636" y="20486"/>
                  </a:lnTo>
                  <a:cubicBezTo>
                    <a:pt x="17864" y="20805"/>
                    <a:pt x="18234" y="21072"/>
                    <a:pt x="18698" y="21253"/>
                  </a:cubicBezTo>
                  <a:cubicBezTo>
                    <a:pt x="19565" y="21591"/>
                    <a:pt x="20644" y="21600"/>
                    <a:pt x="21524" y="21277"/>
                  </a:cubicBezTo>
                </a:path>
              </a:pathLst>
            </a:custGeom>
            <a:ln w="3175">
              <a:solidFill>
                <a:schemeClr val="bg1">
                  <a:lumMod val="85000"/>
                </a:schemeClr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Shape 6943"/>
            <p:cNvSpPr/>
            <p:nvPr/>
          </p:nvSpPr>
          <p:spPr>
            <a:xfrm>
              <a:off x="2552232" y="3945279"/>
              <a:ext cx="852426" cy="22655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Melbourne</a:t>
              </a:r>
            </a:p>
          </p:txBody>
        </p:sp>
        <p:sp>
          <p:nvSpPr>
            <p:cNvPr id="46" name="Shape 6944"/>
            <p:cNvSpPr/>
            <p:nvPr/>
          </p:nvSpPr>
          <p:spPr>
            <a:xfrm>
              <a:off x="1629348" y="3031783"/>
              <a:ext cx="1393591" cy="2214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Bendigo</a:t>
              </a:r>
            </a:p>
          </p:txBody>
        </p:sp>
        <p:sp>
          <p:nvSpPr>
            <p:cNvPr id="47" name="Shape 6945"/>
            <p:cNvSpPr/>
            <p:nvPr/>
          </p:nvSpPr>
          <p:spPr>
            <a:xfrm>
              <a:off x="2300496" y="2960262"/>
              <a:ext cx="79770" cy="79770"/>
            </a:xfrm>
            <a:prstGeom prst="ellipse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8" name="Shape 6946"/>
            <p:cNvSpPr/>
            <p:nvPr/>
          </p:nvSpPr>
          <p:spPr>
            <a:xfrm>
              <a:off x="1410900" y="3727334"/>
              <a:ext cx="828288" cy="2317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Ballarat</a:t>
              </a:r>
            </a:p>
          </p:txBody>
        </p:sp>
        <p:sp>
          <p:nvSpPr>
            <p:cNvPr id="49" name="Shape 6947"/>
            <p:cNvSpPr/>
            <p:nvPr/>
          </p:nvSpPr>
          <p:spPr>
            <a:xfrm>
              <a:off x="4344375" y="2212853"/>
              <a:ext cx="828501" cy="2536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Albury</a:t>
              </a:r>
            </a:p>
          </p:txBody>
        </p:sp>
        <p:sp>
          <p:nvSpPr>
            <p:cNvPr id="50" name="Shape 6948"/>
            <p:cNvSpPr/>
            <p:nvPr/>
          </p:nvSpPr>
          <p:spPr>
            <a:xfrm>
              <a:off x="504243" y="3973456"/>
              <a:ext cx="2419603" cy="984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219"/>
                  </a:moveTo>
                  <a:lnTo>
                    <a:pt x="1062" y="11393"/>
                  </a:lnTo>
                  <a:lnTo>
                    <a:pt x="1964" y="11618"/>
                  </a:lnTo>
                  <a:lnTo>
                    <a:pt x="2712" y="11618"/>
                  </a:lnTo>
                  <a:lnTo>
                    <a:pt x="3771" y="12367"/>
                  </a:lnTo>
                  <a:lnTo>
                    <a:pt x="5120" y="14575"/>
                  </a:lnTo>
                  <a:cubicBezTo>
                    <a:pt x="5409" y="15265"/>
                    <a:pt x="5724" y="15885"/>
                    <a:pt x="6061" y="16428"/>
                  </a:cubicBezTo>
                  <a:cubicBezTo>
                    <a:pt x="6496" y="17129"/>
                    <a:pt x="6965" y="17695"/>
                    <a:pt x="7456" y="18114"/>
                  </a:cubicBezTo>
                  <a:cubicBezTo>
                    <a:pt x="7765" y="18173"/>
                    <a:pt x="8071" y="18270"/>
                    <a:pt x="8376" y="18404"/>
                  </a:cubicBezTo>
                  <a:cubicBezTo>
                    <a:pt x="8817" y="18598"/>
                    <a:pt x="9252" y="18870"/>
                    <a:pt x="9677" y="19218"/>
                  </a:cubicBezTo>
                  <a:lnTo>
                    <a:pt x="10481" y="20496"/>
                  </a:lnTo>
                  <a:lnTo>
                    <a:pt x="11262" y="21600"/>
                  </a:lnTo>
                  <a:lnTo>
                    <a:pt x="12084" y="20671"/>
                  </a:lnTo>
                  <a:lnTo>
                    <a:pt x="13169" y="18171"/>
                  </a:lnTo>
                  <a:lnTo>
                    <a:pt x="14231" y="16719"/>
                  </a:lnTo>
                  <a:lnTo>
                    <a:pt x="15198" y="16079"/>
                  </a:lnTo>
                  <a:lnTo>
                    <a:pt x="15884" y="15382"/>
                  </a:lnTo>
                  <a:lnTo>
                    <a:pt x="16730" y="14000"/>
                  </a:lnTo>
                  <a:lnTo>
                    <a:pt x="17358" y="13193"/>
                  </a:lnTo>
                  <a:lnTo>
                    <a:pt x="18441" y="11580"/>
                  </a:lnTo>
                  <a:lnTo>
                    <a:pt x="17942" y="8816"/>
                  </a:lnTo>
                  <a:lnTo>
                    <a:pt x="17421" y="7415"/>
                  </a:lnTo>
                  <a:lnTo>
                    <a:pt x="17563" y="4442"/>
                  </a:lnTo>
                  <a:lnTo>
                    <a:pt x="18318" y="3335"/>
                  </a:lnTo>
                  <a:lnTo>
                    <a:pt x="19145" y="2951"/>
                  </a:lnTo>
                  <a:lnTo>
                    <a:pt x="20044" y="2209"/>
                  </a:lnTo>
                  <a:lnTo>
                    <a:pt x="20659" y="1282"/>
                  </a:lnTo>
                  <a:lnTo>
                    <a:pt x="21600" y="0"/>
                  </a:lnTo>
                </a:path>
              </a:pathLst>
            </a:custGeom>
            <a:ln w="3175">
              <a:solidFill>
                <a:srgbClr val="A6AAA9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Shape 6949"/>
            <p:cNvSpPr/>
            <p:nvPr/>
          </p:nvSpPr>
          <p:spPr>
            <a:xfrm>
              <a:off x="1875480" y="4493943"/>
              <a:ext cx="1393591" cy="23235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Geelong</a:t>
              </a:r>
            </a:p>
          </p:txBody>
        </p:sp>
        <p:sp>
          <p:nvSpPr>
            <p:cNvPr id="52" name="Shape 6950"/>
            <p:cNvSpPr/>
            <p:nvPr/>
          </p:nvSpPr>
          <p:spPr>
            <a:xfrm>
              <a:off x="2546628" y="4422422"/>
              <a:ext cx="79769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3" name="Shape 6951"/>
            <p:cNvSpPr/>
            <p:nvPr/>
          </p:nvSpPr>
          <p:spPr>
            <a:xfrm>
              <a:off x="1584330" y="4673112"/>
              <a:ext cx="1393591" cy="2226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Lome</a:t>
              </a:r>
            </a:p>
          </p:txBody>
        </p:sp>
        <p:sp>
          <p:nvSpPr>
            <p:cNvPr id="54" name="Shape 6952"/>
            <p:cNvSpPr/>
            <p:nvPr/>
          </p:nvSpPr>
          <p:spPr>
            <a:xfrm>
              <a:off x="2255478" y="4601591"/>
              <a:ext cx="79770" cy="79769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Shape 6953"/>
            <p:cNvSpPr/>
            <p:nvPr/>
          </p:nvSpPr>
          <p:spPr>
            <a:xfrm>
              <a:off x="1114011" y="4964262"/>
              <a:ext cx="1393591" cy="2401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5400" tIns="25400" rIns="25400" bIns="25400" anchor="ctr"/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/>
              </a:lvl1pPr>
            </a:lstStyle>
            <a:p>
              <a:pPr algn="ctr"/>
              <a:r>
                <a:rPr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Apollo Bay</a:t>
              </a:r>
            </a:p>
          </p:txBody>
        </p:sp>
        <p:sp>
          <p:nvSpPr>
            <p:cNvPr id="56" name="Shape 6954"/>
            <p:cNvSpPr/>
            <p:nvPr/>
          </p:nvSpPr>
          <p:spPr>
            <a:xfrm>
              <a:off x="1785159" y="4892741"/>
              <a:ext cx="79770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7" name="Shape 6955"/>
            <p:cNvSpPr/>
            <p:nvPr/>
          </p:nvSpPr>
          <p:spPr>
            <a:xfrm>
              <a:off x="3151372" y="1885695"/>
              <a:ext cx="79770" cy="7976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8" name="Shape 6956"/>
            <p:cNvSpPr/>
            <p:nvPr/>
          </p:nvSpPr>
          <p:spPr>
            <a:xfrm>
              <a:off x="4720278" y="2154033"/>
              <a:ext cx="79769" cy="79769"/>
            </a:xfrm>
            <a:prstGeom prst="ellipse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9" name="Shape 6957"/>
            <p:cNvSpPr/>
            <p:nvPr/>
          </p:nvSpPr>
          <p:spPr>
            <a:xfrm>
              <a:off x="4906177" y="4222567"/>
              <a:ext cx="79769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0" name="Shape 6958"/>
            <p:cNvSpPr/>
            <p:nvPr/>
          </p:nvSpPr>
          <p:spPr>
            <a:xfrm>
              <a:off x="3811953" y="2796730"/>
              <a:ext cx="79770" cy="79769"/>
            </a:xfrm>
            <a:prstGeom prst="ellipse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1" name="Shape 6959"/>
            <p:cNvSpPr/>
            <p:nvPr/>
          </p:nvSpPr>
          <p:spPr>
            <a:xfrm>
              <a:off x="2938560" y="3904737"/>
              <a:ext cx="79770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2" name="Shape 6960"/>
            <p:cNvSpPr/>
            <p:nvPr/>
          </p:nvSpPr>
          <p:spPr>
            <a:xfrm>
              <a:off x="1799397" y="3655813"/>
              <a:ext cx="79769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Shape 6961"/>
            <p:cNvSpPr/>
            <p:nvPr/>
          </p:nvSpPr>
          <p:spPr>
            <a:xfrm>
              <a:off x="427040" y="4422422"/>
              <a:ext cx="79770" cy="79770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5" name="Group 6964"/>
          <p:cNvGrpSpPr/>
          <p:nvPr userDrawn="1"/>
        </p:nvGrpSpPr>
        <p:grpSpPr>
          <a:xfrm>
            <a:off x="2743697" y="1581682"/>
            <a:ext cx="898166" cy="236437"/>
            <a:chOff x="0" y="105"/>
            <a:chExt cx="1796331" cy="472873"/>
          </a:xfrm>
        </p:grpSpPr>
        <p:sp>
          <p:nvSpPr>
            <p:cNvPr id="66" name="Shape 6962"/>
            <p:cNvSpPr/>
            <p:nvPr/>
          </p:nvSpPr>
          <p:spPr>
            <a:xfrm>
              <a:off x="50704" y="26279"/>
              <a:ext cx="1694924" cy="420526"/>
            </a:xfrm>
            <a:prstGeom prst="roundRect">
              <a:avLst>
                <a:gd name="adj" fmla="val 612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7" name="Shape 6963"/>
            <p:cNvSpPr/>
            <p:nvPr/>
          </p:nvSpPr>
          <p:spPr>
            <a:xfrm>
              <a:off x="0" y="105"/>
              <a:ext cx="1796332" cy="4728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Adam</a:t>
              </a:r>
            </a:p>
          </p:txBody>
        </p:sp>
      </p:grpSp>
      <p:grpSp>
        <p:nvGrpSpPr>
          <p:cNvPr id="68" name="Group 6967"/>
          <p:cNvGrpSpPr/>
          <p:nvPr userDrawn="1"/>
        </p:nvGrpSpPr>
        <p:grpSpPr>
          <a:xfrm>
            <a:off x="4311080" y="1845512"/>
            <a:ext cx="898167" cy="243481"/>
            <a:chOff x="0" y="-2055"/>
            <a:chExt cx="1796331" cy="486959"/>
          </a:xfrm>
        </p:grpSpPr>
        <p:sp>
          <p:nvSpPr>
            <p:cNvPr id="69" name="Shape 6965"/>
            <p:cNvSpPr/>
            <p:nvPr/>
          </p:nvSpPr>
          <p:spPr>
            <a:xfrm>
              <a:off x="50704" y="64379"/>
              <a:ext cx="1694924" cy="420526"/>
            </a:xfrm>
            <a:prstGeom prst="roundRect">
              <a:avLst>
                <a:gd name="adj" fmla="val 6126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0" name="Shape 6966"/>
            <p:cNvSpPr/>
            <p:nvPr/>
          </p:nvSpPr>
          <p:spPr>
            <a:xfrm>
              <a:off x="0" y="-2056"/>
              <a:ext cx="1796332" cy="477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Angel</a:t>
              </a:r>
            </a:p>
          </p:txBody>
        </p:sp>
      </p:grpSp>
      <p:grpSp>
        <p:nvGrpSpPr>
          <p:cNvPr id="71" name="Group 6970"/>
          <p:cNvGrpSpPr/>
          <p:nvPr userDrawn="1"/>
        </p:nvGrpSpPr>
        <p:grpSpPr>
          <a:xfrm>
            <a:off x="4490628" y="3943149"/>
            <a:ext cx="898166" cy="226383"/>
            <a:chOff x="0" y="-4472"/>
            <a:chExt cx="1796331" cy="452764"/>
          </a:xfrm>
        </p:grpSpPr>
        <p:sp>
          <p:nvSpPr>
            <p:cNvPr id="72" name="Shape 6968"/>
            <p:cNvSpPr/>
            <p:nvPr/>
          </p:nvSpPr>
          <p:spPr>
            <a:xfrm>
              <a:off x="50703" y="27767"/>
              <a:ext cx="1694925" cy="420526"/>
            </a:xfrm>
            <a:prstGeom prst="roundRect">
              <a:avLst>
                <a:gd name="adj" fmla="val 6126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3" name="Shape 6969"/>
            <p:cNvSpPr/>
            <p:nvPr/>
          </p:nvSpPr>
          <p:spPr>
            <a:xfrm>
              <a:off x="0" y="-4473"/>
              <a:ext cx="1796332" cy="4342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Hulk</a:t>
              </a:r>
            </a:p>
          </p:txBody>
        </p:sp>
      </p:grpSp>
      <p:grpSp>
        <p:nvGrpSpPr>
          <p:cNvPr id="74" name="Group 6973"/>
          <p:cNvGrpSpPr/>
          <p:nvPr userDrawn="1"/>
        </p:nvGrpSpPr>
        <p:grpSpPr>
          <a:xfrm>
            <a:off x="2529362" y="3614859"/>
            <a:ext cx="898166" cy="241609"/>
            <a:chOff x="0" y="-56745"/>
            <a:chExt cx="1796331" cy="483216"/>
          </a:xfrm>
        </p:grpSpPr>
        <p:sp>
          <p:nvSpPr>
            <p:cNvPr id="75" name="Shape 6971"/>
            <p:cNvSpPr/>
            <p:nvPr/>
          </p:nvSpPr>
          <p:spPr>
            <a:xfrm>
              <a:off x="50704" y="0"/>
              <a:ext cx="1694924" cy="420526"/>
            </a:xfrm>
            <a:prstGeom prst="roundRect">
              <a:avLst>
                <a:gd name="adj" fmla="val 6126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algn="ctr"/>
              <a:endPara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6" name="Shape 6972"/>
            <p:cNvSpPr/>
            <p:nvPr/>
          </p:nvSpPr>
          <p:spPr>
            <a:xfrm>
              <a:off x="0" y="-56746"/>
              <a:ext cx="1796332" cy="483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25400" tIns="25400" rIns="25400" bIns="25400" numCol="1" anchor="ctr">
              <a:noAutofit/>
            </a:bodyPr>
            <a:lstStyle>
              <a:lvl1pPr>
                <a:lnSpc>
                  <a:spcPct val="120000"/>
                </a:lnSpc>
                <a:spcBef>
                  <a:spcPts val="4500"/>
                </a:spcBef>
                <a:defRPr sz="2000">
                  <a:solidFill>
                    <a:srgbClr val="FFFFFF"/>
                  </a:solidFill>
                </a:defRPr>
              </a:lvl1pPr>
            </a:lstStyle>
            <a:p>
              <a:pPr algn="ctr"/>
              <a:r>
                <a:rPr sz="10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936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animBg="1"/>
      <p:bldP spid="23" grpId="0" animBg="1"/>
      <p:bldP spid="24" grpId="0" animBg="1"/>
      <p:bldP spid="25" grpId="0" animBg="1"/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07013" y="2678793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298669" y="3284781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0" name="Shape 6842"/>
          <p:cNvSpPr/>
          <p:nvPr userDrawn="1"/>
        </p:nvSpPr>
        <p:spPr>
          <a:xfrm>
            <a:off x="-28361" y="-135564"/>
            <a:ext cx="6525364" cy="7076300"/>
          </a:xfrm>
          <a:prstGeom prst="rect">
            <a:avLst/>
          </a:prstGeom>
          <a:solidFill>
            <a:srgbClr val="53C3CB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>
              <a:defRPr>
                <a:solidFill>
                  <a:srgbClr val="A4C4FF"/>
                </a:solidFill>
              </a:defRPr>
            </a:pPr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6874"/>
          <p:cNvSpPr/>
          <p:nvPr userDrawn="1"/>
        </p:nvSpPr>
        <p:spPr>
          <a:xfrm rot="2700291">
            <a:off x="2319939" y="3898666"/>
            <a:ext cx="781072" cy="12138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7560" y="21600"/>
                </a:lnTo>
                <a:lnTo>
                  <a:pt x="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hape 6873"/>
          <p:cNvSpPr/>
          <p:nvPr userDrawn="1"/>
        </p:nvSpPr>
        <p:spPr>
          <a:xfrm>
            <a:off x="3031289" y="4979737"/>
            <a:ext cx="1902189" cy="351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>
              <a:lnSpc>
                <a:spcPct val="120000"/>
              </a:lnSpc>
              <a:defRPr sz="3500"/>
            </a:lvl1pPr>
          </a:lstStyle>
          <a:p>
            <a:pPr algn="ctr"/>
            <a:r>
              <a: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Australia Capital</a:t>
            </a:r>
          </a:p>
        </p:txBody>
      </p:sp>
      <p:grpSp>
        <p:nvGrpSpPr>
          <p:cNvPr id="16" name="Group 6847"/>
          <p:cNvGrpSpPr/>
          <p:nvPr userDrawn="1"/>
        </p:nvGrpSpPr>
        <p:grpSpPr>
          <a:xfrm>
            <a:off x="-1246" y="-477954"/>
            <a:ext cx="6041181" cy="5355033"/>
            <a:chOff x="0" y="0"/>
            <a:chExt cx="12082359" cy="10710063"/>
          </a:xfrm>
        </p:grpSpPr>
        <p:sp>
          <p:nvSpPr>
            <p:cNvPr id="17" name="Shape 6843"/>
            <p:cNvSpPr/>
            <p:nvPr/>
          </p:nvSpPr>
          <p:spPr>
            <a:xfrm>
              <a:off x="0" y="0"/>
              <a:ext cx="12082359" cy="10710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44" y="16028"/>
                  </a:moveTo>
                  <a:cubicBezTo>
                    <a:pt x="13814" y="15949"/>
                    <a:pt x="13888" y="15870"/>
                    <a:pt x="13989" y="15870"/>
                  </a:cubicBezTo>
                  <a:cubicBezTo>
                    <a:pt x="14219" y="15870"/>
                    <a:pt x="14196" y="16230"/>
                    <a:pt x="14403" y="16347"/>
                  </a:cubicBezTo>
                  <a:cubicBezTo>
                    <a:pt x="14275" y="16454"/>
                    <a:pt x="14132" y="16376"/>
                    <a:pt x="14007" y="16485"/>
                  </a:cubicBezTo>
                  <a:cubicBezTo>
                    <a:pt x="13936" y="16547"/>
                    <a:pt x="13972" y="16643"/>
                    <a:pt x="13951" y="16740"/>
                  </a:cubicBezTo>
                  <a:cubicBezTo>
                    <a:pt x="13923" y="16871"/>
                    <a:pt x="13876" y="16945"/>
                    <a:pt x="13876" y="17081"/>
                  </a:cubicBezTo>
                  <a:cubicBezTo>
                    <a:pt x="13876" y="17232"/>
                    <a:pt x="13918" y="17314"/>
                    <a:pt x="13918" y="17466"/>
                  </a:cubicBezTo>
                  <a:cubicBezTo>
                    <a:pt x="13918" y="17537"/>
                    <a:pt x="13914" y="17580"/>
                    <a:pt x="13914" y="17652"/>
                  </a:cubicBezTo>
                  <a:cubicBezTo>
                    <a:pt x="13914" y="17720"/>
                    <a:pt x="13946" y="17824"/>
                    <a:pt x="13885" y="17824"/>
                  </a:cubicBezTo>
                  <a:cubicBezTo>
                    <a:pt x="13701" y="17824"/>
                    <a:pt x="13645" y="17628"/>
                    <a:pt x="13537" y="17463"/>
                  </a:cubicBezTo>
                  <a:cubicBezTo>
                    <a:pt x="13416" y="17282"/>
                    <a:pt x="13282" y="17181"/>
                    <a:pt x="13282" y="16953"/>
                  </a:cubicBezTo>
                  <a:cubicBezTo>
                    <a:pt x="13282" y="16773"/>
                    <a:pt x="13405" y="16690"/>
                    <a:pt x="13405" y="16509"/>
                  </a:cubicBezTo>
                  <a:lnTo>
                    <a:pt x="13405" y="16358"/>
                  </a:lnTo>
                  <a:cubicBezTo>
                    <a:pt x="13405" y="16161"/>
                    <a:pt x="13701" y="16219"/>
                    <a:pt x="13744" y="16028"/>
                  </a:cubicBezTo>
                  <a:close/>
                  <a:moveTo>
                    <a:pt x="15406" y="21600"/>
                  </a:moveTo>
                  <a:cubicBezTo>
                    <a:pt x="15409" y="21582"/>
                    <a:pt x="15411" y="21564"/>
                    <a:pt x="15411" y="21546"/>
                  </a:cubicBezTo>
                  <a:lnTo>
                    <a:pt x="15411" y="21350"/>
                  </a:lnTo>
                  <a:cubicBezTo>
                    <a:pt x="15411" y="21193"/>
                    <a:pt x="15468" y="21105"/>
                    <a:pt x="15468" y="20949"/>
                  </a:cubicBezTo>
                  <a:cubicBezTo>
                    <a:pt x="15468" y="20823"/>
                    <a:pt x="15430" y="20755"/>
                    <a:pt x="15430" y="20630"/>
                  </a:cubicBezTo>
                  <a:lnTo>
                    <a:pt x="15357" y="20630"/>
                  </a:lnTo>
                  <a:cubicBezTo>
                    <a:pt x="15324" y="20630"/>
                    <a:pt x="15310" y="20658"/>
                    <a:pt x="15279" y="20673"/>
                  </a:cubicBezTo>
                  <a:lnTo>
                    <a:pt x="15279" y="20588"/>
                  </a:lnTo>
                  <a:lnTo>
                    <a:pt x="15345" y="20343"/>
                  </a:lnTo>
                  <a:cubicBezTo>
                    <a:pt x="15324" y="20306"/>
                    <a:pt x="15298" y="20282"/>
                    <a:pt x="15298" y="20237"/>
                  </a:cubicBezTo>
                  <a:cubicBezTo>
                    <a:pt x="15298" y="20035"/>
                    <a:pt x="15458" y="19950"/>
                    <a:pt x="15458" y="19748"/>
                  </a:cubicBezTo>
                  <a:cubicBezTo>
                    <a:pt x="15458" y="19727"/>
                    <a:pt x="15430" y="19727"/>
                    <a:pt x="15430" y="19705"/>
                  </a:cubicBezTo>
                  <a:cubicBezTo>
                    <a:pt x="15430" y="19503"/>
                    <a:pt x="15576" y="19418"/>
                    <a:pt x="15576" y="19216"/>
                  </a:cubicBezTo>
                  <a:lnTo>
                    <a:pt x="15576" y="18897"/>
                  </a:lnTo>
                  <a:cubicBezTo>
                    <a:pt x="15576" y="18752"/>
                    <a:pt x="15703" y="18693"/>
                    <a:pt x="15703" y="18547"/>
                  </a:cubicBezTo>
                  <a:cubicBezTo>
                    <a:pt x="15703" y="18369"/>
                    <a:pt x="15618" y="18278"/>
                    <a:pt x="15618" y="18100"/>
                  </a:cubicBezTo>
                  <a:cubicBezTo>
                    <a:pt x="15618" y="17992"/>
                    <a:pt x="15741" y="17965"/>
                    <a:pt x="15741" y="17856"/>
                  </a:cubicBezTo>
                  <a:cubicBezTo>
                    <a:pt x="15741" y="17833"/>
                    <a:pt x="15703" y="17837"/>
                    <a:pt x="15703" y="17814"/>
                  </a:cubicBezTo>
                  <a:cubicBezTo>
                    <a:pt x="15703" y="17609"/>
                    <a:pt x="15844" y="17518"/>
                    <a:pt x="15844" y="17314"/>
                  </a:cubicBezTo>
                  <a:cubicBezTo>
                    <a:pt x="15918" y="17327"/>
                    <a:pt x="15958" y="17251"/>
                    <a:pt x="15985" y="17177"/>
                  </a:cubicBezTo>
                  <a:cubicBezTo>
                    <a:pt x="16026" y="17067"/>
                    <a:pt x="16108" y="17019"/>
                    <a:pt x="16108" y="16899"/>
                  </a:cubicBezTo>
                  <a:cubicBezTo>
                    <a:pt x="16108" y="16682"/>
                    <a:pt x="16231" y="16580"/>
                    <a:pt x="16268" y="16369"/>
                  </a:cubicBezTo>
                  <a:cubicBezTo>
                    <a:pt x="16289" y="16251"/>
                    <a:pt x="16327" y="16135"/>
                    <a:pt x="16389" y="16053"/>
                  </a:cubicBezTo>
                  <a:lnTo>
                    <a:pt x="16389" y="16053"/>
                  </a:lnTo>
                  <a:cubicBezTo>
                    <a:pt x="16370" y="16032"/>
                    <a:pt x="16357" y="16012"/>
                    <a:pt x="16358" y="15982"/>
                  </a:cubicBezTo>
                  <a:cubicBezTo>
                    <a:pt x="16362" y="15909"/>
                    <a:pt x="16487" y="15807"/>
                    <a:pt x="16565" y="15945"/>
                  </a:cubicBezTo>
                  <a:lnTo>
                    <a:pt x="16565" y="15945"/>
                  </a:lnTo>
                  <a:cubicBezTo>
                    <a:pt x="16576" y="15944"/>
                    <a:pt x="16586" y="15944"/>
                    <a:pt x="16598" y="15944"/>
                  </a:cubicBezTo>
                  <a:cubicBezTo>
                    <a:pt x="16629" y="15944"/>
                    <a:pt x="16643" y="15975"/>
                    <a:pt x="16674" y="15975"/>
                  </a:cubicBezTo>
                  <a:cubicBezTo>
                    <a:pt x="16690" y="15975"/>
                    <a:pt x="16694" y="15957"/>
                    <a:pt x="16711" y="15954"/>
                  </a:cubicBezTo>
                  <a:cubicBezTo>
                    <a:pt x="16664" y="15845"/>
                    <a:pt x="16645" y="15776"/>
                    <a:pt x="16645" y="15656"/>
                  </a:cubicBezTo>
                  <a:cubicBezTo>
                    <a:pt x="16645" y="15601"/>
                    <a:pt x="16699" y="15571"/>
                    <a:pt x="16749" y="15571"/>
                  </a:cubicBezTo>
                  <a:cubicBezTo>
                    <a:pt x="16858" y="15643"/>
                    <a:pt x="16881" y="15825"/>
                    <a:pt x="16777" y="15349"/>
                  </a:cubicBezTo>
                  <a:cubicBezTo>
                    <a:pt x="16756" y="15308"/>
                    <a:pt x="16742" y="15261"/>
                    <a:pt x="16720" y="15221"/>
                  </a:cubicBezTo>
                  <a:cubicBezTo>
                    <a:pt x="16876" y="15091"/>
                    <a:pt x="16956" y="14944"/>
                    <a:pt x="16956" y="14724"/>
                  </a:cubicBezTo>
                  <a:lnTo>
                    <a:pt x="16956" y="14507"/>
                  </a:lnTo>
                  <a:cubicBezTo>
                    <a:pt x="16956" y="14451"/>
                    <a:pt x="16890" y="14437"/>
                    <a:pt x="16890" y="14381"/>
                  </a:cubicBezTo>
                  <a:cubicBezTo>
                    <a:pt x="16890" y="14268"/>
                    <a:pt x="16975" y="14231"/>
                    <a:pt x="17013" y="14127"/>
                  </a:cubicBezTo>
                  <a:cubicBezTo>
                    <a:pt x="17093" y="13906"/>
                    <a:pt x="17201" y="13808"/>
                    <a:pt x="17323" y="13617"/>
                  </a:cubicBezTo>
                  <a:cubicBezTo>
                    <a:pt x="17583" y="13217"/>
                    <a:pt x="17691" y="12918"/>
                    <a:pt x="17691" y="12426"/>
                  </a:cubicBezTo>
                  <a:cubicBezTo>
                    <a:pt x="17691" y="12381"/>
                    <a:pt x="17684" y="12320"/>
                    <a:pt x="17643" y="12320"/>
                  </a:cubicBezTo>
                  <a:cubicBezTo>
                    <a:pt x="17564" y="12320"/>
                    <a:pt x="17533" y="12394"/>
                    <a:pt x="17455" y="12416"/>
                  </a:cubicBezTo>
                  <a:cubicBezTo>
                    <a:pt x="17451" y="12331"/>
                    <a:pt x="17455" y="12285"/>
                    <a:pt x="17455" y="12201"/>
                  </a:cubicBezTo>
                  <a:cubicBezTo>
                    <a:pt x="17455" y="12113"/>
                    <a:pt x="17380" y="12079"/>
                    <a:pt x="17380" y="11990"/>
                  </a:cubicBezTo>
                  <a:cubicBezTo>
                    <a:pt x="17380" y="11970"/>
                    <a:pt x="17406" y="11966"/>
                    <a:pt x="17408" y="11948"/>
                  </a:cubicBezTo>
                  <a:cubicBezTo>
                    <a:pt x="17446" y="11980"/>
                    <a:pt x="17472" y="12022"/>
                    <a:pt x="17521" y="12022"/>
                  </a:cubicBezTo>
                  <a:cubicBezTo>
                    <a:pt x="17564" y="12022"/>
                    <a:pt x="17573" y="11959"/>
                    <a:pt x="17615" y="11959"/>
                  </a:cubicBezTo>
                  <a:cubicBezTo>
                    <a:pt x="17667" y="11959"/>
                    <a:pt x="17686" y="12022"/>
                    <a:pt x="17738" y="12022"/>
                  </a:cubicBezTo>
                  <a:cubicBezTo>
                    <a:pt x="17830" y="12022"/>
                    <a:pt x="17926" y="11966"/>
                    <a:pt x="17926" y="11862"/>
                  </a:cubicBezTo>
                  <a:cubicBezTo>
                    <a:pt x="17926" y="11821"/>
                    <a:pt x="17898" y="11799"/>
                    <a:pt x="17898" y="11756"/>
                  </a:cubicBezTo>
                  <a:cubicBezTo>
                    <a:pt x="17898" y="11586"/>
                    <a:pt x="18087" y="11547"/>
                    <a:pt x="18087" y="11376"/>
                  </a:cubicBezTo>
                  <a:lnTo>
                    <a:pt x="18087" y="11074"/>
                  </a:lnTo>
                  <a:cubicBezTo>
                    <a:pt x="18087" y="11024"/>
                    <a:pt x="18129" y="10991"/>
                    <a:pt x="18174" y="10991"/>
                  </a:cubicBezTo>
                  <a:lnTo>
                    <a:pt x="18233" y="10991"/>
                  </a:lnTo>
                  <a:cubicBezTo>
                    <a:pt x="18230" y="11095"/>
                    <a:pt x="18211" y="11156"/>
                    <a:pt x="18233" y="11257"/>
                  </a:cubicBezTo>
                  <a:cubicBezTo>
                    <a:pt x="18303" y="11117"/>
                    <a:pt x="18303" y="11013"/>
                    <a:pt x="18378" y="10874"/>
                  </a:cubicBezTo>
                  <a:cubicBezTo>
                    <a:pt x="18506" y="10644"/>
                    <a:pt x="18704" y="10620"/>
                    <a:pt x="18812" y="10375"/>
                  </a:cubicBezTo>
                  <a:cubicBezTo>
                    <a:pt x="18837" y="10314"/>
                    <a:pt x="18829" y="10260"/>
                    <a:pt x="18859" y="10205"/>
                  </a:cubicBezTo>
                  <a:cubicBezTo>
                    <a:pt x="18951" y="10043"/>
                    <a:pt x="19113" y="10099"/>
                    <a:pt x="19273" y="10035"/>
                  </a:cubicBezTo>
                  <a:cubicBezTo>
                    <a:pt x="19428" y="9973"/>
                    <a:pt x="19464" y="9830"/>
                    <a:pt x="19603" y="9727"/>
                  </a:cubicBezTo>
                  <a:cubicBezTo>
                    <a:pt x="19672" y="9676"/>
                    <a:pt x="19744" y="9639"/>
                    <a:pt x="19744" y="9547"/>
                  </a:cubicBezTo>
                  <a:cubicBezTo>
                    <a:pt x="19744" y="9426"/>
                    <a:pt x="19728" y="9269"/>
                    <a:pt x="19622" y="9269"/>
                  </a:cubicBezTo>
                  <a:cubicBezTo>
                    <a:pt x="19605" y="9269"/>
                    <a:pt x="19601" y="9291"/>
                    <a:pt x="19584" y="9291"/>
                  </a:cubicBezTo>
                  <a:cubicBezTo>
                    <a:pt x="19584" y="9190"/>
                    <a:pt x="19547" y="9137"/>
                    <a:pt x="19547" y="9035"/>
                  </a:cubicBezTo>
                  <a:cubicBezTo>
                    <a:pt x="19547" y="8911"/>
                    <a:pt x="19730" y="8965"/>
                    <a:pt x="19782" y="8856"/>
                  </a:cubicBezTo>
                  <a:cubicBezTo>
                    <a:pt x="19817" y="8781"/>
                    <a:pt x="19789" y="8715"/>
                    <a:pt x="19829" y="8643"/>
                  </a:cubicBezTo>
                  <a:cubicBezTo>
                    <a:pt x="19945" y="8441"/>
                    <a:pt x="20095" y="8387"/>
                    <a:pt x="20177" y="8165"/>
                  </a:cubicBezTo>
                  <a:cubicBezTo>
                    <a:pt x="20253" y="7954"/>
                    <a:pt x="20283" y="7825"/>
                    <a:pt x="20319" y="7601"/>
                  </a:cubicBezTo>
                  <a:cubicBezTo>
                    <a:pt x="20328" y="7543"/>
                    <a:pt x="20383" y="7533"/>
                    <a:pt x="20413" y="7484"/>
                  </a:cubicBezTo>
                  <a:cubicBezTo>
                    <a:pt x="20501" y="7354"/>
                    <a:pt x="20516" y="7250"/>
                    <a:pt x="20545" y="7091"/>
                  </a:cubicBezTo>
                  <a:cubicBezTo>
                    <a:pt x="20587" y="6793"/>
                    <a:pt x="20724" y="6648"/>
                    <a:pt x="20724" y="6350"/>
                  </a:cubicBezTo>
                  <a:cubicBezTo>
                    <a:pt x="20724" y="6276"/>
                    <a:pt x="20729" y="6231"/>
                    <a:pt x="20724" y="6157"/>
                  </a:cubicBezTo>
                  <a:cubicBezTo>
                    <a:pt x="20590" y="6132"/>
                    <a:pt x="20621" y="5936"/>
                    <a:pt x="20621" y="5784"/>
                  </a:cubicBezTo>
                  <a:cubicBezTo>
                    <a:pt x="20621" y="5614"/>
                    <a:pt x="20679" y="5523"/>
                    <a:pt x="20715" y="5360"/>
                  </a:cubicBezTo>
                  <a:cubicBezTo>
                    <a:pt x="20780" y="5061"/>
                    <a:pt x="20785" y="4883"/>
                    <a:pt x="20865" y="4594"/>
                  </a:cubicBezTo>
                  <a:cubicBezTo>
                    <a:pt x="20900" y="4461"/>
                    <a:pt x="20997" y="4408"/>
                    <a:pt x="20997" y="4268"/>
                  </a:cubicBezTo>
                  <a:cubicBezTo>
                    <a:pt x="20997" y="4214"/>
                    <a:pt x="20988" y="4188"/>
                    <a:pt x="20988" y="4134"/>
                  </a:cubicBezTo>
                  <a:cubicBezTo>
                    <a:pt x="20988" y="4017"/>
                    <a:pt x="21092" y="3977"/>
                    <a:pt x="21092" y="3861"/>
                  </a:cubicBezTo>
                  <a:cubicBezTo>
                    <a:pt x="21092" y="3818"/>
                    <a:pt x="21063" y="3797"/>
                    <a:pt x="21063" y="3754"/>
                  </a:cubicBezTo>
                  <a:cubicBezTo>
                    <a:pt x="21063" y="3462"/>
                    <a:pt x="21232" y="3324"/>
                    <a:pt x="21232" y="3032"/>
                  </a:cubicBezTo>
                  <a:cubicBezTo>
                    <a:pt x="21232" y="2904"/>
                    <a:pt x="21120" y="2819"/>
                    <a:pt x="21006" y="2819"/>
                  </a:cubicBezTo>
                  <a:cubicBezTo>
                    <a:pt x="20952" y="2819"/>
                    <a:pt x="20922" y="2846"/>
                    <a:pt x="20874" y="2872"/>
                  </a:cubicBezTo>
                  <a:lnTo>
                    <a:pt x="20884" y="2830"/>
                  </a:lnTo>
                  <a:cubicBezTo>
                    <a:pt x="20962" y="2654"/>
                    <a:pt x="21138" y="2694"/>
                    <a:pt x="21242" y="2542"/>
                  </a:cubicBezTo>
                  <a:cubicBezTo>
                    <a:pt x="21388" y="2328"/>
                    <a:pt x="21318" y="2120"/>
                    <a:pt x="21393" y="1862"/>
                  </a:cubicBezTo>
                  <a:cubicBezTo>
                    <a:pt x="21450" y="1671"/>
                    <a:pt x="21600" y="1597"/>
                    <a:pt x="21600" y="1395"/>
                  </a:cubicBezTo>
                  <a:cubicBezTo>
                    <a:pt x="21600" y="1121"/>
                    <a:pt x="21525" y="967"/>
                    <a:pt x="21525" y="694"/>
                  </a:cubicBezTo>
                  <a:cubicBezTo>
                    <a:pt x="21525" y="537"/>
                    <a:pt x="21562" y="446"/>
                    <a:pt x="21562" y="290"/>
                  </a:cubicBezTo>
                  <a:cubicBezTo>
                    <a:pt x="21562" y="182"/>
                    <a:pt x="21545" y="87"/>
                    <a:pt x="21519" y="0"/>
                  </a:cubicBezTo>
                  <a:lnTo>
                    <a:pt x="21519" y="0"/>
                  </a:lnTo>
                  <a:cubicBezTo>
                    <a:pt x="21391" y="82"/>
                    <a:pt x="21331" y="133"/>
                    <a:pt x="21195" y="183"/>
                  </a:cubicBezTo>
                  <a:cubicBezTo>
                    <a:pt x="21112" y="213"/>
                    <a:pt x="21047" y="160"/>
                    <a:pt x="20969" y="205"/>
                  </a:cubicBezTo>
                  <a:cubicBezTo>
                    <a:pt x="20873" y="260"/>
                    <a:pt x="20881" y="439"/>
                    <a:pt x="20771" y="439"/>
                  </a:cubicBezTo>
                  <a:cubicBezTo>
                    <a:pt x="20710" y="439"/>
                    <a:pt x="20677" y="407"/>
                    <a:pt x="20621" y="385"/>
                  </a:cubicBezTo>
                  <a:cubicBezTo>
                    <a:pt x="20489" y="375"/>
                    <a:pt x="20404" y="418"/>
                    <a:pt x="20272" y="418"/>
                  </a:cubicBezTo>
                  <a:cubicBezTo>
                    <a:pt x="20062" y="418"/>
                    <a:pt x="19973" y="226"/>
                    <a:pt x="19763" y="226"/>
                  </a:cubicBezTo>
                  <a:cubicBezTo>
                    <a:pt x="19603" y="226"/>
                    <a:pt x="19579" y="428"/>
                    <a:pt x="19452" y="534"/>
                  </a:cubicBezTo>
                  <a:cubicBezTo>
                    <a:pt x="19394" y="583"/>
                    <a:pt x="19334" y="547"/>
                    <a:pt x="19264" y="577"/>
                  </a:cubicBezTo>
                  <a:cubicBezTo>
                    <a:pt x="19073" y="657"/>
                    <a:pt x="19007" y="802"/>
                    <a:pt x="18812" y="874"/>
                  </a:cubicBezTo>
                  <a:cubicBezTo>
                    <a:pt x="18864" y="976"/>
                    <a:pt x="18880" y="1047"/>
                    <a:pt x="18953" y="1130"/>
                  </a:cubicBezTo>
                  <a:cubicBezTo>
                    <a:pt x="18974" y="1154"/>
                    <a:pt x="19019" y="1148"/>
                    <a:pt x="19019" y="1182"/>
                  </a:cubicBezTo>
                  <a:cubicBezTo>
                    <a:pt x="19019" y="1443"/>
                    <a:pt x="18854" y="1682"/>
                    <a:pt x="18623" y="1682"/>
                  </a:cubicBezTo>
                  <a:cubicBezTo>
                    <a:pt x="18623" y="1732"/>
                    <a:pt x="18623" y="1759"/>
                    <a:pt x="18614" y="1810"/>
                  </a:cubicBezTo>
                  <a:cubicBezTo>
                    <a:pt x="18498" y="1791"/>
                    <a:pt x="18475" y="1639"/>
                    <a:pt x="18360" y="1639"/>
                  </a:cubicBezTo>
                  <a:cubicBezTo>
                    <a:pt x="18133" y="1639"/>
                    <a:pt x="18046" y="1868"/>
                    <a:pt x="17945" y="2096"/>
                  </a:cubicBezTo>
                  <a:cubicBezTo>
                    <a:pt x="17917" y="2163"/>
                    <a:pt x="17926" y="2267"/>
                    <a:pt x="17861" y="2267"/>
                  </a:cubicBezTo>
                  <a:cubicBezTo>
                    <a:pt x="17580" y="2267"/>
                    <a:pt x="17747" y="1696"/>
                    <a:pt x="17493" y="1565"/>
                  </a:cubicBezTo>
                  <a:cubicBezTo>
                    <a:pt x="17270" y="1451"/>
                    <a:pt x="17175" y="1317"/>
                    <a:pt x="16975" y="1161"/>
                  </a:cubicBezTo>
                  <a:cubicBezTo>
                    <a:pt x="16918" y="1119"/>
                    <a:pt x="16904" y="1034"/>
                    <a:pt x="16833" y="1034"/>
                  </a:cubicBezTo>
                  <a:cubicBezTo>
                    <a:pt x="16742" y="1034"/>
                    <a:pt x="16697" y="1097"/>
                    <a:pt x="16605" y="1097"/>
                  </a:cubicBezTo>
                  <a:lnTo>
                    <a:pt x="16422" y="1097"/>
                  </a:lnTo>
                  <a:cubicBezTo>
                    <a:pt x="16384" y="1097"/>
                    <a:pt x="16362" y="1119"/>
                    <a:pt x="16324" y="1119"/>
                  </a:cubicBezTo>
                  <a:cubicBezTo>
                    <a:pt x="16170" y="1119"/>
                    <a:pt x="16141" y="874"/>
                    <a:pt x="15985" y="874"/>
                  </a:cubicBezTo>
                  <a:cubicBezTo>
                    <a:pt x="15720" y="874"/>
                    <a:pt x="15583" y="1045"/>
                    <a:pt x="15317" y="1045"/>
                  </a:cubicBezTo>
                  <a:cubicBezTo>
                    <a:pt x="15258" y="1045"/>
                    <a:pt x="15223" y="1023"/>
                    <a:pt x="15163" y="1023"/>
                  </a:cubicBezTo>
                  <a:lnTo>
                    <a:pt x="14980" y="1023"/>
                  </a:lnTo>
                  <a:cubicBezTo>
                    <a:pt x="14860" y="1023"/>
                    <a:pt x="14796" y="937"/>
                    <a:pt x="14676" y="937"/>
                  </a:cubicBezTo>
                  <a:cubicBezTo>
                    <a:pt x="14497" y="937"/>
                    <a:pt x="14441" y="1116"/>
                    <a:pt x="14299" y="1235"/>
                  </a:cubicBezTo>
                  <a:cubicBezTo>
                    <a:pt x="14140" y="1371"/>
                    <a:pt x="13986" y="1384"/>
                    <a:pt x="13866" y="1565"/>
                  </a:cubicBezTo>
                  <a:cubicBezTo>
                    <a:pt x="13813" y="1647"/>
                    <a:pt x="13845" y="1783"/>
                    <a:pt x="13753" y="1799"/>
                  </a:cubicBezTo>
                  <a:lnTo>
                    <a:pt x="37" y="1842"/>
                  </a:lnTo>
                  <a:lnTo>
                    <a:pt x="37" y="1842"/>
                  </a:lnTo>
                  <a:lnTo>
                    <a:pt x="0" y="13308"/>
                  </a:lnTo>
                  <a:lnTo>
                    <a:pt x="0" y="13308"/>
                  </a:lnTo>
                  <a:lnTo>
                    <a:pt x="75" y="13287"/>
                  </a:lnTo>
                  <a:cubicBezTo>
                    <a:pt x="219" y="13380"/>
                    <a:pt x="334" y="13361"/>
                    <a:pt x="490" y="13425"/>
                  </a:cubicBezTo>
                  <a:cubicBezTo>
                    <a:pt x="690" y="13508"/>
                    <a:pt x="765" y="13712"/>
                    <a:pt x="980" y="13712"/>
                  </a:cubicBezTo>
                  <a:cubicBezTo>
                    <a:pt x="1107" y="13712"/>
                    <a:pt x="1088" y="13458"/>
                    <a:pt x="1215" y="13458"/>
                  </a:cubicBezTo>
                  <a:cubicBezTo>
                    <a:pt x="1345" y="13458"/>
                    <a:pt x="1415" y="13521"/>
                    <a:pt x="1545" y="13521"/>
                  </a:cubicBezTo>
                  <a:cubicBezTo>
                    <a:pt x="1625" y="13521"/>
                    <a:pt x="1672" y="13499"/>
                    <a:pt x="1752" y="13499"/>
                  </a:cubicBezTo>
                  <a:cubicBezTo>
                    <a:pt x="1929" y="13499"/>
                    <a:pt x="1994" y="13669"/>
                    <a:pt x="2100" y="13829"/>
                  </a:cubicBezTo>
                  <a:cubicBezTo>
                    <a:pt x="2131" y="13876"/>
                    <a:pt x="2143" y="13925"/>
                    <a:pt x="2186" y="13957"/>
                  </a:cubicBezTo>
                  <a:cubicBezTo>
                    <a:pt x="2270" y="14023"/>
                    <a:pt x="2430" y="13957"/>
                    <a:pt x="2430" y="14073"/>
                  </a:cubicBezTo>
                  <a:cubicBezTo>
                    <a:pt x="2430" y="14182"/>
                    <a:pt x="2393" y="14240"/>
                    <a:pt x="2393" y="14350"/>
                  </a:cubicBezTo>
                  <a:cubicBezTo>
                    <a:pt x="2393" y="14472"/>
                    <a:pt x="2480" y="14515"/>
                    <a:pt x="2524" y="14626"/>
                  </a:cubicBezTo>
                  <a:cubicBezTo>
                    <a:pt x="2602" y="14820"/>
                    <a:pt x="2628" y="15062"/>
                    <a:pt x="2816" y="15062"/>
                  </a:cubicBezTo>
                  <a:cubicBezTo>
                    <a:pt x="2941" y="15062"/>
                    <a:pt x="2948" y="14881"/>
                    <a:pt x="2967" y="14743"/>
                  </a:cubicBezTo>
                  <a:cubicBezTo>
                    <a:pt x="2984" y="14626"/>
                    <a:pt x="3075" y="14592"/>
                    <a:pt x="3109" y="14477"/>
                  </a:cubicBezTo>
                  <a:cubicBezTo>
                    <a:pt x="3189" y="14750"/>
                    <a:pt x="3431" y="14770"/>
                    <a:pt x="3674" y="14848"/>
                  </a:cubicBezTo>
                  <a:cubicBezTo>
                    <a:pt x="3846" y="14905"/>
                    <a:pt x="3921" y="15017"/>
                    <a:pt x="4088" y="15093"/>
                  </a:cubicBezTo>
                  <a:cubicBezTo>
                    <a:pt x="4058" y="15202"/>
                    <a:pt x="4003" y="15256"/>
                    <a:pt x="4003" y="15369"/>
                  </a:cubicBezTo>
                  <a:cubicBezTo>
                    <a:pt x="4003" y="15606"/>
                    <a:pt x="3997" y="15786"/>
                    <a:pt x="4145" y="15954"/>
                  </a:cubicBezTo>
                  <a:cubicBezTo>
                    <a:pt x="4250" y="16074"/>
                    <a:pt x="4456" y="16046"/>
                    <a:pt x="4456" y="16217"/>
                  </a:cubicBezTo>
                  <a:lnTo>
                    <a:pt x="4456" y="16371"/>
                  </a:lnTo>
                  <a:cubicBezTo>
                    <a:pt x="4456" y="16480"/>
                    <a:pt x="4590" y="16467"/>
                    <a:pt x="4681" y="16495"/>
                  </a:cubicBezTo>
                  <a:cubicBezTo>
                    <a:pt x="4832" y="16545"/>
                    <a:pt x="4889" y="16658"/>
                    <a:pt x="5021" y="16751"/>
                  </a:cubicBezTo>
                  <a:cubicBezTo>
                    <a:pt x="5244" y="16908"/>
                    <a:pt x="5402" y="16984"/>
                    <a:pt x="5539" y="17240"/>
                  </a:cubicBezTo>
                  <a:cubicBezTo>
                    <a:pt x="5581" y="17322"/>
                    <a:pt x="5662" y="17331"/>
                    <a:pt x="5708" y="17410"/>
                  </a:cubicBezTo>
                  <a:cubicBezTo>
                    <a:pt x="5842" y="17639"/>
                    <a:pt x="5908" y="17798"/>
                    <a:pt x="6104" y="17963"/>
                  </a:cubicBezTo>
                  <a:cubicBezTo>
                    <a:pt x="6264" y="18098"/>
                    <a:pt x="6337" y="18271"/>
                    <a:pt x="6537" y="18271"/>
                  </a:cubicBezTo>
                  <a:cubicBezTo>
                    <a:pt x="6582" y="18271"/>
                    <a:pt x="6589" y="18209"/>
                    <a:pt x="6632" y="18196"/>
                  </a:cubicBezTo>
                  <a:cubicBezTo>
                    <a:pt x="6714" y="18170"/>
                    <a:pt x="6773" y="18199"/>
                    <a:pt x="6858" y="18176"/>
                  </a:cubicBezTo>
                  <a:cubicBezTo>
                    <a:pt x="6839" y="18090"/>
                    <a:pt x="6792" y="18050"/>
                    <a:pt x="6792" y="17963"/>
                  </a:cubicBezTo>
                  <a:cubicBezTo>
                    <a:pt x="6792" y="17763"/>
                    <a:pt x="6955" y="17622"/>
                    <a:pt x="7131" y="17622"/>
                  </a:cubicBezTo>
                  <a:cubicBezTo>
                    <a:pt x="7279" y="17622"/>
                    <a:pt x="7359" y="17686"/>
                    <a:pt x="7507" y="17686"/>
                  </a:cubicBezTo>
                  <a:cubicBezTo>
                    <a:pt x="7595" y="17686"/>
                    <a:pt x="7628" y="17590"/>
                    <a:pt x="7714" y="17590"/>
                  </a:cubicBezTo>
                  <a:cubicBezTo>
                    <a:pt x="7988" y="17590"/>
                    <a:pt x="8054" y="17974"/>
                    <a:pt x="8327" y="17974"/>
                  </a:cubicBezTo>
                  <a:cubicBezTo>
                    <a:pt x="8360" y="17974"/>
                    <a:pt x="8369" y="17920"/>
                    <a:pt x="8403" y="17920"/>
                  </a:cubicBezTo>
                  <a:cubicBezTo>
                    <a:pt x="8488" y="17920"/>
                    <a:pt x="8525" y="17994"/>
                    <a:pt x="8610" y="17994"/>
                  </a:cubicBezTo>
                  <a:cubicBezTo>
                    <a:pt x="8661" y="17994"/>
                    <a:pt x="8690" y="17963"/>
                    <a:pt x="8742" y="17963"/>
                  </a:cubicBezTo>
                  <a:cubicBezTo>
                    <a:pt x="8801" y="17963"/>
                    <a:pt x="8819" y="18024"/>
                    <a:pt x="8874" y="18048"/>
                  </a:cubicBezTo>
                  <a:cubicBezTo>
                    <a:pt x="8999" y="18106"/>
                    <a:pt x="9088" y="18090"/>
                    <a:pt x="9225" y="18090"/>
                  </a:cubicBezTo>
                  <a:lnTo>
                    <a:pt x="9297" y="18090"/>
                  </a:lnTo>
                  <a:lnTo>
                    <a:pt x="9297" y="17983"/>
                  </a:lnTo>
                  <a:cubicBezTo>
                    <a:pt x="9323" y="17974"/>
                    <a:pt x="9336" y="17941"/>
                    <a:pt x="9364" y="17941"/>
                  </a:cubicBezTo>
                  <a:cubicBezTo>
                    <a:pt x="9401" y="17941"/>
                    <a:pt x="9422" y="17963"/>
                    <a:pt x="9460" y="17963"/>
                  </a:cubicBezTo>
                  <a:cubicBezTo>
                    <a:pt x="9503" y="17963"/>
                    <a:pt x="9528" y="17952"/>
                    <a:pt x="9571" y="17952"/>
                  </a:cubicBezTo>
                  <a:cubicBezTo>
                    <a:pt x="9662" y="17952"/>
                    <a:pt x="9693" y="18045"/>
                    <a:pt x="9778" y="18079"/>
                  </a:cubicBezTo>
                  <a:cubicBezTo>
                    <a:pt x="9992" y="18170"/>
                    <a:pt x="10115" y="18260"/>
                    <a:pt x="10343" y="18260"/>
                  </a:cubicBezTo>
                  <a:cubicBezTo>
                    <a:pt x="10451" y="18260"/>
                    <a:pt x="10426" y="18055"/>
                    <a:pt x="10532" y="18026"/>
                  </a:cubicBezTo>
                  <a:cubicBezTo>
                    <a:pt x="10837" y="17941"/>
                    <a:pt x="11009" y="17856"/>
                    <a:pt x="11322" y="17856"/>
                  </a:cubicBezTo>
                  <a:cubicBezTo>
                    <a:pt x="11582" y="17856"/>
                    <a:pt x="11754" y="17896"/>
                    <a:pt x="11963" y="18068"/>
                  </a:cubicBezTo>
                  <a:cubicBezTo>
                    <a:pt x="12124" y="18199"/>
                    <a:pt x="12095" y="18404"/>
                    <a:pt x="12095" y="18630"/>
                  </a:cubicBezTo>
                  <a:lnTo>
                    <a:pt x="12095" y="18847"/>
                  </a:lnTo>
                  <a:cubicBezTo>
                    <a:pt x="12095" y="19169"/>
                    <a:pt x="12340" y="19299"/>
                    <a:pt x="12340" y="19620"/>
                  </a:cubicBezTo>
                  <a:cubicBezTo>
                    <a:pt x="12340" y="19687"/>
                    <a:pt x="12312" y="19724"/>
                    <a:pt x="12312" y="19791"/>
                  </a:cubicBezTo>
                  <a:cubicBezTo>
                    <a:pt x="12312" y="19902"/>
                    <a:pt x="12420" y="19926"/>
                    <a:pt x="12510" y="19970"/>
                  </a:cubicBezTo>
                  <a:cubicBezTo>
                    <a:pt x="12672" y="20054"/>
                    <a:pt x="12774" y="20126"/>
                    <a:pt x="12934" y="20215"/>
                  </a:cubicBezTo>
                  <a:lnTo>
                    <a:pt x="15406" y="21600"/>
                  </a:lnTo>
                  <a:lnTo>
                    <a:pt x="15406" y="21600"/>
                  </a:lnTo>
                  <a:cubicBezTo>
                    <a:pt x="15406" y="21600"/>
                    <a:pt x="15406" y="21600"/>
                    <a:pt x="15406" y="21600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Shape 6844"/>
            <p:cNvSpPr/>
            <p:nvPr/>
          </p:nvSpPr>
          <p:spPr>
            <a:xfrm>
              <a:off x="9058578" y="7838994"/>
              <a:ext cx="115941" cy="876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5462" extrusionOk="0">
                  <a:moveTo>
                    <a:pt x="3254" y="15462"/>
                  </a:moveTo>
                  <a:cubicBezTo>
                    <a:pt x="7927" y="10335"/>
                    <a:pt x="13974" y="6830"/>
                    <a:pt x="21500" y="6000"/>
                  </a:cubicBezTo>
                  <a:lnTo>
                    <a:pt x="21500" y="6000"/>
                  </a:lnTo>
                  <a:cubicBezTo>
                    <a:pt x="13420" y="-6138"/>
                    <a:pt x="402" y="2859"/>
                    <a:pt x="6" y="9242"/>
                  </a:cubicBezTo>
                  <a:cubicBezTo>
                    <a:pt x="-100" y="11793"/>
                    <a:pt x="1273" y="13577"/>
                    <a:pt x="3254" y="15462"/>
                  </a:cubicBezTo>
                  <a:cubicBezTo>
                    <a:pt x="3254" y="15462"/>
                    <a:pt x="3254" y="15462"/>
                    <a:pt x="3254" y="15462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Shape 6845"/>
            <p:cNvSpPr/>
            <p:nvPr/>
          </p:nvSpPr>
          <p:spPr>
            <a:xfrm>
              <a:off x="7417926" y="7838994"/>
              <a:ext cx="626845" cy="968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91" y="1751"/>
                  </a:moveTo>
                  <a:cubicBezTo>
                    <a:pt x="8074" y="3863"/>
                    <a:pt x="2358" y="3217"/>
                    <a:pt x="2358" y="5395"/>
                  </a:cubicBezTo>
                  <a:lnTo>
                    <a:pt x="2358" y="7060"/>
                  </a:lnTo>
                  <a:cubicBezTo>
                    <a:pt x="2358" y="9068"/>
                    <a:pt x="0" y="9979"/>
                    <a:pt x="0" y="11972"/>
                  </a:cubicBezTo>
                  <a:cubicBezTo>
                    <a:pt x="0" y="14496"/>
                    <a:pt x="2583" y="15605"/>
                    <a:pt x="4900" y="17613"/>
                  </a:cubicBezTo>
                  <a:cubicBezTo>
                    <a:pt x="6992" y="19435"/>
                    <a:pt x="8074" y="21600"/>
                    <a:pt x="11617" y="21600"/>
                  </a:cubicBezTo>
                  <a:cubicBezTo>
                    <a:pt x="12790" y="21600"/>
                    <a:pt x="12169" y="20452"/>
                    <a:pt x="12169" y="19699"/>
                  </a:cubicBezTo>
                  <a:cubicBezTo>
                    <a:pt x="12169" y="18907"/>
                    <a:pt x="12260" y="18430"/>
                    <a:pt x="12260" y="17638"/>
                  </a:cubicBezTo>
                  <a:cubicBezTo>
                    <a:pt x="12260" y="15961"/>
                    <a:pt x="11433" y="15050"/>
                    <a:pt x="11433" y="13386"/>
                  </a:cubicBezTo>
                  <a:cubicBezTo>
                    <a:pt x="11433" y="11880"/>
                    <a:pt x="12351" y="11061"/>
                    <a:pt x="12883" y="9622"/>
                  </a:cubicBezTo>
                  <a:cubicBezTo>
                    <a:pt x="13290" y="8539"/>
                    <a:pt x="12606" y="7482"/>
                    <a:pt x="13975" y="6795"/>
                  </a:cubicBezTo>
                  <a:cubicBezTo>
                    <a:pt x="16384" y="5593"/>
                    <a:pt x="19139" y="6452"/>
                    <a:pt x="21600" y="5277"/>
                  </a:cubicBezTo>
                  <a:cubicBezTo>
                    <a:pt x="17608" y="3982"/>
                    <a:pt x="18057" y="0"/>
                    <a:pt x="13617" y="0"/>
                  </a:cubicBezTo>
                  <a:cubicBezTo>
                    <a:pt x="11669" y="0"/>
                    <a:pt x="10248" y="871"/>
                    <a:pt x="8891" y="1751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Shape 6846"/>
            <p:cNvSpPr/>
            <p:nvPr/>
          </p:nvSpPr>
          <p:spPr>
            <a:xfrm>
              <a:off x="7194368" y="6594812"/>
              <a:ext cx="102079" cy="771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5462" extrusionOk="0">
                  <a:moveTo>
                    <a:pt x="3254" y="15462"/>
                  </a:moveTo>
                  <a:cubicBezTo>
                    <a:pt x="7927" y="10335"/>
                    <a:pt x="13974" y="6830"/>
                    <a:pt x="21500" y="6000"/>
                  </a:cubicBezTo>
                  <a:lnTo>
                    <a:pt x="21500" y="6000"/>
                  </a:lnTo>
                  <a:cubicBezTo>
                    <a:pt x="13420" y="-6138"/>
                    <a:pt x="402" y="2859"/>
                    <a:pt x="6" y="9242"/>
                  </a:cubicBezTo>
                  <a:cubicBezTo>
                    <a:pt x="-100" y="11793"/>
                    <a:pt x="1273" y="13577"/>
                    <a:pt x="3254" y="15462"/>
                  </a:cubicBezTo>
                  <a:cubicBezTo>
                    <a:pt x="3254" y="15462"/>
                    <a:pt x="3254" y="15462"/>
                    <a:pt x="3254" y="15462"/>
                  </a:cubicBezTo>
                  <a:close/>
                </a:path>
              </a:pathLst>
            </a:custGeom>
            <a:solidFill>
              <a:srgbClr val="E6E7EA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1" name="Shape 6849"/>
          <p:cNvSpPr/>
          <p:nvPr userDrawn="1"/>
        </p:nvSpPr>
        <p:spPr>
          <a:xfrm>
            <a:off x="1898784" y="3354159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Wagga Wagga</a:t>
            </a:r>
          </a:p>
        </p:txBody>
      </p:sp>
      <p:sp>
        <p:nvSpPr>
          <p:cNvPr id="22" name="Shape 6850"/>
          <p:cNvSpPr/>
          <p:nvPr userDrawn="1"/>
        </p:nvSpPr>
        <p:spPr>
          <a:xfrm>
            <a:off x="4005337" y="365114"/>
            <a:ext cx="1897822" cy="37309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922" y="20980"/>
                </a:lnTo>
                <a:lnTo>
                  <a:pt x="5418" y="19110"/>
                </a:lnTo>
                <a:lnTo>
                  <a:pt x="6294" y="17855"/>
                </a:lnTo>
                <a:lnTo>
                  <a:pt x="7017" y="17092"/>
                </a:lnTo>
                <a:lnTo>
                  <a:pt x="8138" y="16578"/>
                </a:lnTo>
                <a:lnTo>
                  <a:pt x="8363" y="15648"/>
                </a:lnTo>
                <a:lnTo>
                  <a:pt x="7941" y="15167"/>
                </a:lnTo>
                <a:lnTo>
                  <a:pt x="10363" y="13630"/>
                </a:lnTo>
                <a:lnTo>
                  <a:pt x="9365" y="13120"/>
                </a:lnTo>
                <a:lnTo>
                  <a:pt x="9064" y="12186"/>
                </a:lnTo>
                <a:lnTo>
                  <a:pt x="10363" y="11836"/>
                </a:lnTo>
                <a:lnTo>
                  <a:pt x="12188" y="10788"/>
                </a:lnTo>
                <a:lnTo>
                  <a:pt x="13731" y="9941"/>
                </a:lnTo>
                <a:lnTo>
                  <a:pt x="16470" y="9028"/>
                </a:lnTo>
                <a:lnTo>
                  <a:pt x="16746" y="7471"/>
                </a:lnTo>
                <a:lnTo>
                  <a:pt x="19379" y="5120"/>
                </a:lnTo>
                <a:lnTo>
                  <a:pt x="17426" y="3862"/>
                </a:lnTo>
                <a:lnTo>
                  <a:pt x="18077" y="3257"/>
                </a:lnTo>
                <a:lnTo>
                  <a:pt x="19776" y="2235"/>
                </a:lnTo>
                <a:lnTo>
                  <a:pt x="20349" y="1811"/>
                </a:lnTo>
                <a:lnTo>
                  <a:pt x="21600" y="953"/>
                </a:lnTo>
                <a:lnTo>
                  <a:pt x="21165" y="0"/>
                </a:lnTo>
              </a:path>
            </a:pathLst>
          </a:cu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Shape 6851"/>
          <p:cNvSpPr/>
          <p:nvPr userDrawn="1"/>
        </p:nvSpPr>
        <p:spPr>
          <a:xfrm>
            <a:off x="924765" y="3113237"/>
            <a:ext cx="3024055" cy="1016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78"/>
                </a:moveTo>
                <a:lnTo>
                  <a:pt x="2132" y="212"/>
                </a:lnTo>
                <a:lnTo>
                  <a:pt x="4562" y="4100"/>
                </a:lnTo>
                <a:lnTo>
                  <a:pt x="10639" y="4865"/>
                </a:lnTo>
                <a:lnTo>
                  <a:pt x="12472" y="2192"/>
                </a:lnTo>
                <a:lnTo>
                  <a:pt x="13882" y="3058"/>
                </a:lnTo>
                <a:lnTo>
                  <a:pt x="15331" y="0"/>
                </a:lnTo>
                <a:lnTo>
                  <a:pt x="17427" y="3317"/>
                </a:lnTo>
                <a:lnTo>
                  <a:pt x="18333" y="7964"/>
                </a:lnTo>
                <a:lnTo>
                  <a:pt x="19268" y="14788"/>
                </a:lnTo>
                <a:lnTo>
                  <a:pt x="19721" y="19407"/>
                </a:lnTo>
                <a:lnTo>
                  <a:pt x="18981" y="21600"/>
                </a:lnTo>
                <a:lnTo>
                  <a:pt x="21600" y="21193"/>
                </a:lnTo>
              </a:path>
            </a:pathLst>
          </a:cu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Shape 6854"/>
          <p:cNvSpPr/>
          <p:nvPr userDrawn="1"/>
        </p:nvSpPr>
        <p:spPr>
          <a:xfrm>
            <a:off x="3658788" y="5425"/>
            <a:ext cx="1299464" cy="4086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08" y="21600"/>
                </a:moveTo>
                <a:lnTo>
                  <a:pt x="578" y="19215"/>
                </a:lnTo>
                <a:lnTo>
                  <a:pt x="322" y="18081"/>
                </a:lnTo>
                <a:lnTo>
                  <a:pt x="0" y="16657"/>
                </a:lnTo>
                <a:lnTo>
                  <a:pt x="4411" y="15246"/>
                </a:lnTo>
                <a:lnTo>
                  <a:pt x="8382" y="14653"/>
                </a:lnTo>
                <a:lnTo>
                  <a:pt x="11668" y="13543"/>
                </a:lnTo>
                <a:lnTo>
                  <a:pt x="12578" y="11655"/>
                </a:lnTo>
                <a:lnTo>
                  <a:pt x="9280" y="9575"/>
                </a:lnTo>
                <a:lnTo>
                  <a:pt x="8939" y="7889"/>
                </a:lnTo>
                <a:lnTo>
                  <a:pt x="9280" y="6796"/>
                </a:lnTo>
                <a:lnTo>
                  <a:pt x="13247" y="4735"/>
                </a:lnTo>
                <a:lnTo>
                  <a:pt x="17216" y="3737"/>
                </a:lnTo>
                <a:lnTo>
                  <a:pt x="19680" y="2741"/>
                </a:lnTo>
                <a:lnTo>
                  <a:pt x="20930" y="1329"/>
                </a:lnTo>
                <a:lnTo>
                  <a:pt x="21600" y="0"/>
                </a:lnTo>
              </a:path>
            </a:pathLst>
          </a:cu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Shape 6855"/>
          <p:cNvSpPr/>
          <p:nvPr userDrawn="1"/>
        </p:nvSpPr>
        <p:spPr>
          <a:xfrm>
            <a:off x="27739" y="3209287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Mildura</a:t>
            </a:r>
            <a:endParaRPr sz="10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Shape 6856"/>
          <p:cNvSpPr/>
          <p:nvPr userDrawn="1"/>
        </p:nvSpPr>
        <p:spPr>
          <a:xfrm>
            <a:off x="886398" y="3117784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Shape 6862"/>
          <p:cNvSpPr/>
          <p:nvPr userDrawn="1"/>
        </p:nvSpPr>
        <p:spPr>
          <a:xfrm>
            <a:off x="2757443" y="3262656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Shape 6866"/>
          <p:cNvSpPr/>
          <p:nvPr userDrawn="1"/>
        </p:nvSpPr>
        <p:spPr>
          <a:xfrm>
            <a:off x="3313939" y="3441428"/>
            <a:ext cx="1336890" cy="1336890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Shape 6867"/>
          <p:cNvSpPr/>
          <p:nvPr userDrawn="1"/>
        </p:nvSpPr>
        <p:spPr>
          <a:xfrm>
            <a:off x="3090912" y="4189146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sz="1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Canberra</a:t>
            </a:r>
          </a:p>
        </p:txBody>
      </p:sp>
      <p:sp>
        <p:nvSpPr>
          <p:cNvPr id="30" name="Shape 6868"/>
          <p:cNvSpPr/>
          <p:nvPr userDrawn="1"/>
        </p:nvSpPr>
        <p:spPr>
          <a:xfrm>
            <a:off x="3931356" y="4058845"/>
            <a:ext cx="102056" cy="102056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Shape 6869"/>
          <p:cNvSpPr/>
          <p:nvPr userDrawn="1"/>
        </p:nvSpPr>
        <p:spPr>
          <a:xfrm>
            <a:off x="3754186" y="3070622"/>
            <a:ext cx="1782945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Wollongong</a:t>
            </a:r>
          </a:p>
        </p:txBody>
      </p:sp>
      <p:sp>
        <p:nvSpPr>
          <p:cNvPr id="32" name="Shape 6870"/>
          <p:cNvSpPr/>
          <p:nvPr userDrawn="1"/>
        </p:nvSpPr>
        <p:spPr>
          <a:xfrm>
            <a:off x="4612846" y="2979119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Shape 6848"/>
          <p:cNvSpPr/>
          <p:nvPr userDrawn="1"/>
        </p:nvSpPr>
        <p:spPr>
          <a:xfrm>
            <a:off x="1643725" y="1261935"/>
            <a:ext cx="2293063" cy="61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defRPr sz="3500"/>
            </a:lvl1pPr>
          </a:lstStyle>
          <a:p>
            <a:pPr algn="ctr"/>
            <a:r>
              <a:rPr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 South Wales</a:t>
            </a:r>
          </a:p>
        </p:txBody>
      </p:sp>
      <p:sp>
        <p:nvSpPr>
          <p:cNvPr id="34" name="Shape 6853"/>
          <p:cNvSpPr/>
          <p:nvPr userDrawn="1"/>
        </p:nvSpPr>
        <p:spPr>
          <a:xfrm>
            <a:off x="29977" y="1235239"/>
            <a:ext cx="5507064" cy="902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286"/>
                </a:moveTo>
                <a:lnTo>
                  <a:pt x="19789" y="8972"/>
                </a:lnTo>
                <a:lnTo>
                  <a:pt x="19063" y="7823"/>
                </a:lnTo>
                <a:lnTo>
                  <a:pt x="18469" y="6191"/>
                </a:lnTo>
                <a:lnTo>
                  <a:pt x="16004" y="6302"/>
                </a:lnTo>
                <a:lnTo>
                  <a:pt x="15177" y="13585"/>
                </a:lnTo>
                <a:lnTo>
                  <a:pt x="12642" y="20081"/>
                </a:lnTo>
                <a:lnTo>
                  <a:pt x="10357" y="21600"/>
                </a:lnTo>
                <a:lnTo>
                  <a:pt x="8608" y="19539"/>
                </a:lnTo>
                <a:cubicBezTo>
                  <a:pt x="8242" y="18170"/>
                  <a:pt x="7869" y="16867"/>
                  <a:pt x="7491" y="15634"/>
                </a:cubicBezTo>
                <a:cubicBezTo>
                  <a:pt x="6560" y="12603"/>
                  <a:pt x="5595" y="9993"/>
                  <a:pt x="4602" y="7823"/>
                </a:cubicBezTo>
                <a:lnTo>
                  <a:pt x="3300" y="4460"/>
                </a:lnTo>
                <a:lnTo>
                  <a:pt x="1760" y="0"/>
                </a:lnTo>
                <a:lnTo>
                  <a:pt x="1318" y="2818"/>
                </a:lnTo>
                <a:lnTo>
                  <a:pt x="952" y="9591"/>
                </a:lnTo>
                <a:lnTo>
                  <a:pt x="674" y="13930"/>
                </a:lnTo>
                <a:lnTo>
                  <a:pt x="0" y="18039"/>
                </a:lnTo>
              </a:path>
            </a:pathLst>
          </a:cu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5" name="Shape 6857"/>
          <p:cNvSpPr/>
          <p:nvPr userDrawn="1"/>
        </p:nvSpPr>
        <p:spPr>
          <a:xfrm>
            <a:off x="3991075" y="2731036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Sidney</a:t>
            </a:r>
          </a:p>
        </p:txBody>
      </p:sp>
      <p:sp>
        <p:nvSpPr>
          <p:cNvPr id="36" name="Shape 6858"/>
          <p:cNvSpPr/>
          <p:nvPr userDrawn="1"/>
        </p:nvSpPr>
        <p:spPr>
          <a:xfrm>
            <a:off x="4308332" y="2104252"/>
            <a:ext cx="1782945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Newcastle</a:t>
            </a:r>
          </a:p>
        </p:txBody>
      </p:sp>
      <p:sp>
        <p:nvSpPr>
          <p:cNvPr id="37" name="Shape 6859"/>
          <p:cNvSpPr/>
          <p:nvPr userDrawn="1"/>
        </p:nvSpPr>
        <p:spPr>
          <a:xfrm>
            <a:off x="5166992" y="2012749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Shape 6860"/>
          <p:cNvSpPr/>
          <p:nvPr userDrawn="1"/>
        </p:nvSpPr>
        <p:spPr>
          <a:xfrm>
            <a:off x="4776258" y="1317166"/>
            <a:ext cx="1782944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 Macquarie</a:t>
            </a:r>
          </a:p>
        </p:txBody>
      </p:sp>
      <p:sp>
        <p:nvSpPr>
          <p:cNvPr id="39" name="Shape 6861"/>
          <p:cNvSpPr/>
          <p:nvPr userDrawn="1"/>
        </p:nvSpPr>
        <p:spPr>
          <a:xfrm>
            <a:off x="5634917" y="1225663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Shape 6863"/>
          <p:cNvSpPr/>
          <p:nvPr userDrawn="1"/>
        </p:nvSpPr>
        <p:spPr>
          <a:xfrm>
            <a:off x="4849734" y="2639533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hape 6864"/>
          <p:cNvSpPr/>
          <p:nvPr userDrawn="1"/>
        </p:nvSpPr>
        <p:spPr>
          <a:xfrm>
            <a:off x="5737966" y="620304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Shape 6865"/>
          <p:cNvSpPr/>
          <p:nvPr userDrawn="1"/>
        </p:nvSpPr>
        <p:spPr>
          <a:xfrm>
            <a:off x="4879307" y="711807"/>
            <a:ext cx="1782945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>
              <a:lnSpc>
                <a:spcPct val="120000"/>
              </a:lnSpc>
              <a:spcBef>
                <a:spcPts val="4500"/>
              </a:spcBef>
              <a:defRPr sz="2000"/>
            </a:lvl1pPr>
          </a:lstStyle>
          <a:p>
            <a:pPr algn="ctr"/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Coffs </a:t>
            </a:r>
            <a:r>
              <a:rPr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Harbour</a:t>
            </a:r>
            <a:endParaRPr sz="1000" dirty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Shape 6871"/>
          <p:cNvSpPr/>
          <p:nvPr userDrawn="1"/>
        </p:nvSpPr>
        <p:spPr>
          <a:xfrm>
            <a:off x="5474653" y="1800965"/>
            <a:ext cx="1119162" cy="241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 algn="l">
              <a:lnSpc>
                <a:spcPct val="120000"/>
              </a:lnSpc>
              <a:spcBef>
                <a:spcPts val="2500"/>
              </a:spcBef>
              <a:defRPr sz="2000"/>
            </a:lvl1pPr>
          </a:lstStyle>
          <a:p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Nelson Bay</a:t>
            </a:r>
          </a:p>
        </p:txBody>
      </p:sp>
      <p:sp>
        <p:nvSpPr>
          <p:cNvPr id="44" name="Shape 6872"/>
          <p:cNvSpPr/>
          <p:nvPr userDrawn="1"/>
        </p:nvSpPr>
        <p:spPr>
          <a:xfrm>
            <a:off x="5286076" y="1863033"/>
            <a:ext cx="102056" cy="10205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" name="Shape 6852"/>
          <p:cNvSpPr/>
          <p:nvPr userDrawn="1"/>
        </p:nvSpPr>
        <p:spPr>
          <a:xfrm>
            <a:off x="1399735" y="10530"/>
            <a:ext cx="4385984" cy="10983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314"/>
                </a:moveTo>
                <a:lnTo>
                  <a:pt x="18816" y="10977"/>
                </a:lnTo>
                <a:lnTo>
                  <a:pt x="17659" y="13507"/>
                </a:lnTo>
                <a:lnTo>
                  <a:pt x="16468" y="18581"/>
                </a:lnTo>
                <a:lnTo>
                  <a:pt x="14490" y="18581"/>
                </a:lnTo>
                <a:lnTo>
                  <a:pt x="13086" y="16175"/>
                </a:lnTo>
                <a:lnTo>
                  <a:pt x="11319" y="13156"/>
                </a:lnTo>
                <a:lnTo>
                  <a:pt x="9784" y="20353"/>
                </a:lnTo>
                <a:lnTo>
                  <a:pt x="9151" y="21065"/>
                </a:lnTo>
                <a:lnTo>
                  <a:pt x="7774" y="21600"/>
                </a:lnTo>
                <a:lnTo>
                  <a:pt x="3822" y="18660"/>
                </a:lnTo>
                <a:lnTo>
                  <a:pt x="2778" y="16076"/>
                </a:lnTo>
                <a:lnTo>
                  <a:pt x="632" y="10304"/>
                </a:lnTo>
                <a:lnTo>
                  <a:pt x="232" y="6191"/>
                </a:lnTo>
                <a:lnTo>
                  <a:pt x="176" y="3480"/>
                </a:lnTo>
                <a:lnTo>
                  <a:pt x="0" y="0"/>
                </a:lnTo>
              </a:path>
            </a:pathLst>
          </a:cu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60400" y="4425950"/>
            <a:ext cx="1917700" cy="19177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91085" y="1009553"/>
            <a:ext cx="4606267" cy="677586"/>
          </a:xfrm>
        </p:spPr>
        <p:txBody>
          <a:bodyPr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291147" y="1601463"/>
            <a:ext cx="4592954" cy="322848"/>
          </a:xfrm>
        </p:spPr>
        <p:txBody>
          <a:bodyPr anchor="ctr">
            <a:normAutofit/>
          </a:bodyPr>
          <a:lstStyle>
            <a:lvl1pPr marL="0" indent="0" algn="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606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000"/>
                            </p:stCondLst>
                            <p:childTnLst>
                              <p:par>
                                <p:cTn id="1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5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12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4C31F0-57F6-4B6F-B3B0-ECD3D6AED4C9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489200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249735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10748" y="1389480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492533" y="2698334"/>
            <a:ext cx="1216026" cy="1273772"/>
          </a:xfrm>
          <a:prstGeom prst="roundRect">
            <a:avLst>
              <a:gd name="adj" fmla="val 1523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0609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5E6DC-C4C8-4E95-BCCC-BE83DEA85F8A}"/>
              </a:ext>
            </a:extLst>
          </p:cNvPr>
          <p:cNvSpPr/>
          <p:nvPr userDrawn="1"/>
        </p:nvSpPr>
        <p:spPr>
          <a:xfrm>
            <a:off x="0" y="1"/>
            <a:ext cx="12192000" cy="1187354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489200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3249735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281417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8407400" y="2489200"/>
            <a:ext cx="2713038" cy="1841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411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22C42F-97D4-4C46-A717-B53AC8629CD3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039428" y="2324753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039428" y="3085288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228954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39607" y="1711310"/>
            <a:ext cx="5450105" cy="3992578"/>
          </a:xfrm>
          <a:prstGeom prst="roundRect">
            <a:avLst>
              <a:gd name="adj" fmla="val 1160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396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1EBD9-3C08-41C4-ADB2-7EFFAE037EB1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8532" y="2465414"/>
            <a:ext cx="4567238" cy="40874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228532" y="3429750"/>
            <a:ext cx="3335338" cy="206851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37252" y="1238165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1666075"/>
            <a:ext cx="4516220" cy="5191924"/>
          </a:xfrm>
          <a:prstGeom prst="roundRect">
            <a:avLst>
              <a:gd name="adj" fmla="val 1667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2843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557338" y="1333500"/>
            <a:ext cx="2771775" cy="1944688"/>
          </a:xfrm>
          <a:prstGeom prst="roundRect">
            <a:avLst>
              <a:gd name="adj" fmla="val 1727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 dirty="0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4727275" y="1333500"/>
            <a:ext cx="2771775" cy="1944688"/>
          </a:xfrm>
          <a:prstGeom prst="roundRect">
            <a:avLst>
              <a:gd name="adj" fmla="val 1728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 dirty="0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864047" y="1333116"/>
            <a:ext cx="2771775" cy="1944688"/>
          </a:xfrm>
          <a:prstGeom prst="roundRect">
            <a:avLst>
              <a:gd name="adj" fmla="val 1239"/>
            </a:avLst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676401" y="4967182"/>
            <a:ext cx="254627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76401" y="5442314"/>
            <a:ext cx="2546274" cy="66971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793204" y="4967182"/>
            <a:ext cx="254627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7981967" y="4967182"/>
            <a:ext cx="254627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793204" y="5442314"/>
            <a:ext cx="2546274" cy="66971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Maste</a:t>
            </a:r>
            <a:r>
              <a:rPr lang="en-US" dirty="0"/>
              <a:t>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982026" y="5442314"/>
            <a:ext cx="2546274" cy="66971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2371218" y="3592409"/>
            <a:ext cx="11566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5497430" y="3592409"/>
            <a:ext cx="11566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711260" y="3592409"/>
            <a:ext cx="11566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2370270" y="3921239"/>
            <a:ext cx="1156640" cy="64994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5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00</a:t>
            </a:r>
            <a:endParaRPr lang="en-GB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5497430" y="3921239"/>
            <a:ext cx="1156640" cy="64994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5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00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8711260" y="3921239"/>
            <a:ext cx="1156640" cy="64994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5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31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2" grpId="0"/>
    </p:bldLst>
  </p:timing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970AD940-3E03-437A-B609-B0BD7E2390F8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390638" y="1856018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390638" y="221748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37252" y="1156507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4" name="Group 2460"/>
          <p:cNvGrpSpPr/>
          <p:nvPr userDrawn="1"/>
        </p:nvGrpSpPr>
        <p:grpSpPr>
          <a:xfrm>
            <a:off x="1016207" y="1681647"/>
            <a:ext cx="2910856" cy="6133466"/>
            <a:chOff x="0" y="0"/>
            <a:chExt cx="5821708" cy="12266929"/>
          </a:xfrm>
        </p:grpSpPr>
        <p:sp>
          <p:nvSpPr>
            <p:cNvPr id="35" name="Shape 2448"/>
            <p:cNvSpPr/>
            <p:nvPr/>
          </p:nvSpPr>
          <p:spPr>
            <a:xfrm>
              <a:off x="55694" y="74259"/>
              <a:ext cx="5766014" cy="12192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9" y="0"/>
                  </a:moveTo>
                  <a:lnTo>
                    <a:pt x="3509" y="0"/>
                  </a:lnTo>
                  <a:cubicBezTo>
                    <a:pt x="1248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61" y="21600"/>
                    <a:pt x="3509" y="21600"/>
                  </a:cubicBezTo>
                  <a:lnTo>
                    <a:pt x="18169" y="21600"/>
                  </a:lnTo>
                  <a:cubicBezTo>
                    <a:pt x="20139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8" y="0"/>
                    <a:pt x="18169" y="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" name="Shape 2449"/>
            <p:cNvSpPr/>
            <p:nvPr/>
          </p:nvSpPr>
          <p:spPr>
            <a:xfrm>
              <a:off x="501250" y="1763658"/>
              <a:ext cx="4865056" cy="872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2C3CB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" name="Shape 2450"/>
            <p:cNvSpPr/>
            <p:nvPr/>
          </p:nvSpPr>
          <p:spPr>
            <a:xfrm>
              <a:off x="55694" y="74259"/>
              <a:ext cx="5766014" cy="121926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9941"/>
                  </a:moveTo>
                  <a:cubicBezTo>
                    <a:pt x="21300" y="20782"/>
                    <a:pt x="19945" y="21458"/>
                    <a:pt x="18168" y="21458"/>
                  </a:cubicBezTo>
                  <a:lnTo>
                    <a:pt x="3507" y="21458"/>
                  </a:lnTo>
                  <a:cubicBezTo>
                    <a:pt x="1932" y="21458"/>
                    <a:pt x="300" y="20925"/>
                    <a:pt x="300" y="19941"/>
                  </a:cubicBezTo>
                  <a:lnTo>
                    <a:pt x="300" y="1623"/>
                  </a:lnTo>
                  <a:cubicBezTo>
                    <a:pt x="300" y="713"/>
                    <a:pt x="1582" y="142"/>
                    <a:pt x="3507" y="142"/>
                  </a:cubicBezTo>
                  <a:lnTo>
                    <a:pt x="18168" y="142"/>
                  </a:lnTo>
                  <a:cubicBezTo>
                    <a:pt x="20034" y="142"/>
                    <a:pt x="21300" y="741"/>
                    <a:pt x="21300" y="1623"/>
                  </a:cubicBezTo>
                  <a:cubicBezTo>
                    <a:pt x="21300" y="1623"/>
                    <a:pt x="21300" y="19941"/>
                    <a:pt x="21300" y="19941"/>
                  </a:cubicBezTo>
                  <a:close/>
                  <a:moveTo>
                    <a:pt x="18168" y="0"/>
                  </a:moveTo>
                  <a:lnTo>
                    <a:pt x="3507" y="0"/>
                  </a:lnTo>
                  <a:cubicBezTo>
                    <a:pt x="1247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59" y="21600"/>
                    <a:pt x="3507" y="21600"/>
                  </a:cubicBezTo>
                  <a:lnTo>
                    <a:pt x="18168" y="21600"/>
                  </a:lnTo>
                  <a:cubicBezTo>
                    <a:pt x="20138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6" y="0"/>
                    <a:pt x="18168" y="0"/>
                  </a:cubicBezTo>
                  <a:close/>
                </a:path>
              </a:pathLst>
            </a:custGeom>
            <a:solidFill>
              <a:srgbClr val="DADBD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38" name="Shape 2451"/>
            <p:cNvSpPr/>
            <p:nvPr/>
          </p:nvSpPr>
          <p:spPr>
            <a:xfrm>
              <a:off x="185648" y="185648"/>
              <a:ext cx="5525758" cy="11952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90" y="36"/>
                  </a:moveTo>
                  <a:cubicBezTo>
                    <a:pt x="1416" y="36"/>
                    <a:pt x="78" y="639"/>
                    <a:pt x="78" y="1439"/>
                  </a:cubicBezTo>
                  <a:lnTo>
                    <a:pt x="78" y="20125"/>
                  </a:lnTo>
                  <a:cubicBezTo>
                    <a:pt x="78" y="21107"/>
                    <a:pt x="1935" y="21564"/>
                    <a:pt x="3190" y="21564"/>
                  </a:cubicBezTo>
                  <a:lnTo>
                    <a:pt x="18488" y="21564"/>
                  </a:lnTo>
                  <a:cubicBezTo>
                    <a:pt x="20076" y="21564"/>
                    <a:pt x="21522" y="20878"/>
                    <a:pt x="21522" y="20125"/>
                  </a:cubicBezTo>
                  <a:lnTo>
                    <a:pt x="21522" y="1439"/>
                  </a:lnTo>
                  <a:cubicBezTo>
                    <a:pt x="21522" y="652"/>
                    <a:pt x="20189" y="36"/>
                    <a:pt x="18488" y="36"/>
                  </a:cubicBezTo>
                  <a:cubicBezTo>
                    <a:pt x="18488" y="36"/>
                    <a:pt x="3190" y="36"/>
                    <a:pt x="3190" y="36"/>
                  </a:cubicBezTo>
                  <a:close/>
                  <a:moveTo>
                    <a:pt x="18488" y="21600"/>
                  </a:moveTo>
                  <a:lnTo>
                    <a:pt x="3190" y="21600"/>
                  </a:lnTo>
                  <a:cubicBezTo>
                    <a:pt x="1656" y="21600"/>
                    <a:pt x="0" y="21036"/>
                    <a:pt x="0" y="20125"/>
                  </a:cubicBezTo>
                  <a:lnTo>
                    <a:pt x="0" y="1439"/>
                  </a:lnTo>
                  <a:cubicBezTo>
                    <a:pt x="0" y="619"/>
                    <a:pt x="1372" y="0"/>
                    <a:pt x="3190" y="0"/>
                  </a:cubicBezTo>
                  <a:lnTo>
                    <a:pt x="18488" y="0"/>
                  </a:lnTo>
                  <a:cubicBezTo>
                    <a:pt x="20233" y="0"/>
                    <a:pt x="21600" y="632"/>
                    <a:pt x="21600" y="1439"/>
                  </a:cubicBezTo>
                  <a:lnTo>
                    <a:pt x="21600" y="20125"/>
                  </a:lnTo>
                  <a:cubicBezTo>
                    <a:pt x="21600" y="20897"/>
                    <a:pt x="20117" y="21600"/>
                    <a:pt x="18488" y="2160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39" name="Shape 2452"/>
            <p:cNvSpPr/>
            <p:nvPr/>
          </p:nvSpPr>
          <p:spPr>
            <a:xfrm>
              <a:off x="4102829" y="0"/>
              <a:ext cx="736902" cy="60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61" y="0"/>
                  </a:moveTo>
                  <a:lnTo>
                    <a:pt x="940" y="0"/>
                  </a:lnTo>
                  <a:lnTo>
                    <a:pt x="0" y="72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01"/>
                  </a:lnTo>
                  <a:cubicBezTo>
                    <a:pt x="21600" y="7201"/>
                    <a:pt x="20661" y="0"/>
                    <a:pt x="20661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0" name="Shape 2453"/>
            <p:cNvSpPr/>
            <p:nvPr/>
          </p:nvSpPr>
          <p:spPr>
            <a:xfrm>
              <a:off x="0" y="1726528"/>
              <a:ext cx="60065" cy="560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3"/>
                  </a:moveTo>
                  <a:lnTo>
                    <a:pt x="7201" y="0"/>
                  </a:lnTo>
                  <a:lnTo>
                    <a:pt x="0" y="939"/>
                  </a:lnTo>
                  <a:lnTo>
                    <a:pt x="0" y="20643"/>
                  </a:lnTo>
                  <a:lnTo>
                    <a:pt x="7201" y="21581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3"/>
                  </a:lnTo>
                  <a:cubicBezTo>
                    <a:pt x="21600" y="3"/>
                    <a:pt x="7201" y="3"/>
                    <a:pt x="7201" y="3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1" name="Shape 2454"/>
            <p:cNvSpPr/>
            <p:nvPr/>
          </p:nvSpPr>
          <p:spPr>
            <a:xfrm>
              <a:off x="0" y="2896113"/>
              <a:ext cx="60065" cy="420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5"/>
                  </a:moveTo>
                  <a:lnTo>
                    <a:pt x="7201" y="0"/>
                  </a:lnTo>
                  <a:lnTo>
                    <a:pt x="0" y="1252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5"/>
                  </a:lnTo>
                  <a:cubicBezTo>
                    <a:pt x="21600" y="5"/>
                    <a:pt x="7201" y="5"/>
                    <a:pt x="7201" y="5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2" name="Shape 2455"/>
            <p:cNvSpPr/>
            <p:nvPr/>
          </p:nvSpPr>
          <p:spPr>
            <a:xfrm>
              <a:off x="0" y="3917178"/>
              <a:ext cx="60065" cy="420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4"/>
                  </a:moveTo>
                  <a:lnTo>
                    <a:pt x="7201" y="0"/>
                  </a:lnTo>
                  <a:lnTo>
                    <a:pt x="0" y="1251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4"/>
                  </a:lnTo>
                  <a:cubicBezTo>
                    <a:pt x="21600" y="4"/>
                    <a:pt x="7201" y="4"/>
                    <a:pt x="7201" y="4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3" name="Shape 2456"/>
            <p:cNvSpPr/>
            <p:nvPr/>
          </p:nvSpPr>
          <p:spPr>
            <a:xfrm>
              <a:off x="2431992" y="10804730"/>
              <a:ext cx="1032869" cy="1032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393"/>
                  </a:moveTo>
                  <a:cubicBezTo>
                    <a:pt x="5502" y="20393"/>
                    <a:pt x="1207" y="16098"/>
                    <a:pt x="1207" y="10800"/>
                  </a:cubicBezTo>
                  <a:cubicBezTo>
                    <a:pt x="1207" y="5502"/>
                    <a:pt x="5502" y="1207"/>
                    <a:pt x="10800" y="1207"/>
                  </a:cubicBezTo>
                  <a:cubicBezTo>
                    <a:pt x="16098" y="1207"/>
                    <a:pt x="20393" y="5502"/>
                    <a:pt x="20393" y="10800"/>
                  </a:cubicBezTo>
                  <a:cubicBezTo>
                    <a:pt x="20393" y="16098"/>
                    <a:pt x="16098" y="20393"/>
                    <a:pt x="10800" y="20393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4" name="Shape 2457"/>
            <p:cNvSpPr/>
            <p:nvPr/>
          </p:nvSpPr>
          <p:spPr>
            <a:xfrm>
              <a:off x="2429675" y="989886"/>
              <a:ext cx="1018052" cy="208331"/>
            </a:xfrm>
            <a:prstGeom prst="roundRect">
              <a:avLst>
                <a:gd name="adj" fmla="val 50000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5" name="Shape 2458"/>
            <p:cNvSpPr/>
            <p:nvPr/>
          </p:nvSpPr>
          <p:spPr>
            <a:xfrm>
              <a:off x="2413428" y="983935"/>
              <a:ext cx="1061098" cy="220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5" y="11782"/>
                  </a:moveTo>
                  <a:cubicBezTo>
                    <a:pt x="20785" y="15035"/>
                    <a:pt x="20237" y="17673"/>
                    <a:pt x="19562" y="17673"/>
                  </a:cubicBezTo>
                  <a:lnTo>
                    <a:pt x="2038" y="17673"/>
                  </a:lnTo>
                  <a:cubicBezTo>
                    <a:pt x="1363" y="17673"/>
                    <a:pt x="815" y="15035"/>
                    <a:pt x="815" y="11782"/>
                  </a:cubicBezTo>
                  <a:lnTo>
                    <a:pt x="815" y="9818"/>
                  </a:lnTo>
                  <a:cubicBezTo>
                    <a:pt x="815" y="6565"/>
                    <a:pt x="1363" y="3928"/>
                    <a:pt x="2038" y="3928"/>
                  </a:cubicBezTo>
                  <a:lnTo>
                    <a:pt x="19562" y="3928"/>
                  </a:lnTo>
                  <a:cubicBezTo>
                    <a:pt x="20237" y="3928"/>
                    <a:pt x="20785" y="6565"/>
                    <a:pt x="20785" y="9818"/>
                  </a:cubicBezTo>
                  <a:cubicBezTo>
                    <a:pt x="20785" y="9818"/>
                    <a:pt x="20785" y="11782"/>
                    <a:pt x="20785" y="11782"/>
                  </a:cubicBezTo>
                  <a:close/>
                  <a:moveTo>
                    <a:pt x="21600" y="9818"/>
                  </a:moveTo>
                  <a:cubicBezTo>
                    <a:pt x="21600" y="4396"/>
                    <a:pt x="20688" y="0"/>
                    <a:pt x="19562" y="0"/>
                  </a:cubicBezTo>
                  <a:lnTo>
                    <a:pt x="2038" y="0"/>
                  </a:lnTo>
                  <a:cubicBezTo>
                    <a:pt x="912" y="0"/>
                    <a:pt x="0" y="4396"/>
                    <a:pt x="0" y="9818"/>
                  </a:cubicBezTo>
                  <a:lnTo>
                    <a:pt x="0" y="11782"/>
                  </a:lnTo>
                  <a:cubicBezTo>
                    <a:pt x="0" y="17204"/>
                    <a:pt x="912" y="21600"/>
                    <a:pt x="2038" y="21600"/>
                  </a:cubicBezTo>
                  <a:lnTo>
                    <a:pt x="19562" y="21600"/>
                  </a:lnTo>
                  <a:cubicBezTo>
                    <a:pt x="20688" y="21600"/>
                    <a:pt x="21600" y="17204"/>
                    <a:pt x="21600" y="11782"/>
                  </a:cubicBezTo>
                  <a:cubicBezTo>
                    <a:pt x="216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A4ADB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633506" y="1965926"/>
            <a:ext cx="508001" cy="503114"/>
            <a:chOff x="4633506" y="1965926"/>
            <a:chExt cx="508001" cy="503114"/>
          </a:xfrm>
        </p:grpSpPr>
        <p:sp>
          <p:nvSpPr>
            <p:cNvPr id="16" name="Shape 2427"/>
            <p:cNvSpPr/>
            <p:nvPr userDrawn="1"/>
          </p:nvSpPr>
          <p:spPr>
            <a:xfrm>
              <a:off x="4633506" y="1965926"/>
              <a:ext cx="508001" cy="503114"/>
            </a:xfrm>
            <a:prstGeom prst="roundRect">
              <a:avLst>
                <a:gd name="adj" fmla="val 5841"/>
              </a:avLst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7" name="Shape 2461"/>
            <p:cNvSpPr/>
            <p:nvPr userDrawn="1"/>
          </p:nvSpPr>
          <p:spPr>
            <a:xfrm>
              <a:off x="4774690" y="2103200"/>
              <a:ext cx="225633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07" y="0"/>
                  </a:moveTo>
                  <a:cubicBezTo>
                    <a:pt x="4687" y="0"/>
                    <a:pt x="4518" y="168"/>
                    <a:pt x="4518" y="383"/>
                  </a:cubicBezTo>
                  <a:lnTo>
                    <a:pt x="4518" y="3067"/>
                  </a:lnTo>
                  <a:lnTo>
                    <a:pt x="8792" y="3067"/>
                  </a:lnTo>
                  <a:lnTo>
                    <a:pt x="8792" y="383"/>
                  </a:lnTo>
                  <a:cubicBezTo>
                    <a:pt x="8792" y="168"/>
                    <a:pt x="8624" y="0"/>
                    <a:pt x="8404" y="0"/>
                  </a:cubicBezTo>
                  <a:cubicBezTo>
                    <a:pt x="8404" y="0"/>
                    <a:pt x="4907" y="0"/>
                    <a:pt x="4907" y="0"/>
                  </a:cubicBezTo>
                  <a:close/>
                  <a:moveTo>
                    <a:pt x="13438" y="0"/>
                  </a:moveTo>
                  <a:cubicBezTo>
                    <a:pt x="13220" y="0"/>
                    <a:pt x="13050" y="168"/>
                    <a:pt x="13050" y="383"/>
                  </a:cubicBezTo>
                  <a:lnTo>
                    <a:pt x="13050" y="3067"/>
                  </a:lnTo>
                  <a:lnTo>
                    <a:pt x="17324" y="3067"/>
                  </a:lnTo>
                  <a:lnTo>
                    <a:pt x="17324" y="383"/>
                  </a:lnTo>
                  <a:cubicBezTo>
                    <a:pt x="17324" y="168"/>
                    <a:pt x="17155" y="0"/>
                    <a:pt x="16936" y="0"/>
                  </a:cubicBezTo>
                  <a:cubicBezTo>
                    <a:pt x="16936" y="0"/>
                    <a:pt x="13438" y="0"/>
                    <a:pt x="13438" y="0"/>
                  </a:cubicBezTo>
                  <a:close/>
                  <a:moveTo>
                    <a:pt x="3400" y="3963"/>
                  </a:moveTo>
                  <a:cubicBezTo>
                    <a:pt x="3229" y="3963"/>
                    <a:pt x="3072" y="4072"/>
                    <a:pt x="3023" y="4239"/>
                  </a:cubicBezTo>
                  <a:lnTo>
                    <a:pt x="0" y="14698"/>
                  </a:lnTo>
                  <a:cubicBezTo>
                    <a:pt x="0" y="14698"/>
                    <a:pt x="0" y="20832"/>
                    <a:pt x="0" y="20832"/>
                  </a:cubicBezTo>
                  <a:cubicBezTo>
                    <a:pt x="0" y="21253"/>
                    <a:pt x="351" y="21600"/>
                    <a:pt x="777" y="21600"/>
                  </a:cubicBezTo>
                  <a:lnTo>
                    <a:pt x="6994" y="21600"/>
                  </a:lnTo>
                  <a:cubicBezTo>
                    <a:pt x="7420" y="21600"/>
                    <a:pt x="7772" y="21253"/>
                    <a:pt x="7772" y="20832"/>
                  </a:cubicBezTo>
                  <a:lnTo>
                    <a:pt x="7772" y="13931"/>
                  </a:lnTo>
                  <a:cubicBezTo>
                    <a:pt x="8197" y="13931"/>
                    <a:pt x="8550" y="13583"/>
                    <a:pt x="8550" y="13164"/>
                  </a:cubicBezTo>
                  <a:lnTo>
                    <a:pt x="8550" y="3963"/>
                  </a:lnTo>
                  <a:lnTo>
                    <a:pt x="3400" y="3963"/>
                  </a:lnTo>
                  <a:close/>
                  <a:moveTo>
                    <a:pt x="9310" y="3963"/>
                  </a:moveTo>
                  <a:cubicBezTo>
                    <a:pt x="9310" y="3963"/>
                    <a:pt x="9310" y="12398"/>
                    <a:pt x="9310" y="12398"/>
                  </a:cubicBezTo>
                  <a:lnTo>
                    <a:pt x="12420" y="12398"/>
                  </a:lnTo>
                  <a:lnTo>
                    <a:pt x="12420" y="3963"/>
                  </a:lnTo>
                  <a:lnTo>
                    <a:pt x="9310" y="3963"/>
                  </a:lnTo>
                  <a:close/>
                  <a:moveTo>
                    <a:pt x="13050" y="3963"/>
                  </a:moveTo>
                  <a:lnTo>
                    <a:pt x="13050" y="13164"/>
                  </a:lnTo>
                  <a:cubicBezTo>
                    <a:pt x="13050" y="13583"/>
                    <a:pt x="13403" y="13931"/>
                    <a:pt x="13827" y="13931"/>
                  </a:cubicBezTo>
                  <a:lnTo>
                    <a:pt x="13827" y="20832"/>
                  </a:lnTo>
                  <a:cubicBezTo>
                    <a:pt x="13827" y="21253"/>
                    <a:pt x="14179" y="21600"/>
                    <a:pt x="14604" y="21600"/>
                  </a:cubicBezTo>
                  <a:lnTo>
                    <a:pt x="20823" y="21600"/>
                  </a:lnTo>
                  <a:cubicBezTo>
                    <a:pt x="21249" y="21600"/>
                    <a:pt x="21600" y="21253"/>
                    <a:pt x="21600" y="20832"/>
                  </a:cubicBezTo>
                  <a:lnTo>
                    <a:pt x="21600" y="14698"/>
                  </a:lnTo>
                  <a:lnTo>
                    <a:pt x="18576" y="4239"/>
                  </a:lnTo>
                  <a:cubicBezTo>
                    <a:pt x="18527" y="4072"/>
                    <a:pt x="18370" y="3963"/>
                    <a:pt x="18199" y="3963"/>
                  </a:cubicBezTo>
                  <a:lnTo>
                    <a:pt x="13050" y="3963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633506" y="3231939"/>
            <a:ext cx="508001" cy="508001"/>
            <a:chOff x="4633506" y="3231939"/>
            <a:chExt cx="508001" cy="508001"/>
          </a:xfrm>
        </p:grpSpPr>
        <p:sp>
          <p:nvSpPr>
            <p:cNvPr id="17" name="Shape 2428"/>
            <p:cNvSpPr/>
            <p:nvPr userDrawn="1"/>
          </p:nvSpPr>
          <p:spPr>
            <a:xfrm>
              <a:off x="4633506" y="3231939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8" name="Shape 2462"/>
            <p:cNvSpPr/>
            <p:nvPr userDrawn="1"/>
          </p:nvSpPr>
          <p:spPr>
            <a:xfrm>
              <a:off x="4764532" y="3377846"/>
              <a:ext cx="245948" cy="216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5" y="11782"/>
                  </a:moveTo>
                  <a:lnTo>
                    <a:pt x="6047" y="11782"/>
                  </a:lnTo>
                  <a:cubicBezTo>
                    <a:pt x="5088" y="11782"/>
                    <a:pt x="4320" y="10907"/>
                    <a:pt x="4320" y="9818"/>
                  </a:cubicBezTo>
                  <a:cubicBezTo>
                    <a:pt x="4320" y="9818"/>
                    <a:pt x="4320" y="7855"/>
                    <a:pt x="4320" y="5892"/>
                  </a:cubicBezTo>
                  <a:lnTo>
                    <a:pt x="7775" y="5892"/>
                  </a:lnTo>
                  <a:cubicBezTo>
                    <a:pt x="7775" y="5892"/>
                    <a:pt x="7775" y="11782"/>
                    <a:pt x="7775" y="11782"/>
                  </a:cubicBezTo>
                  <a:close/>
                  <a:moveTo>
                    <a:pt x="20735" y="2946"/>
                  </a:moveTo>
                  <a:lnTo>
                    <a:pt x="20304" y="0"/>
                  </a:lnTo>
                  <a:lnTo>
                    <a:pt x="7344" y="0"/>
                  </a:lnTo>
                  <a:lnTo>
                    <a:pt x="6913" y="1964"/>
                  </a:lnTo>
                  <a:lnTo>
                    <a:pt x="431" y="1964"/>
                  </a:lnTo>
                  <a:lnTo>
                    <a:pt x="0" y="3928"/>
                  </a:lnTo>
                  <a:lnTo>
                    <a:pt x="862" y="4910"/>
                  </a:lnTo>
                  <a:lnTo>
                    <a:pt x="862" y="9818"/>
                  </a:lnTo>
                  <a:cubicBezTo>
                    <a:pt x="862" y="13070"/>
                    <a:pt x="3186" y="15709"/>
                    <a:pt x="6047" y="15709"/>
                  </a:cubicBezTo>
                  <a:lnTo>
                    <a:pt x="7775" y="15709"/>
                  </a:lnTo>
                  <a:lnTo>
                    <a:pt x="6047" y="18655"/>
                  </a:lnTo>
                  <a:lnTo>
                    <a:pt x="6047" y="21600"/>
                  </a:lnTo>
                  <a:lnTo>
                    <a:pt x="21600" y="21600"/>
                  </a:lnTo>
                  <a:lnTo>
                    <a:pt x="21600" y="18655"/>
                  </a:lnTo>
                  <a:lnTo>
                    <a:pt x="19873" y="15709"/>
                  </a:lnTo>
                  <a:lnTo>
                    <a:pt x="19873" y="3435"/>
                  </a:lnTo>
                  <a:cubicBezTo>
                    <a:pt x="19873" y="3435"/>
                    <a:pt x="20735" y="2946"/>
                    <a:pt x="20735" y="294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4633506" y="4558973"/>
            <a:ext cx="508001" cy="508001"/>
            <a:chOff x="4633506" y="4558973"/>
            <a:chExt cx="508001" cy="508001"/>
          </a:xfrm>
        </p:grpSpPr>
        <p:sp>
          <p:nvSpPr>
            <p:cNvPr id="18" name="Shape 2429"/>
            <p:cNvSpPr/>
            <p:nvPr userDrawn="1"/>
          </p:nvSpPr>
          <p:spPr>
            <a:xfrm>
              <a:off x="4633506" y="4558973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9" name="Shape 2463"/>
            <p:cNvSpPr/>
            <p:nvPr userDrawn="1"/>
          </p:nvSpPr>
          <p:spPr>
            <a:xfrm>
              <a:off x="4756752" y="4698690"/>
              <a:ext cx="261508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7" y="16584"/>
                  </a:moveTo>
                  <a:cubicBezTo>
                    <a:pt x="17298" y="16584"/>
                    <a:pt x="16538" y="15716"/>
                    <a:pt x="16538" y="14656"/>
                  </a:cubicBezTo>
                  <a:cubicBezTo>
                    <a:pt x="16538" y="13595"/>
                    <a:pt x="17298" y="12728"/>
                    <a:pt x="18227" y="12728"/>
                  </a:cubicBezTo>
                  <a:cubicBezTo>
                    <a:pt x="19155" y="12728"/>
                    <a:pt x="19914" y="13595"/>
                    <a:pt x="19914" y="14656"/>
                  </a:cubicBezTo>
                  <a:cubicBezTo>
                    <a:pt x="19914" y="15716"/>
                    <a:pt x="19155" y="16584"/>
                    <a:pt x="18227" y="16584"/>
                  </a:cubicBezTo>
                  <a:close/>
                  <a:moveTo>
                    <a:pt x="5442" y="10799"/>
                  </a:moveTo>
                  <a:lnTo>
                    <a:pt x="6381" y="6496"/>
                  </a:lnTo>
                  <a:cubicBezTo>
                    <a:pt x="6413" y="6364"/>
                    <a:pt x="6623" y="6171"/>
                    <a:pt x="6750" y="6171"/>
                  </a:cubicBezTo>
                  <a:lnTo>
                    <a:pt x="14850" y="6171"/>
                  </a:lnTo>
                  <a:cubicBezTo>
                    <a:pt x="14977" y="6171"/>
                    <a:pt x="15189" y="6364"/>
                    <a:pt x="15221" y="6496"/>
                  </a:cubicBezTo>
                  <a:lnTo>
                    <a:pt x="16158" y="10799"/>
                  </a:lnTo>
                  <a:cubicBezTo>
                    <a:pt x="16158" y="10799"/>
                    <a:pt x="5442" y="10799"/>
                    <a:pt x="5442" y="10799"/>
                  </a:cubicBezTo>
                  <a:close/>
                  <a:moveTo>
                    <a:pt x="3375" y="16584"/>
                  </a:moveTo>
                  <a:cubicBezTo>
                    <a:pt x="2448" y="16584"/>
                    <a:pt x="1689" y="15716"/>
                    <a:pt x="1689" y="14656"/>
                  </a:cubicBezTo>
                  <a:cubicBezTo>
                    <a:pt x="1689" y="13595"/>
                    <a:pt x="2448" y="12728"/>
                    <a:pt x="3375" y="12728"/>
                  </a:cubicBezTo>
                  <a:cubicBezTo>
                    <a:pt x="4305" y="12728"/>
                    <a:pt x="5064" y="13595"/>
                    <a:pt x="5064" y="14656"/>
                  </a:cubicBezTo>
                  <a:cubicBezTo>
                    <a:pt x="5064" y="15716"/>
                    <a:pt x="4305" y="16584"/>
                    <a:pt x="3375" y="16584"/>
                  </a:cubicBezTo>
                  <a:close/>
                  <a:moveTo>
                    <a:pt x="19238" y="10799"/>
                  </a:moveTo>
                  <a:lnTo>
                    <a:pt x="18942" y="10799"/>
                  </a:lnTo>
                  <a:lnTo>
                    <a:pt x="17835" y="5749"/>
                  </a:lnTo>
                  <a:cubicBezTo>
                    <a:pt x="17510" y="4232"/>
                    <a:pt x="16222" y="3087"/>
                    <a:pt x="14850" y="3087"/>
                  </a:cubicBezTo>
                  <a:lnTo>
                    <a:pt x="13500" y="3087"/>
                  </a:lnTo>
                  <a:lnTo>
                    <a:pt x="13500" y="386"/>
                  </a:lnTo>
                  <a:cubicBezTo>
                    <a:pt x="13500" y="169"/>
                    <a:pt x="13352" y="0"/>
                    <a:pt x="13163" y="0"/>
                  </a:cubicBezTo>
                  <a:lnTo>
                    <a:pt x="8439" y="0"/>
                  </a:lnTo>
                  <a:cubicBezTo>
                    <a:pt x="8247" y="0"/>
                    <a:pt x="8102" y="169"/>
                    <a:pt x="8102" y="386"/>
                  </a:cubicBezTo>
                  <a:lnTo>
                    <a:pt x="8102" y="3087"/>
                  </a:lnTo>
                  <a:lnTo>
                    <a:pt x="6750" y="3087"/>
                  </a:lnTo>
                  <a:cubicBezTo>
                    <a:pt x="5380" y="3087"/>
                    <a:pt x="4092" y="4232"/>
                    <a:pt x="3765" y="5749"/>
                  </a:cubicBezTo>
                  <a:lnTo>
                    <a:pt x="2658" y="10799"/>
                  </a:lnTo>
                  <a:lnTo>
                    <a:pt x="2362" y="10799"/>
                  </a:lnTo>
                  <a:cubicBezTo>
                    <a:pt x="1056" y="10799"/>
                    <a:pt x="0" y="12005"/>
                    <a:pt x="0" y="13500"/>
                  </a:cubicBezTo>
                  <a:lnTo>
                    <a:pt x="0" y="18128"/>
                  </a:lnTo>
                  <a:cubicBezTo>
                    <a:pt x="0" y="18345"/>
                    <a:pt x="148" y="18512"/>
                    <a:pt x="339" y="18512"/>
                  </a:cubicBezTo>
                  <a:lnTo>
                    <a:pt x="1349" y="18512"/>
                  </a:lnTo>
                  <a:lnTo>
                    <a:pt x="1349" y="19284"/>
                  </a:lnTo>
                  <a:cubicBezTo>
                    <a:pt x="1349" y="20562"/>
                    <a:pt x="2258" y="21600"/>
                    <a:pt x="3375" y="21600"/>
                  </a:cubicBezTo>
                  <a:cubicBezTo>
                    <a:pt x="4494" y="21600"/>
                    <a:pt x="5400" y="20562"/>
                    <a:pt x="5400" y="19284"/>
                  </a:cubicBezTo>
                  <a:lnTo>
                    <a:pt x="5400" y="18512"/>
                  </a:lnTo>
                  <a:lnTo>
                    <a:pt x="16202" y="18512"/>
                  </a:lnTo>
                  <a:lnTo>
                    <a:pt x="16202" y="19284"/>
                  </a:lnTo>
                  <a:cubicBezTo>
                    <a:pt x="16202" y="20562"/>
                    <a:pt x="17108" y="21600"/>
                    <a:pt x="18227" y="21600"/>
                  </a:cubicBezTo>
                  <a:cubicBezTo>
                    <a:pt x="19344" y="21600"/>
                    <a:pt x="20250" y="20562"/>
                    <a:pt x="20250" y="19284"/>
                  </a:cubicBezTo>
                  <a:lnTo>
                    <a:pt x="20250" y="18512"/>
                  </a:lnTo>
                  <a:lnTo>
                    <a:pt x="21263" y="18512"/>
                  </a:lnTo>
                  <a:cubicBezTo>
                    <a:pt x="21452" y="18512"/>
                    <a:pt x="21600" y="18345"/>
                    <a:pt x="21600" y="18128"/>
                  </a:cubicBezTo>
                  <a:lnTo>
                    <a:pt x="21600" y="13500"/>
                  </a:lnTo>
                  <a:cubicBezTo>
                    <a:pt x="21600" y="12005"/>
                    <a:pt x="20546" y="10799"/>
                    <a:pt x="19238" y="10799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10" name="Group 9"/>
          <p:cNvGrpSpPr/>
          <p:nvPr userDrawn="1"/>
        </p:nvGrpSpPr>
        <p:grpSpPr>
          <a:xfrm>
            <a:off x="7964984" y="1899983"/>
            <a:ext cx="508001" cy="508001"/>
            <a:chOff x="7964984" y="1899983"/>
            <a:chExt cx="508001" cy="508001"/>
          </a:xfrm>
        </p:grpSpPr>
        <p:sp>
          <p:nvSpPr>
            <p:cNvPr id="19" name="Shape 2430"/>
            <p:cNvSpPr/>
            <p:nvPr userDrawn="1"/>
          </p:nvSpPr>
          <p:spPr>
            <a:xfrm>
              <a:off x="7964984" y="1899983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50" name="Shape 2464"/>
            <p:cNvSpPr/>
            <p:nvPr userDrawn="1"/>
          </p:nvSpPr>
          <p:spPr>
            <a:xfrm>
              <a:off x="8086942" y="2039700"/>
              <a:ext cx="264085" cy="228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17" y="0"/>
                  </a:moveTo>
                  <a:cubicBezTo>
                    <a:pt x="7127" y="0"/>
                    <a:pt x="6251" y="703"/>
                    <a:pt x="5970" y="1561"/>
                  </a:cubicBezTo>
                  <a:lnTo>
                    <a:pt x="5404" y="3323"/>
                  </a:lnTo>
                  <a:lnTo>
                    <a:pt x="2876" y="3323"/>
                  </a:lnTo>
                  <a:cubicBezTo>
                    <a:pt x="1291" y="3323"/>
                    <a:pt x="0" y="4814"/>
                    <a:pt x="0" y="6646"/>
                  </a:cubicBezTo>
                  <a:lnTo>
                    <a:pt x="0" y="18277"/>
                  </a:lnTo>
                  <a:cubicBezTo>
                    <a:pt x="0" y="20108"/>
                    <a:pt x="1291" y="21600"/>
                    <a:pt x="2876" y="21600"/>
                  </a:cubicBezTo>
                  <a:lnTo>
                    <a:pt x="18724" y="21600"/>
                  </a:lnTo>
                  <a:cubicBezTo>
                    <a:pt x="20309" y="21600"/>
                    <a:pt x="21600" y="20108"/>
                    <a:pt x="21600" y="18277"/>
                  </a:cubicBezTo>
                  <a:lnTo>
                    <a:pt x="21600" y="6646"/>
                  </a:lnTo>
                  <a:cubicBezTo>
                    <a:pt x="21600" y="4814"/>
                    <a:pt x="20309" y="3323"/>
                    <a:pt x="18724" y="3323"/>
                  </a:cubicBezTo>
                  <a:lnTo>
                    <a:pt x="16196" y="3323"/>
                  </a:lnTo>
                  <a:lnTo>
                    <a:pt x="15630" y="1561"/>
                  </a:lnTo>
                  <a:cubicBezTo>
                    <a:pt x="15349" y="703"/>
                    <a:pt x="14471" y="0"/>
                    <a:pt x="13683" y="0"/>
                  </a:cubicBezTo>
                  <a:lnTo>
                    <a:pt x="7917" y="0"/>
                  </a:lnTo>
                  <a:close/>
                  <a:moveTo>
                    <a:pt x="10807" y="6646"/>
                  </a:moveTo>
                  <a:cubicBezTo>
                    <a:pt x="13586" y="6646"/>
                    <a:pt x="15848" y="9263"/>
                    <a:pt x="15848" y="12470"/>
                  </a:cubicBezTo>
                  <a:cubicBezTo>
                    <a:pt x="15848" y="15678"/>
                    <a:pt x="13586" y="18277"/>
                    <a:pt x="10807" y="18277"/>
                  </a:cubicBezTo>
                  <a:cubicBezTo>
                    <a:pt x="8029" y="18277"/>
                    <a:pt x="5767" y="15678"/>
                    <a:pt x="5767" y="12470"/>
                  </a:cubicBezTo>
                  <a:cubicBezTo>
                    <a:pt x="5767" y="9263"/>
                    <a:pt x="8029" y="6646"/>
                    <a:pt x="10807" y="6646"/>
                  </a:cubicBezTo>
                  <a:close/>
                  <a:moveTo>
                    <a:pt x="10677" y="8593"/>
                  </a:moveTo>
                  <a:cubicBezTo>
                    <a:pt x="8887" y="8593"/>
                    <a:pt x="7437" y="10272"/>
                    <a:pt x="7437" y="12336"/>
                  </a:cubicBezTo>
                  <a:cubicBezTo>
                    <a:pt x="7437" y="14400"/>
                    <a:pt x="8887" y="16078"/>
                    <a:pt x="10677" y="16078"/>
                  </a:cubicBezTo>
                  <a:cubicBezTo>
                    <a:pt x="12466" y="16078"/>
                    <a:pt x="13916" y="14400"/>
                    <a:pt x="13916" y="12336"/>
                  </a:cubicBezTo>
                  <a:cubicBezTo>
                    <a:pt x="13916" y="10272"/>
                    <a:pt x="12466" y="8593"/>
                    <a:pt x="10677" y="859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7964984" y="3231939"/>
            <a:ext cx="508001" cy="508001"/>
            <a:chOff x="7964984" y="3231939"/>
            <a:chExt cx="508001" cy="508001"/>
          </a:xfrm>
        </p:grpSpPr>
        <p:sp>
          <p:nvSpPr>
            <p:cNvPr id="20" name="Shape 2431"/>
            <p:cNvSpPr/>
            <p:nvPr userDrawn="1"/>
          </p:nvSpPr>
          <p:spPr>
            <a:xfrm>
              <a:off x="7964984" y="3231939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noFill/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51" name="Shape 2465"/>
            <p:cNvSpPr/>
            <p:nvPr userDrawn="1"/>
          </p:nvSpPr>
          <p:spPr>
            <a:xfrm>
              <a:off x="8081170" y="3373808"/>
              <a:ext cx="275630" cy="218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73" extrusionOk="0">
                  <a:moveTo>
                    <a:pt x="8460" y="0"/>
                  </a:moveTo>
                  <a:cubicBezTo>
                    <a:pt x="3783" y="0"/>
                    <a:pt x="0" y="3474"/>
                    <a:pt x="0" y="7772"/>
                  </a:cubicBezTo>
                  <a:cubicBezTo>
                    <a:pt x="0" y="10232"/>
                    <a:pt x="1256" y="12448"/>
                    <a:pt x="3203" y="13876"/>
                  </a:cubicBezTo>
                  <a:cubicBezTo>
                    <a:pt x="2795" y="15138"/>
                    <a:pt x="2257" y="15720"/>
                    <a:pt x="1788" y="16389"/>
                  </a:cubicBezTo>
                  <a:cubicBezTo>
                    <a:pt x="1657" y="16587"/>
                    <a:pt x="1505" y="16766"/>
                    <a:pt x="1555" y="17056"/>
                  </a:cubicBezTo>
                  <a:cubicBezTo>
                    <a:pt x="1589" y="17314"/>
                    <a:pt x="1762" y="17488"/>
                    <a:pt x="1944" y="17488"/>
                  </a:cubicBezTo>
                  <a:lnTo>
                    <a:pt x="1975" y="17488"/>
                  </a:lnTo>
                  <a:cubicBezTo>
                    <a:pt x="2333" y="17428"/>
                    <a:pt x="2674" y="17359"/>
                    <a:pt x="3001" y="17252"/>
                  </a:cubicBezTo>
                  <a:cubicBezTo>
                    <a:pt x="4213" y="16857"/>
                    <a:pt x="5346" y="16206"/>
                    <a:pt x="6345" y="15309"/>
                  </a:cubicBezTo>
                  <a:cubicBezTo>
                    <a:pt x="7017" y="15463"/>
                    <a:pt x="7727" y="15545"/>
                    <a:pt x="8460" y="15545"/>
                  </a:cubicBezTo>
                  <a:cubicBezTo>
                    <a:pt x="13134" y="15545"/>
                    <a:pt x="16919" y="12070"/>
                    <a:pt x="16919" y="7772"/>
                  </a:cubicBezTo>
                  <a:cubicBezTo>
                    <a:pt x="16919" y="3474"/>
                    <a:pt x="13134" y="0"/>
                    <a:pt x="8460" y="0"/>
                  </a:cubicBezTo>
                  <a:close/>
                  <a:moveTo>
                    <a:pt x="18241" y="5653"/>
                  </a:moveTo>
                  <a:cubicBezTo>
                    <a:pt x="18423" y="6397"/>
                    <a:pt x="18521" y="7180"/>
                    <a:pt x="18521" y="7969"/>
                  </a:cubicBezTo>
                  <a:cubicBezTo>
                    <a:pt x="18521" y="10688"/>
                    <a:pt x="17419" y="13181"/>
                    <a:pt x="15411" y="15034"/>
                  </a:cubicBezTo>
                  <a:cubicBezTo>
                    <a:pt x="13548" y="16734"/>
                    <a:pt x="11107" y="17684"/>
                    <a:pt x="8522" y="17684"/>
                  </a:cubicBezTo>
                  <a:cubicBezTo>
                    <a:pt x="8174" y="17684"/>
                    <a:pt x="7815" y="17655"/>
                    <a:pt x="7464" y="17625"/>
                  </a:cubicBezTo>
                  <a:cubicBezTo>
                    <a:pt x="8969" y="18872"/>
                    <a:pt x="10964" y="19627"/>
                    <a:pt x="13140" y="19627"/>
                  </a:cubicBezTo>
                  <a:cubicBezTo>
                    <a:pt x="13873" y="19627"/>
                    <a:pt x="14583" y="19544"/>
                    <a:pt x="15255" y="19392"/>
                  </a:cubicBezTo>
                  <a:cubicBezTo>
                    <a:pt x="16254" y="20287"/>
                    <a:pt x="17384" y="20941"/>
                    <a:pt x="18599" y="21335"/>
                  </a:cubicBezTo>
                  <a:cubicBezTo>
                    <a:pt x="18923" y="21443"/>
                    <a:pt x="19264" y="21508"/>
                    <a:pt x="19625" y="21570"/>
                  </a:cubicBezTo>
                  <a:cubicBezTo>
                    <a:pt x="19817" y="21600"/>
                    <a:pt x="19995" y="21410"/>
                    <a:pt x="20045" y="21138"/>
                  </a:cubicBezTo>
                  <a:cubicBezTo>
                    <a:pt x="20092" y="20848"/>
                    <a:pt x="19944" y="20648"/>
                    <a:pt x="19812" y="20452"/>
                  </a:cubicBezTo>
                  <a:cubicBezTo>
                    <a:pt x="19343" y="19783"/>
                    <a:pt x="18821" y="19201"/>
                    <a:pt x="18412" y="17939"/>
                  </a:cubicBezTo>
                  <a:cubicBezTo>
                    <a:pt x="20359" y="16513"/>
                    <a:pt x="21600" y="14330"/>
                    <a:pt x="21600" y="11855"/>
                  </a:cubicBezTo>
                  <a:cubicBezTo>
                    <a:pt x="21600" y="9319"/>
                    <a:pt x="20273" y="7065"/>
                    <a:pt x="18241" y="565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7964984" y="4558973"/>
            <a:ext cx="508001" cy="508001"/>
            <a:chOff x="7964984" y="4558973"/>
            <a:chExt cx="508001" cy="508001"/>
          </a:xfrm>
        </p:grpSpPr>
        <p:sp>
          <p:nvSpPr>
            <p:cNvPr id="21" name="Shape 2432"/>
            <p:cNvSpPr/>
            <p:nvPr userDrawn="1"/>
          </p:nvSpPr>
          <p:spPr>
            <a:xfrm>
              <a:off x="7964984" y="4558973"/>
              <a:ext cx="508001" cy="508001"/>
            </a:xfrm>
            <a:prstGeom prst="roundRect">
              <a:avLst>
                <a:gd name="adj" fmla="val 5841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52" name="Shape 2466"/>
            <p:cNvSpPr/>
            <p:nvPr userDrawn="1"/>
          </p:nvSpPr>
          <p:spPr>
            <a:xfrm>
              <a:off x="8102351" y="4721381"/>
              <a:ext cx="233267" cy="1831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0" y="0"/>
                  </a:moveTo>
                  <a:cubicBezTo>
                    <a:pt x="638" y="0"/>
                    <a:pt x="0" y="1291"/>
                    <a:pt x="0" y="2794"/>
                  </a:cubicBezTo>
                  <a:cubicBezTo>
                    <a:pt x="0" y="4189"/>
                    <a:pt x="1215" y="5923"/>
                    <a:pt x="2070" y="6658"/>
                  </a:cubicBezTo>
                  <a:cubicBezTo>
                    <a:pt x="3939" y="8316"/>
                    <a:pt x="5834" y="9961"/>
                    <a:pt x="7703" y="11632"/>
                  </a:cubicBezTo>
                  <a:cubicBezTo>
                    <a:pt x="8486" y="12323"/>
                    <a:pt x="9809" y="13733"/>
                    <a:pt x="10784" y="13733"/>
                  </a:cubicBezTo>
                  <a:lnTo>
                    <a:pt x="10816" y="13733"/>
                  </a:lnTo>
                  <a:cubicBezTo>
                    <a:pt x="11791" y="13733"/>
                    <a:pt x="13114" y="12323"/>
                    <a:pt x="13897" y="11632"/>
                  </a:cubicBezTo>
                  <a:cubicBezTo>
                    <a:pt x="15766" y="9961"/>
                    <a:pt x="17666" y="8316"/>
                    <a:pt x="19546" y="6658"/>
                  </a:cubicBezTo>
                  <a:cubicBezTo>
                    <a:pt x="20608" y="5724"/>
                    <a:pt x="21600" y="4174"/>
                    <a:pt x="21600" y="2457"/>
                  </a:cubicBezTo>
                  <a:cubicBezTo>
                    <a:pt x="21600" y="1108"/>
                    <a:pt x="20717" y="0"/>
                    <a:pt x="19670" y="0"/>
                  </a:cubicBezTo>
                  <a:lnTo>
                    <a:pt x="1930" y="0"/>
                  </a:lnTo>
                  <a:close/>
                  <a:moveTo>
                    <a:pt x="0" y="6975"/>
                  </a:moveTo>
                  <a:lnTo>
                    <a:pt x="0" y="19143"/>
                  </a:lnTo>
                  <a:cubicBezTo>
                    <a:pt x="0" y="20493"/>
                    <a:pt x="867" y="21600"/>
                    <a:pt x="1930" y="21600"/>
                  </a:cubicBezTo>
                  <a:lnTo>
                    <a:pt x="19670" y="21600"/>
                  </a:lnTo>
                  <a:cubicBezTo>
                    <a:pt x="20730" y="21600"/>
                    <a:pt x="21600" y="20493"/>
                    <a:pt x="21600" y="19143"/>
                  </a:cubicBezTo>
                  <a:lnTo>
                    <a:pt x="21600" y="6975"/>
                  </a:lnTo>
                  <a:cubicBezTo>
                    <a:pt x="21239" y="7482"/>
                    <a:pt x="20837" y="7919"/>
                    <a:pt x="20402" y="8303"/>
                  </a:cubicBezTo>
                  <a:cubicBezTo>
                    <a:pt x="18387" y="10036"/>
                    <a:pt x="16359" y="11786"/>
                    <a:pt x="14395" y="13594"/>
                  </a:cubicBezTo>
                  <a:cubicBezTo>
                    <a:pt x="13382" y="14544"/>
                    <a:pt x="12129" y="15714"/>
                    <a:pt x="10816" y="15714"/>
                  </a:cubicBezTo>
                  <a:lnTo>
                    <a:pt x="10784" y="15714"/>
                  </a:lnTo>
                  <a:cubicBezTo>
                    <a:pt x="9471" y="15714"/>
                    <a:pt x="8218" y="14544"/>
                    <a:pt x="7205" y="13594"/>
                  </a:cubicBezTo>
                  <a:cubicBezTo>
                    <a:pt x="5241" y="11772"/>
                    <a:pt x="3215" y="10036"/>
                    <a:pt x="1214" y="8303"/>
                  </a:cubicBezTo>
                  <a:cubicBezTo>
                    <a:pt x="768" y="7919"/>
                    <a:pt x="361" y="7482"/>
                    <a:pt x="0" y="697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5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390638" y="3167560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390638" y="4490777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8744695" y="1856018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744695" y="3167560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744695" y="4490777"/>
            <a:ext cx="2460568" cy="332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390638" y="3538026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5391045" y="486539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8744695" y="221748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744695" y="3538026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745102" y="4865393"/>
            <a:ext cx="2063005" cy="7217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1238250" y="2544763"/>
            <a:ext cx="2460625" cy="438308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037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7665827D-FDC1-4ABB-B54B-AEE1AEBB6E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9390035" y="1788820"/>
            <a:ext cx="2335825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grpSp>
        <p:nvGrpSpPr>
          <p:cNvPr id="18" name="Group 2392"/>
          <p:cNvGrpSpPr/>
          <p:nvPr userDrawn="1"/>
        </p:nvGrpSpPr>
        <p:grpSpPr>
          <a:xfrm>
            <a:off x="8509812" y="1674000"/>
            <a:ext cx="635001" cy="635001"/>
            <a:chOff x="0" y="0"/>
            <a:chExt cx="1270000" cy="1270000"/>
          </a:xfrm>
        </p:grpSpPr>
        <p:sp>
          <p:nvSpPr>
            <p:cNvPr id="19" name="Shape 2390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0" name="Shape 2391"/>
            <p:cNvSpPr/>
            <p:nvPr/>
          </p:nvSpPr>
          <p:spPr>
            <a:xfrm>
              <a:off x="384415" y="365931"/>
              <a:ext cx="501171" cy="524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1" h="20933" extrusionOk="0">
                  <a:moveTo>
                    <a:pt x="18450" y="13962"/>
                  </a:moveTo>
                  <a:cubicBezTo>
                    <a:pt x="18104" y="14098"/>
                    <a:pt x="15778" y="12331"/>
                    <a:pt x="14291" y="9001"/>
                  </a:cubicBezTo>
                  <a:cubicBezTo>
                    <a:pt x="12804" y="5669"/>
                    <a:pt x="12992" y="2625"/>
                    <a:pt x="13337" y="2491"/>
                  </a:cubicBezTo>
                  <a:cubicBezTo>
                    <a:pt x="13683" y="2355"/>
                    <a:pt x="15952" y="4486"/>
                    <a:pt x="17438" y="7816"/>
                  </a:cubicBezTo>
                  <a:cubicBezTo>
                    <a:pt x="18925" y="11146"/>
                    <a:pt x="18797" y="13826"/>
                    <a:pt x="18450" y="13962"/>
                  </a:cubicBezTo>
                  <a:close/>
                  <a:moveTo>
                    <a:pt x="19117" y="7012"/>
                  </a:moveTo>
                  <a:cubicBezTo>
                    <a:pt x="17204" y="2727"/>
                    <a:pt x="14125" y="-537"/>
                    <a:pt x="12567" y="74"/>
                  </a:cubicBezTo>
                  <a:cubicBezTo>
                    <a:pt x="9922" y="1108"/>
                    <a:pt x="14143" y="6078"/>
                    <a:pt x="1154" y="11160"/>
                  </a:cubicBezTo>
                  <a:cubicBezTo>
                    <a:pt x="32" y="11600"/>
                    <a:pt x="-253" y="13356"/>
                    <a:pt x="217" y="14406"/>
                  </a:cubicBezTo>
                  <a:cubicBezTo>
                    <a:pt x="685" y="15456"/>
                    <a:pt x="2220" y="16502"/>
                    <a:pt x="3342" y="16062"/>
                  </a:cubicBezTo>
                  <a:cubicBezTo>
                    <a:pt x="3537" y="15987"/>
                    <a:pt x="4250" y="15766"/>
                    <a:pt x="4250" y="15766"/>
                  </a:cubicBezTo>
                  <a:cubicBezTo>
                    <a:pt x="5051" y="16802"/>
                    <a:pt x="5889" y="16187"/>
                    <a:pt x="6186" y="16845"/>
                  </a:cubicBezTo>
                  <a:cubicBezTo>
                    <a:pt x="6544" y="17635"/>
                    <a:pt x="7322" y="19353"/>
                    <a:pt x="7586" y="19939"/>
                  </a:cubicBezTo>
                  <a:cubicBezTo>
                    <a:pt x="7850" y="20522"/>
                    <a:pt x="8450" y="21063"/>
                    <a:pt x="8885" y="20905"/>
                  </a:cubicBezTo>
                  <a:cubicBezTo>
                    <a:pt x="9318" y="20745"/>
                    <a:pt x="10797" y="20203"/>
                    <a:pt x="11362" y="19997"/>
                  </a:cubicBezTo>
                  <a:cubicBezTo>
                    <a:pt x="11927" y="19790"/>
                    <a:pt x="12062" y="19306"/>
                    <a:pt x="11889" y="18922"/>
                  </a:cubicBezTo>
                  <a:cubicBezTo>
                    <a:pt x="11703" y="18510"/>
                    <a:pt x="10939" y="18390"/>
                    <a:pt x="10721" y="17908"/>
                  </a:cubicBezTo>
                  <a:cubicBezTo>
                    <a:pt x="10503" y="17428"/>
                    <a:pt x="9791" y="15886"/>
                    <a:pt x="9586" y="15400"/>
                  </a:cubicBezTo>
                  <a:cubicBezTo>
                    <a:pt x="9308" y="14739"/>
                    <a:pt x="9899" y="14201"/>
                    <a:pt x="10759" y="14116"/>
                  </a:cubicBezTo>
                  <a:cubicBezTo>
                    <a:pt x="16671" y="13522"/>
                    <a:pt x="17775" y="17037"/>
                    <a:pt x="19789" y="16249"/>
                  </a:cubicBezTo>
                  <a:cubicBezTo>
                    <a:pt x="21347" y="15640"/>
                    <a:pt x="21030" y="11296"/>
                    <a:pt x="19117" y="7012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22" name="Group 2396"/>
          <p:cNvGrpSpPr/>
          <p:nvPr userDrawn="1"/>
        </p:nvGrpSpPr>
        <p:grpSpPr>
          <a:xfrm>
            <a:off x="8509812" y="2679523"/>
            <a:ext cx="635001" cy="635001"/>
            <a:chOff x="0" y="0"/>
            <a:chExt cx="1270000" cy="1270000"/>
          </a:xfrm>
        </p:grpSpPr>
        <p:sp>
          <p:nvSpPr>
            <p:cNvPr id="23" name="Shape 2394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" name="Shape 2395"/>
            <p:cNvSpPr/>
            <p:nvPr/>
          </p:nvSpPr>
          <p:spPr>
            <a:xfrm>
              <a:off x="351425" y="444072"/>
              <a:ext cx="587497" cy="381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3211"/>
                  </a:moveTo>
                  <a:cubicBezTo>
                    <a:pt x="11747" y="14381"/>
                    <a:pt x="9458" y="18011"/>
                    <a:pt x="9360" y="18165"/>
                  </a:cubicBezTo>
                  <a:cubicBezTo>
                    <a:pt x="9249" y="18377"/>
                    <a:pt x="8939" y="18735"/>
                    <a:pt x="8644" y="18441"/>
                  </a:cubicBezTo>
                  <a:cubicBezTo>
                    <a:pt x="8559" y="18357"/>
                    <a:pt x="8459" y="18187"/>
                    <a:pt x="8459" y="17853"/>
                  </a:cubicBezTo>
                  <a:cubicBezTo>
                    <a:pt x="8459" y="17530"/>
                    <a:pt x="8554" y="17204"/>
                    <a:pt x="8565" y="17168"/>
                  </a:cubicBezTo>
                  <a:lnTo>
                    <a:pt x="9680" y="13369"/>
                  </a:lnTo>
                  <a:cubicBezTo>
                    <a:pt x="9471" y="13239"/>
                    <a:pt x="9111" y="13015"/>
                    <a:pt x="8832" y="12829"/>
                  </a:cubicBezTo>
                  <a:lnTo>
                    <a:pt x="8758" y="12781"/>
                  </a:lnTo>
                  <a:cubicBezTo>
                    <a:pt x="8476" y="12597"/>
                    <a:pt x="8124" y="12367"/>
                    <a:pt x="8124" y="11770"/>
                  </a:cubicBezTo>
                  <a:cubicBezTo>
                    <a:pt x="8124" y="11484"/>
                    <a:pt x="8211" y="11152"/>
                    <a:pt x="8393" y="10758"/>
                  </a:cubicBezTo>
                  <a:cubicBezTo>
                    <a:pt x="8927" y="9588"/>
                    <a:pt x="11216" y="5958"/>
                    <a:pt x="11314" y="5804"/>
                  </a:cubicBezTo>
                  <a:cubicBezTo>
                    <a:pt x="11426" y="5592"/>
                    <a:pt x="11735" y="5234"/>
                    <a:pt x="12030" y="5528"/>
                  </a:cubicBezTo>
                  <a:cubicBezTo>
                    <a:pt x="12115" y="5612"/>
                    <a:pt x="12215" y="5782"/>
                    <a:pt x="12215" y="6116"/>
                  </a:cubicBezTo>
                  <a:cubicBezTo>
                    <a:pt x="12215" y="6438"/>
                    <a:pt x="12120" y="6765"/>
                    <a:pt x="12110" y="6801"/>
                  </a:cubicBezTo>
                  <a:lnTo>
                    <a:pt x="10992" y="10600"/>
                  </a:lnTo>
                  <a:cubicBezTo>
                    <a:pt x="11203" y="10730"/>
                    <a:pt x="11563" y="10954"/>
                    <a:pt x="11842" y="11140"/>
                  </a:cubicBezTo>
                  <a:lnTo>
                    <a:pt x="11916" y="11188"/>
                  </a:lnTo>
                  <a:cubicBezTo>
                    <a:pt x="12198" y="11372"/>
                    <a:pt x="12550" y="11602"/>
                    <a:pt x="12550" y="12201"/>
                  </a:cubicBezTo>
                  <a:cubicBezTo>
                    <a:pt x="12550" y="12485"/>
                    <a:pt x="12462" y="12817"/>
                    <a:pt x="12281" y="13211"/>
                  </a:cubicBezTo>
                  <a:close/>
                  <a:moveTo>
                    <a:pt x="16430" y="6048"/>
                  </a:moveTo>
                  <a:cubicBezTo>
                    <a:pt x="16132" y="6048"/>
                    <a:pt x="15840" y="6088"/>
                    <a:pt x="15557" y="6162"/>
                  </a:cubicBezTo>
                  <a:cubicBezTo>
                    <a:pt x="14848" y="2597"/>
                    <a:pt x="12653" y="0"/>
                    <a:pt x="10054" y="0"/>
                  </a:cubicBezTo>
                  <a:cubicBezTo>
                    <a:pt x="6881" y="0"/>
                    <a:pt x="4310" y="3869"/>
                    <a:pt x="4310" y="8641"/>
                  </a:cubicBezTo>
                  <a:cubicBezTo>
                    <a:pt x="4310" y="9067"/>
                    <a:pt x="4330" y="9486"/>
                    <a:pt x="4369" y="9896"/>
                  </a:cubicBezTo>
                  <a:cubicBezTo>
                    <a:pt x="4217" y="9868"/>
                    <a:pt x="4064" y="9850"/>
                    <a:pt x="3906" y="9850"/>
                  </a:cubicBezTo>
                  <a:cubicBezTo>
                    <a:pt x="1749" y="9850"/>
                    <a:pt x="0" y="12481"/>
                    <a:pt x="0" y="15726"/>
                  </a:cubicBezTo>
                  <a:cubicBezTo>
                    <a:pt x="0" y="18969"/>
                    <a:pt x="1749" y="21600"/>
                    <a:pt x="3906" y="21600"/>
                  </a:cubicBezTo>
                  <a:lnTo>
                    <a:pt x="16430" y="21600"/>
                  </a:lnTo>
                  <a:cubicBezTo>
                    <a:pt x="19285" y="21600"/>
                    <a:pt x="21600" y="18119"/>
                    <a:pt x="21600" y="13823"/>
                  </a:cubicBezTo>
                  <a:cubicBezTo>
                    <a:pt x="21600" y="9530"/>
                    <a:pt x="19285" y="6048"/>
                    <a:pt x="16430" y="60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26" name="Group 2400"/>
          <p:cNvGrpSpPr/>
          <p:nvPr userDrawn="1"/>
        </p:nvGrpSpPr>
        <p:grpSpPr>
          <a:xfrm>
            <a:off x="8509812" y="3685046"/>
            <a:ext cx="635001" cy="635001"/>
            <a:chOff x="0" y="0"/>
            <a:chExt cx="1270000" cy="1270000"/>
          </a:xfrm>
        </p:grpSpPr>
        <p:sp>
          <p:nvSpPr>
            <p:cNvPr id="27" name="Shape 2398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" name="Shape 2399"/>
            <p:cNvSpPr/>
            <p:nvPr/>
          </p:nvSpPr>
          <p:spPr>
            <a:xfrm>
              <a:off x="351425" y="341618"/>
              <a:ext cx="587496" cy="5875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679" y="19547"/>
                  </a:moveTo>
                  <a:lnTo>
                    <a:pt x="11679" y="14693"/>
                  </a:lnTo>
                  <a:lnTo>
                    <a:pt x="9921" y="14693"/>
                  </a:lnTo>
                  <a:lnTo>
                    <a:pt x="9921" y="19547"/>
                  </a:lnTo>
                  <a:cubicBezTo>
                    <a:pt x="5768" y="19134"/>
                    <a:pt x="2465" y="15832"/>
                    <a:pt x="2052" y="11679"/>
                  </a:cubicBezTo>
                  <a:lnTo>
                    <a:pt x="6907" y="11679"/>
                  </a:lnTo>
                  <a:lnTo>
                    <a:pt x="6907" y="9921"/>
                  </a:lnTo>
                  <a:lnTo>
                    <a:pt x="2052" y="9921"/>
                  </a:lnTo>
                  <a:cubicBezTo>
                    <a:pt x="2465" y="5768"/>
                    <a:pt x="5768" y="2466"/>
                    <a:pt x="9921" y="2054"/>
                  </a:cubicBezTo>
                  <a:lnTo>
                    <a:pt x="9921" y="6907"/>
                  </a:lnTo>
                  <a:lnTo>
                    <a:pt x="11679" y="6907"/>
                  </a:lnTo>
                  <a:lnTo>
                    <a:pt x="11679" y="2054"/>
                  </a:lnTo>
                  <a:cubicBezTo>
                    <a:pt x="15832" y="2466"/>
                    <a:pt x="19135" y="5768"/>
                    <a:pt x="19548" y="9921"/>
                  </a:cubicBezTo>
                  <a:lnTo>
                    <a:pt x="14693" y="9921"/>
                  </a:lnTo>
                  <a:lnTo>
                    <a:pt x="14693" y="11679"/>
                  </a:lnTo>
                  <a:lnTo>
                    <a:pt x="19548" y="11679"/>
                  </a:lnTo>
                  <a:cubicBezTo>
                    <a:pt x="19135" y="15832"/>
                    <a:pt x="15832" y="19134"/>
                    <a:pt x="11679" y="19547"/>
                  </a:cubicBezTo>
                  <a:close/>
                  <a:moveTo>
                    <a:pt x="10799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6"/>
                    <a:pt x="16765" y="0"/>
                    <a:pt x="10799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0" name="Group 2404"/>
          <p:cNvGrpSpPr/>
          <p:nvPr userDrawn="1"/>
        </p:nvGrpSpPr>
        <p:grpSpPr>
          <a:xfrm>
            <a:off x="3101036" y="1674000"/>
            <a:ext cx="635001" cy="635001"/>
            <a:chOff x="0" y="0"/>
            <a:chExt cx="1270000" cy="1270000"/>
          </a:xfrm>
        </p:grpSpPr>
        <p:sp>
          <p:nvSpPr>
            <p:cNvPr id="31" name="Shape 2402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" name="Shape 2403"/>
            <p:cNvSpPr/>
            <p:nvPr/>
          </p:nvSpPr>
          <p:spPr>
            <a:xfrm>
              <a:off x="342534" y="386581"/>
              <a:ext cx="584933" cy="496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64" y="14989"/>
                  </a:moveTo>
                  <a:lnTo>
                    <a:pt x="16300" y="14989"/>
                  </a:lnTo>
                  <a:cubicBezTo>
                    <a:pt x="14781" y="14989"/>
                    <a:pt x="13615" y="14098"/>
                    <a:pt x="12532" y="12778"/>
                  </a:cubicBezTo>
                  <a:cubicBezTo>
                    <a:pt x="12422" y="12943"/>
                    <a:pt x="12313" y="13112"/>
                    <a:pt x="12204" y="13283"/>
                  </a:cubicBezTo>
                  <a:cubicBezTo>
                    <a:pt x="11728" y="14021"/>
                    <a:pt x="11216" y="14811"/>
                    <a:pt x="10650" y="15592"/>
                  </a:cubicBezTo>
                  <a:cubicBezTo>
                    <a:pt x="12115" y="17276"/>
                    <a:pt x="13891" y="18547"/>
                    <a:pt x="16300" y="18547"/>
                  </a:cubicBezTo>
                  <a:lnTo>
                    <a:pt x="17064" y="18547"/>
                  </a:lnTo>
                  <a:lnTo>
                    <a:pt x="17064" y="21600"/>
                  </a:lnTo>
                  <a:lnTo>
                    <a:pt x="21600" y="17022"/>
                  </a:lnTo>
                  <a:lnTo>
                    <a:pt x="17064" y="12444"/>
                  </a:lnTo>
                  <a:cubicBezTo>
                    <a:pt x="17064" y="12444"/>
                    <a:pt x="17064" y="14989"/>
                    <a:pt x="17064" y="14989"/>
                  </a:cubicBezTo>
                  <a:close/>
                  <a:moveTo>
                    <a:pt x="5844" y="8840"/>
                  </a:moveTo>
                  <a:cubicBezTo>
                    <a:pt x="6014" y="8580"/>
                    <a:pt x="6185" y="8316"/>
                    <a:pt x="6358" y="8047"/>
                  </a:cubicBezTo>
                  <a:cubicBezTo>
                    <a:pt x="6781" y="7394"/>
                    <a:pt x="7227" y="6705"/>
                    <a:pt x="7709" y="6019"/>
                  </a:cubicBezTo>
                  <a:cubicBezTo>
                    <a:pt x="6284" y="4449"/>
                    <a:pt x="4562" y="3290"/>
                    <a:pt x="2260" y="3290"/>
                  </a:cubicBezTo>
                  <a:lnTo>
                    <a:pt x="0" y="3290"/>
                  </a:lnTo>
                  <a:lnTo>
                    <a:pt x="0" y="6850"/>
                  </a:lnTo>
                  <a:lnTo>
                    <a:pt x="2260" y="6850"/>
                  </a:lnTo>
                  <a:cubicBezTo>
                    <a:pt x="3693" y="6850"/>
                    <a:pt x="4812" y="7643"/>
                    <a:pt x="5844" y="8840"/>
                  </a:cubicBezTo>
                  <a:close/>
                  <a:moveTo>
                    <a:pt x="16300" y="6596"/>
                  </a:moveTo>
                  <a:lnTo>
                    <a:pt x="17064" y="6596"/>
                  </a:lnTo>
                  <a:lnTo>
                    <a:pt x="17064" y="9155"/>
                  </a:lnTo>
                  <a:lnTo>
                    <a:pt x="21600" y="4578"/>
                  </a:lnTo>
                  <a:lnTo>
                    <a:pt x="17064" y="0"/>
                  </a:lnTo>
                  <a:lnTo>
                    <a:pt x="17064" y="3036"/>
                  </a:lnTo>
                  <a:lnTo>
                    <a:pt x="16300" y="3036"/>
                  </a:lnTo>
                  <a:cubicBezTo>
                    <a:pt x="12312" y="3036"/>
                    <a:pt x="10062" y="6516"/>
                    <a:pt x="8077" y="9587"/>
                  </a:cubicBezTo>
                  <a:cubicBezTo>
                    <a:pt x="6293" y="12349"/>
                    <a:pt x="4752" y="14735"/>
                    <a:pt x="2260" y="14735"/>
                  </a:cubicBezTo>
                  <a:lnTo>
                    <a:pt x="0" y="14735"/>
                  </a:lnTo>
                  <a:lnTo>
                    <a:pt x="0" y="18293"/>
                  </a:lnTo>
                  <a:lnTo>
                    <a:pt x="2260" y="18293"/>
                  </a:lnTo>
                  <a:cubicBezTo>
                    <a:pt x="6250" y="18293"/>
                    <a:pt x="8500" y="14814"/>
                    <a:pt x="10485" y="11743"/>
                  </a:cubicBezTo>
                  <a:cubicBezTo>
                    <a:pt x="12269" y="8981"/>
                    <a:pt x="13810" y="6596"/>
                    <a:pt x="16300" y="659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4" name="Group 2408"/>
          <p:cNvGrpSpPr/>
          <p:nvPr userDrawn="1"/>
        </p:nvGrpSpPr>
        <p:grpSpPr>
          <a:xfrm>
            <a:off x="3099142" y="2677629"/>
            <a:ext cx="635001" cy="635001"/>
            <a:chOff x="0" y="0"/>
            <a:chExt cx="1270000" cy="1270000"/>
          </a:xfrm>
        </p:grpSpPr>
        <p:sp>
          <p:nvSpPr>
            <p:cNvPr id="35" name="Shape 2406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" name="Shape 2407"/>
            <p:cNvSpPr/>
            <p:nvPr/>
          </p:nvSpPr>
          <p:spPr>
            <a:xfrm>
              <a:off x="343968" y="425527"/>
              <a:ext cx="582064" cy="415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6" y="17282"/>
                  </a:moveTo>
                  <a:lnTo>
                    <a:pt x="1544" y="17282"/>
                  </a:lnTo>
                  <a:cubicBezTo>
                    <a:pt x="691" y="17282"/>
                    <a:pt x="0" y="18250"/>
                    <a:pt x="0" y="19441"/>
                  </a:cubicBezTo>
                  <a:cubicBezTo>
                    <a:pt x="0" y="20638"/>
                    <a:pt x="691" y="21600"/>
                    <a:pt x="1544" y="21600"/>
                  </a:cubicBezTo>
                  <a:lnTo>
                    <a:pt x="20056" y="21600"/>
                  </a:lnTo>
                  <a:cubicBezTo>
                    <a:pt x="20909" y="21600"/>
                    <a:pt x="21600" y="20638"/>
                    <a:pt x="21600" y="19441"/>
                  </a:cubicBezTo>
                  <a:cubicBezTo>
                    <a:pt x="21600" y="18250"/>
                    <a:pt x="20909" y="17282"/>
                    <a:pt x="20056" y="17282"/>
                  </a:cubicBezTo>
                  <a:close/>
                  <a:moveTo>
                    <a:pt x="1544" y="4321"/>
                  </a:moveTo>
                  <a:lnTo>
                    <a:pt x="20056" y="4321"/>
                  </a:lnTo>
                  <a:cubicBezTo>
                    <a:pt x="20909" y="4321"/>
                    <a:pt x="21600" y="3353"/>
                    <a:pt x="21600" y="2159"/>
                  </a:cubicBezTo>
                  <a:cubicBezTo>
                    <a:pt x="21600" y="965"/>
                    <a:pt x="20909" y="0"/>
                    <a:pt x="20056" y="0"/>
                  </a:cubicBezTo>
                  <a:lnTo>
                    <a:pt x="1544" y="0"/>
                  </a:lnTo>
                  <a:cubicBezTo>
                    <a:pt x="691" y="0"/>
                    <a:pt x="0" y="965"/>
                    <a:pt x="0" y="2159"/>
                  </a:cubicBezTo>
                  <a:cubicBezTo>
                    <a:pt x="0" y="3353"/>
                    <a:pt x="691" y="4321"/>
                    <a:pt x="1544" y="4321"/>
                  </a:cubicBezTo>
                  <a:close/>
                  <a:moveTo>
                    <a:pt x="20056" y="8640"/>
                  </a:moveTo>
                  <a:lnTo>
                    <a:pt x="1544" y="8640"/>
                  </a:lnTo>
                  <a:cubicBezTo>
                    <a:pt x="691" y="8640"/>
                    <a:pt x="0" y="9608"/>
                    <a:pt x="0" y="10799"/>
                  </a:cubicBezTo>
                  <a:cubicBezTo>
                    <a:pt x="0" y="11996"/>
                    <a:pt x="691" y="12958"/>
                    <a:pt x="1544" y="12958"/>
                  </a:cubicBezTo>
                  <a:lnTo>
                    <a:pt x="20056" y="12958"/>
                  </a:lnTo>
                  <a:cubicBezTo>
                    <a:pt x="20909" y="12958"/>
                    <a:pt x="21600" y="11996"/>
                    <a:pt x="21600" y="10799"/>
                  </a:cubicBezTo>
                  <a:cubicBezTo>
                    <a:pt x="21600" y="9608"/>
                    <a:pt x="20909" y="8640"/>
                    <a:pt x="20056" y="864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8" name="Group 2412"/>
          <p:cNvGrpSpPr/>
          <p:nvPr userDrawn="1"/>
        </p:nvGrpSpPr>
        <p:grpSpPr>
          <a:xfrm>
            <a:off x="3101036" y="3685046"/>
            <a:ext cx="635001" cy="635001"/>
            <a:chOff x="0" y="0"/>
            <a:chExt cx="1270000" cy="1270000"/>
          </a:xfrm>
        </p:grpSpPr>
        <p:sp>
          <p:nvSpPr>
            <p:cNvPr id="39" name="Shape 2410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" name="Shape 2411"/>
            <p:cNvSpPr/>
            <p:nvPr/>
          </p:nvSpPr>
          <p:spPr>
            <a:xfrm>
              <a:off x="343385" y="343677"/>
              <a:ext cx="582647" cy="582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41" name="Group 2425"/>
          <p:cNvGrpSpPr/>
          <p:nvPr userDrawn="1"/>
        </p:nvGrpSpPr>
        <p:grpSpPr>
          <a:xfrm>
            <a:off x="4180457" y="537802"/>
            <a:ext cx="3831088" cy="8072491"/>
            <a:chOff x="0" y="0"/>
            <a:chExt cx="7662173" cy="16144978"/>
          </a:xfrm>
        </p:grpSpPr>
        <p:sp>
          <p:nvSpPr>
            <p:cNvPr id="42" name="Shape 2413"/>
            <p:cNvSpPr/>
            <p:nvPr/>
          </p:nvSpPr>
          <p:spPr>
            <a:xfrm>
              <a:off x="73301" y="97735"/>
              <a:ext cx="7588872" cy="16047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9" y="0"/>
                  </a:moveTo>
                  <a:lnTo>
                    <a:pt x="3509" y="0"/>
                  </a:lnTo>
                  <a:cubicBezTo>
                    <a:pt x="1248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61" y="21600"/>
                    <a:pt x="3509" y="21600"/>
                  </a:cubicBezTo>
                  <a:lnTo>
                    <a:pt x="18169" y="21600"/>
                  </a:lnTo>
                  <a:cubicBezTo>
                    <a:pt x="20139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8" y="0"/>
                    <a:pt x="18169" y="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3" name="Shape 2414"/>
            <p:cNvSpPr/>
            <p:nvPr/>
          </p:nvSpPr>
          <p:spPr>
            <a:xfrm>
              <a:off x="659714" y="2321218"/>
              <a:ext cx="6403086" cy="11488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2C3CB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4" name="Shape 2415"/>
            <p:cNvSpPr/>
            <p:nvPr/>
          </p:nvSpPr>
          <p:spPr>
            <a:xfrm>
              <a:off x="73301" y="97735"/>
              <a:ext cx="7588872" cy="16047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9941"/>
                  </a:moveTo>
                  <a:cubicBezTo>
                    <a:pt x="21300" y="20782"/>
                    <a:pt x="19945" y="21458"/>
                    <a:pt x="18168" y="21458"/>
                  </a:cubicBezTo>
                  <a:lnTo>
                    <a:pt x="3507" y="21458"/>
                  </a:lnTo>
                  <a:cubicBezTo>
                    <a:pt x="1932" y="21458"/>
                    <a:pt x="300" y="20925"/>
                    <a:pt x="300" y="19941"/>
                  </a:cubicBezTo>
                  <a:lnTo>
                    <a:pt x="300" y="1623"/>
                  </a:lnTo>
                  <a:cubicBezTo>
                    <a:pt x="300" y="713"/>
                    <a:pt x="1582" y="142"/>
                    <a:pt x="3507" y="142"/>
                  </a:cubicBezTo>
                  <a:lnTo>
                    <a:pt x="18168" y="142"/>
                  </a:lnTo>
                  <a:cubicBezTo>
                    <a:pt x="20034" y="142"/>
                    <a:pt x="21300" y="741"/>
                    <a:pt x="21300" y="1623"/>
                  </a:cubicBezTo>
                  <a:cubicBezTo>
                    <a:pt x="21300" y="1623"/>
                    <a:pt x="21300" y="19941"/>
                    <a:pt x="21300" y="19941"/>
                  </a:cubicBezTo>
                  <a:close/>
                  <a:moveTo>
                    <a:pt x="18168" y="0"/>
                  </a:moveTo>
                  <a:lnTo>
                    <a:pt x="3507" y="0"/>
                  </a:lnTo>
                  <a:cubicBezTo>
                    <a:pt x="1247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59" y="21600"/>
                    <a:pt x="3507" y="21600"/>
                  </a:cubicBezTo>
                  <a:lnTo>
                    <a:pt x="18168" y="21600"/>
                  </a:lnTo>
                  <a:cubicBezTo>
                    <a:pt x="20138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6" y="0"/>
                    <a:pt x="18168" y="0"/>
                  </a:cubicBezTo>
                  <a:close/>
                </a:path>
              </a:pathLst>
            </a:custGeom>
            <a:solidFill>
              <a:srgbClr val="DADBD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5" name="Shape 2416"/>
            <p:cNvSpPr/>
            <p:nvPr/>
          </p:nvSpPr>
          <p:spPr>
            <a:xfrm>
              <a:off x="244338" y="244338"/>
              <a:ext cx="7272661" cy="15731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90" y="36"/>
                  </a:moveTo>
                  <a:cubicBezTo>
                    <a:pt x="1416" y="36"/>
                    <a:pt x="78" y="639"/>
                    <a:pt x="78" y="1439"/>
                  </a:cubicBezTo>
                  <a:lnTo>
                    <a:pt x="78" y="20125"/>
                  </a:lnTo>
                  <a:cubicBezTo>
                    <a:pt x="78" y="21107"/>
                    <a:pt x="1935" y="21564"/>
                    <a:pt x="3190" y="21564"/>
                  </a:cubicBezTo>
                  <a:lnTo>
                    <a:pt x="18488" y="21564"/>
                  </a:lnTo>
                  <a:cubicBezTo>
                    <a:pt x="20076" y="21564"/>
                    <a:pt x="21522" y="20878"/>
                    <a:pt x="21522" y="20125"/>
                  </a:cubicBezTo>
                  <a:lnTo>
                    <a:pt x="21522" y="1439"/>
                  </a:lnTo>
                  <a:cubicBezTo>
                    <a:pt x="21522" y="652"/>
                    <a:pt x="20189" y="36"/>
                    <a:pt x="18488" y="36"/>
                  </a:cubicBezTo>
                  <a:cubicBezTo>
                    <a:pt x="18488" y="36"/>
                    <a:pt x="3190" y="36"/>
                    <a:pt x="3190" y="36"/>
                  </a:cubicBezTo>
                  <a:close/>
                  <a:moveTo>
                    <a:pt x="18488" y="21600"/>
                  </a:moveTo>
                  <a:lnTo>
                    <a:pt x="3190" y="21600"/>
                  </a:lnTo>
                  <a:cubicBezTo>
                    <a:pt x="1656" y="21600"/>
                    <a:pt x="0" y="21036"/>
                    <a:pt x="0" y="20125"/>
                  </a:cubicBezTo>
                  <a:lnTo>
                    <a:pt x="0" y="1439"/>
                  </a:lnTo>
                  <a:cubicBezTo>
                    <a:pt x="0" y="619"/>
                    <a:pt x="1372" y="0"/>
                    <a:pt x="3190" y="0"/>
                  </a:cubicBezTo>
                  <a:lnTo>
                    <a:pt x="18488" y="0"/>
                  </a:lnTo>
                  <a:cubicBezTo>
                    <a:pt x="20233" y="0"/>
                    <a:pt x="21600" y="632"/>
                    <a:pt x="21600" y="1439"/>
                  </a:cubicBezTo>
                  <a:lnTo>
                    <a:pt x="21600" y="20125"/>
                  </a:lnTo>
                  <a:cubicBezTo>
                    <a:pt x="21600" y="20897"/>
                    <a:pt x="20117" y="21600"/>
                    <a:pt x="18488" y="2160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6" name="Shape 2417"/>
            <p:cNvSpPr/>
            <p:nvPr/>
          </p:nvSpPr>
          <p:spPr>
            <a:xfrm>
              <a:off x="5399889" y="0"/>
              <a:ext cx="969865" cy="79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61" y="0"/>
                  </a:moveTo>
                  <a:lnTo>
                    <a:pt x="940" y="0"/>
                  </a:lnTo>
                  <a:lnTo>
                    <a:pt x="0" y="72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01"/>
                  </a:lnTo>
                  <a:cubicBezTo>
                    <a:pt x="21600" y="7201"/>
                    <a:pt x="20661" y="0"/>
                    <a:pt x="20661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7" name="Shape 2418"/>
            <p:cNvSpPr/>
            <p:nvPr/>
          </p:nvSpPr>
          <p:spPr>
            <a:xfrm>
              <a:off x="0" y="2272351"/>
              <a:ext cx="79054" cy="737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3"/>
                  </a:moveTo>
                  <a:lnTo>
                    <a:pt x="7201" y="0"/>
                  </a:lnTo>
                  <a:lnTo>
                    <a:pt x="0" y="939"/>
                  </a:lnTo>
                  <a:lnTo>
                    <a:pt x="0" y="20643"/>
                  </a:lnTo>
                  <a:lnTo>
                    <a:pt x="7201" y="21581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3"/>
                  </a:lnTo>
                  <a:cubicBezTo>
                    <a:pt x="21600" y="3"/>
                    <a:pt x="7201" y="3"/>
                    <a:pt x="7201" y="3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8" name="Shape 2419"/>
            <p:cNvSpPr/>
            <p:nvPr/>
          </p:nvSpPr>
          <p:spPr>
            <a:xfrm>
              <a:off x="0" y="3811686"/>
              <a:ext cx="79054" cy="553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5"/>
                  </a:moveTo>
                  <a:lnTo>
                    <a:pt x="7201" y="0"/>
                  </a:lnTo>
                  <a:lnTo>
                    <a:pt x="0" y="1252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5"/>
                  </a:lnTo>
                  <a:cubicBezTo>
                    <a:pt x="21600" y="5"/>
                    <a:pt x="7201" y="5"/>
                    <a:pt x="7201" y="5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9" name="Shape 2420"/>
            <p:cNvSpPr/>
            <p:nvPr/>
          </p:nvSpPr>
          <p:spPr>
            <a:xfrm>
              <a:off x="0" y="5155549"/>
              <a:ext cx="79054" cy="553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4"/>
                  </a:moveTo>
                  <a:lnTo>
                    <a:pt x="7201" y="0"/>
                  </a:lnTo>
                  <a:lnTo>
                    <a:pt x="0" y="1251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4"/>
                  </a:lnTo>
                  <a:cubicBezTo>
                    <a:pt x="21600" y="4"/>
                    <a:pt x="7201" y="4"/>
                    <a:pt x="7201" y="4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0" name="Shape 2421"/>
            <p:cNvSpPr/>
            <p:nvPr/>
          </p:nvSpPr>
          <p:spPr>
            <a:xfrm>
              <a:off x="3200838" y="14220519"/>
              <a:ext cx="1359398" cy="1359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393"/>
                  </a:moveTo>
                  <a:cubicBezTo>
                    <a:pt x="5502" y="20393"/>
                    <a:pt x="1207" y="16098"/>
                    <a:pt x="1207" y="10800"/>
                  </a:cubicBezTo>
                  <a:cubicBezTo>
                    <a:pt x="1207" y="5502"/>
                    <a:pt x="5502" y="1207"/>
                    <a:pt x="10800" y="1207"/>
                  </a:cubicBezTo>
                  <a:cubicBezTo>
                    <a:pt x="16098" y="1207"/>
                    <a:pt x="20393" y="5502"/>
                    <a:pt x="20393" y="10800"/>
                  </a:cubicBezTo>
                  <a:cubicBezTo>
                    <a:pt x="20393" y="16098"/>
                    <a:pt x="16098" y="20393"/>
                    <a:pt x="10800" y="20393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1" name="Shape 2422"/>
            <p:cNvSpPr/>
            <p:nvPr/>
          </p:nvSpPr>
          <p:spPr>
            <a:xfrm>
              <a:off x="3197788" y="1302828"/>
              <a:ext cx="1339897" cy="274191"/>
            </a:xfrm>
            <a:prstGeom prst="roundRect">
              <a:avLst>
                <a:gd name="adj" fmla="val 50000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52" name="Shape 2423"/>
            <p:cNvSpPr/>
            <p:nvPr/>
          </p:nvSpPr>
          <p:spPr>
            <a:xfrm>
              <a:off x="3176404" y="1294995"/>
              <a:ext cx="1396552" cy="289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5" y="11782"/>
                  </a:moveTo>
                  <a:cubicBezTo>
                    <a:pt x="20785" y="15035"/>
                    <a:pt x="20237" y="17673"/>
                    <a:pt x="19562" y="17673"/>
                  </a:cubicBezTo>
                  <a:lnTo>
                    <a:pt x="2038" y="17673"/>
                  </a:lnTo>
                  <a:cubicBezTo>
                    <a:pt x="1363" y="17673"/>
                    <a:pt x="815" y="15035"/>
                    <a:pt x="815" y="11782"/>
                  </a:cubicBezTo>
                  <a:lnTo>
                    <a:pt x="815" y="9818"/>
                  </a:lnTo>
                  <a:cubicBezTo>
                    <a:pt x="815" y="6565"/>
                    <a:pt x="1363" y="3928"/>
                    <a:pt x="2038" y="3928"/>
                  </a:cubicBezTo>
                  <a:lnTo>
                    <a:pt x="19562" y="3928"/>
                  </a:lnTo>
                  <a:cubicBezTo>
                    <a:pt x="20237" y="3928"/>
                    <a:pt x="20785" y="6565"/>
                    <a:pt x="20785" y="9818"/>
                  </a:cubicBezTo>
                  <a:cubicBezTo>
                    <a:pt x="20785" y="9818"/>
                    <a:pt x="20785" y="11782"/>
                    <a:pt x="20785" y="11782"/>
                  </a:cubicBezTo>
                  <a:close/>
                  <a:moveTo>
                    <a:pt x="21600" y="9818"/>
                  </a:moveTo>
                  <a:cubicBezTo>
                    <a:pt x="21600" y="4396"/>
                    <a:pt x="20688" y="0"/>
                    <a:pt x="19562" y="0"/>
                  </a:cubicBezTo>
                  <a:lnTo>
                    <a:pt x="2038" y="0"/>
                  </a:lnTo>
                  <a:cubicBezTo>
                    <a:pt x="912" y="0"/>
                    <a:pt x="0" y="4396"/>
                    <a:pt x="0" y="9818"/>
                  </a:cubicBezTo>
                  <a:lnTo>
                    <a:pt x="0" y="11782"/>
                  </a:lnTo>
                  <a:cubicBezTo>
                    <a:pt x="0" y="17204"/>
                    <a:pt x="912" y="21600"/>
                    <a:pt x="2038" y="21600"/>
                  </a:cubicBezTo>
                  <a:lnTo>
                    <a:pt x="19562" y="21600"/>
                  </a:lnTo>
                  <a:cubicBezTo>
                    <a:pt x="20688" y="21600"/>
                    <a:pt x="21600" y="17204"/>
                    <a:pt x="21600" y="11782"/>
                  </a:cubicBezTo>
                  <a:cubicBezTo>
                    <a:pt x="216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A4ADB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54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9420746" y="2808097"/>
            <a:ext cx="2335825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420746" y="3817756"/>
            <a:ext cx="2335825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4803" y="1776092"/>
            <a:ext cx="243483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81000" y="2795369"/>
            <a:ext cx="243483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81000" y="3805028"/>
            <a:ext cx="243483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4495800" y="1673225"/>
            <a:ext cx="3216275" cy="57689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8383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40E8C1-BDCC-461D-AB59-37B5BD2204A2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55418" y="2510702"/>
            <a:ext cx="5312482" cy="85777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63882" y="1198687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2352"/>
          <p:cNvSpPr/>
          <p:nvPr userDrawn="1"/>
        </p:nvSpPr>
        <p:spPr>
          <a:xfrm>
            <a:off x="4543247" y="1803734"/>
            <a:ext cx="2146913" cy="451714"/>
          </a:xfrm>
          <a:prstGeom prst="roundRect">
            <a:avLst>
              <a:gd name="adj" fmla="val 702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grpSp>
        <p:nvGrpSpPr>
          <p:cNvPr id="17" name="Group 2368"/>
          <p:cNvGrpSpPr/>
          <p:nvPr userDrawn="1"/>
        </p:nvGrpSpPr>
        <p:grpSpPr>
          <a:xfrm>
            <a:off x="1803044" y="1702039"/>
            <a:ext cx="2069796" cy="4361269"/>
            <a:chOff x="0" y="0"/>
            <a:chExt cx="4139588" cy="8722534"/>
          </a:xfrm>
        </p:grpSpPr>
        <p:sp>
          <p:nvSpPr>
            <p:cNvPr id="18" name="Shape 2356"/>
            <p:cNvSpPr/>
            <p:nvPr/>
          </p:nvSpPr>
          <p:spPr>
            <a:xfrm>
              <a:off x="39602" y="52802"/>
              <a:ext cx="4099986" cy="8669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9" y="0"/>
                  </a:moveTo>
                  <a:lnTo>
                    <a:pt x="3509" y="0"/>
                  </a:lnTo>
                  <a:cubicBezTo>
                    <a:pt x="1248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61" y="21600"/>
                    <a:pt x="3509" y="21600"/>
                  </a:cubicBezTo>
                  <a:lnTo>
                    <a:pt x="18169" y="21600"/>
                  </a:lnTo>
                  <a:cubicBezTo>
                    <a:pt x="20139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8" y="0"/>
                    <a:pt x="18169" y="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19" name="Shape 2357"/>
            <p:cNvSpPr/>
            <p:nvPr/>
          </p:nvSpPr>
          <p:spPr>
            <a:xfrm>
              <a:off x="356419" y="1254068"/>
              <a:ext cx="3459351" cy="6206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2C3CB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0" name="Shape 2358"/>
            <p:cNvSpPr/>
            <p:nvPr/>
          </p:nvSpPr>
          <p:spPr>
            <a:xfrm>
              <a:off x="39602" y="52802"/>
              <a:ext cx="4099986" cy="86697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00" y="19941"/>
                  </a:moveTo>
                  <a:cubicBezTo>
                    <a:pt x="21300" y="20782"/>
                    <a:pt x="19945" y="21458"/>
                    <a:pt x="18168" y="21458"/>
                  </a:cubicBezTo>
                  <a:lnTo>
                    <a:pt x="3507" y="21458"/>
                  </a:lnTo>
                  <a:cubicBezTo>
                    <a:pt x="1932" y="21458"/>
                    <a:pt x="300" y="20925"/>
                    <a:pt x="300" y="19941"/>
                  </a:cubicBezTo>
                  <a:lnTo>
                    <a:pt x="300" y="1623"/>
                  </a:lnTo>
                  <a:cubicBezTo>
                    <a:pt x="300" y="713"/>
                    <a:pt x="1582" y="142"/>
                    <a:pt x="3507" y="142"/>
                  </a:cubicBezTo>
                  <a:lnTo>
                    <a:pt x="18168" y="142"/>
                  </a:lnTo>
                  <a:cubicBezTo>
                    <a:pt x="20034" y="142"/>
                    <a:pt x="21300" y="741"/>
                    <a:pt x="21300" y="1623"/>
                  </a:cubicBezTo>
                  <a:cubicBezTo>
                    <a:pt x="21300" y="1623"/>
                    <a:pt x="21300" y="19941"/>
                    <a:pt x="21300" y="19941"/>
                  </a:cubicBezTo>
                  <a:close/>
                  <a:moveTo>
                    <a:pt x="18168" y="0"/>
                  </a:moveTo>
                  <a:lnTo>
                    <a:pt x="3507" y="0"/>
                  </a:lnTo>
                  <a:cubicBezTo>
                    <a:pt x="1247" y="0"/>
                    <a:pt x="0" y="717"/>
                    <a:pt x="0" y="1623"/>
                  </a:cubicBezTo>
                  <a:lnTo>
                    <a:pt x="0" y="19941"/>
                  </a:lnTo>
                  <a:cubicBezTo>
                    <a:pt x="0" y="20953"/>
                    <a:pt x="1659" y="21600"/>
                    <a:pt x="3507" y="21600"/>
                  </a:cubicBezTo>
                  <a:lnTo>
                    <a:pt x="18168" y="21600"/>
                  </a:lnTo>
                  <a:cubicBezTo>
                    <a:pt x="20138" y="21600"/>
                    <a:pt x="21600" y="20848"/>
                    <a:pt x="21600" y="19941"/>
                  </a:cubicBezTo>
                  <a:lnTo>
                    <a:pt x="21600" y="1623"/>
                  </a:lnTo>
                  <a:cubicBezTo>
                    <a:pt x="21600" y="717"/>
                    <a:pt x="20306" y="0"/>
                    <a:pt x="18168" y="0"/>
                  </a:cubicBezTo>
                  <a:close/>
                </a:path>
              </a:pathLst>
            </a:custGeom>
            <a:solidFill>
              <a:srgbClr val="DADBD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359"/>
            <p:cNvSpPr/>
            <p:nvPr/>
          </p:nvSpPr>
          <p:spPr>
            <a:xfrm>
              <a:off x="132007" y="132007"/>
              <a:ext cx="3929150" cy="84988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90" y="36"/>
                  </a:moveTo>
                  <a:cubicBezTo>
                    <a:pt x="1416" y="36"/>
                    <a:pt x="78" y="639"/>
                    <a:pt x="78" y="1439"/>
                  </a:cubicBezTo>
                  <a:lnTo>
                    <a:pt x="78" y="20125"/>
                  </a:lnTo>
                  <a:cubicBezTo>
                    <a:pt x="78" y="21107"/>
                    <a:pt x="1935" y="21564"/>
                    <a:pt x="3190" y="21564"/>
                  </a:cubicBezTo>
                  <a:lnTo>
                    <a:pt x="18488" y="21564"/>
                  </a:lnTo>
                  <a:cubicBezTo>
                    <a:pt x="20076" y="21564"/>
                    <a:pt x="21522" y="20878"/>
                    <a:pt x="21522" y="20125"/>
                  </a:cubicBezTo>
                  <a:lnTo>
                    <a:pt x="21522" y="1439"/>
                  </a:lnTo>
                  <a:cubicBezTo>
                    <a:pt x="21522" y="652"/>
                    <a:pt x="20189" y="36"/>
                    <a:pt x="18488" y="36"/>
                  </a:cubicBezTo>
                  <a:cubicBezTo>
                    <a:pt x="18488" y="36"/>
                    <a:pt x="3190" y="36"/>
                    <a:pt x="3190" y="36"/>
                  </a:cubicBezTo>
                  <a:close/>
                  <a:moveTo>
                    <a:pt x="18488" y="21600"/>
                  </a:moveTo>
                  <a:lnTo>
                    <a:pt x="3190" y="21600"/>
                  </a:lnTo>
                  <a:cubicBezTo>
                    <a:pt x="1656" y="21600"/>
                    <a:pt x="0" y="21036"/>
                    <a:pt x="0" y="20125"/>
                  </a:cubicBezTo>
                  <a:lnTo>
                    <a:pt x="0" y="1439"/>
                  </a:lnTo>
                  <a:cubicBezTo>
                    <a:pt x="0" y="619"/>
                    <a:pt x="1372" y="0"/>
                    <a:pt x="3190" y="0"/>
                  </a:cubicBezTo>
                  <a:lnTo>
                    <a:pt x="18488" y="0"/>
                  </a:lnTo>
                  <a:cubicBezTo>
                    <a:pt x="20233" y="0"/>
                    <a:pt x="21600" y="632"/>
                    <a:pt x="21600" y="1439"/>
                  </a:cubicBezTo>
                  <a:lnTo>
                    <a:pt x="21600" y="20125"/>
                  </a:lnTo>
                  <a:cubicBezTo>
                    <a:pt x="21600" y="20897"/>
                    <a:pt x="20117" y="21600"/>
                    <a:pt x="18488" y="2160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2" name="Shape 2360"/>
            <p:cNvSpPr/>
            <p:nvPr/>
          </p:nvSpPr>
          <p:spPr>
            <a:xfrm>
              <a:off x="2917360" y="0"/>
              <a:ext cx="523982" cy="42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61" y="0"/>
                  </a:moveTo>
                  <a:lnTo>
                    <a:pt x="940" y="0"/>
                  </a:lnTo>
                  <a:lnTo>
                    <a:pt x="0" y="72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7201"/>
                  </a:lnTo>
                  <a:cubicBezTo>
                    <a:pt x="21600" y="7201"/>
                    <a:pt x="20661" y="0"/>
                    <a:pt x="20661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3" name="Shape 2361"/>
            <p:cNvSpPr/>
            <p:nvPr/>
          </p:nvSpPr>
          <p:spPr>
            <a:xfrm>
              <a:off x="0" y="1227667"/>
              <a:ext cx="42710" cy="3986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3"/>
                  </a:moveTo>
                  <a:lnTo>
                    <a:pt x="7201" y="0"/>
                  </a:lnTo>
                  <a:lnTo>
                    <a:pt x="0" y="939"/>
                  </a:lnTo>
                  <a:lnTo>
                    <a:pt x="0" y="20643"/>
                  </a:lnTo>
                  <a:lnTo>
                    <a:pt x="7201" y="21581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3"/>
                  </a:lnTo>
                  <a:cubicBezTo>
                    <a:pt x="21600" y="3"/>
                    <a:pt x="7201" y="3"/>
                    <a:pt x="7201" y="3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4" name="Shape 2362"/>
            <p:cNvSpPr/>
            <p:nvPr/>
          </p:nvSpPr>
          <p:spPr>
            <a:xfrm>
              <a:off x="0" y="2059313"/>
              <a:ext cx="42710" cy="299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5"/>
                  </a:moveTo>
                  <a:lnTo>
                    <a:pt x="7201" y="0"/>
                  </a:lnTo>
                  <a:lnTo>
                    <a:pt x="0" y="1252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5"/>
                  </a:lnTo>
                  <a:cubicBezTo>
                    <a:pt x="21600" y="5"/>
                    <a:pt x="7201" y="5"/>
                    <a:pt x="7201" y="5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5" name="Shape 2363"/>
            <p:cNvSpPr/>
            <p:nvPr/>
          </p:nvSpPr>
          <p:spPr>
            <a:xfrm>
              <a:off x="0" y="2785352"/>
              <a:ext cx="42710" cy="299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1" y="4"/>
                  </a:moveTo>
                  <a:lnTo>
                    <a:pt x="7201" y="0"/>
                  </a:lnTo>
                  <a:lnTo>
                    <a:pt x="0" y="1251"/>
                  </a:lnTo>
                  <a:lnTo>
                    <a:pt x="0" y="20324"/>
                  </a:lnTo>
                  <a:lnTo>
                    <a:pt x="7201" y="21575"/>
                  </a:lnTo>
                  <a:lnTo>
                    <a:pt x="7201" y="21600"/>
                  </a:lnTo>
                  <a:lnTo>
                    <a:pt x="21600" y="21600"/>
                  </a:lnTo>
                  <a:lnTo>
                    <a:pt x="21600" y="4"/>
                  </a:lnTo>
                  <a:cubicBezTo>
                    <a:pt x="21600" y="4"/>
                    <a:pt x="7201" y="4"/>
                    <a:pt x="7201" y="4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6" name="Shape 2364"/>
            <p:cNvSpPr/>
            <p:nvPr/>
          </p:nvSpPr>
          <p:spPr>
            <a:xfrm>
              <a:off x="1729294" y="7682820"/>
              <a:ext cx="734433" cy="734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393"/>
                  </a:moveTo>
                  <a:cubicBezTo>
                    <a:pt x="5502" y="20393"/>
                    <a:pt x="1207" y="16098"/>
                    <a:pt x="1207" y="10800"/>
                  </a:cubicBezTo>
                  <a:cubicBezTo>
                    <a:pt x="1207" y="5502"/>
                    <a:pt x="5502" y="1207"/>
                    <a:pt x="10800" y="1207"/>
                  </a:cubicBezTo>
                  <a:cubicBezTo>
                    <a:pt x="16098" y="1207"/>
                    <a:pt x="20393" y="5502"/>
                    <a:pt x="20393" y="10800"/>
                  </a:cubicBezTo>
                  <a:cubicBezTo>
                    <a:pt x="20393" y="16098"/>
                    <a:pt x="16098" y="20393"/>
                    <a:pt x="10800" y="20393"/>
                  </a:cubicBezTo>
                  <a:close/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4" y="21600"/>
                    <a:pt x="21600" y="16765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lose/>
                </a:path>
              </a:pathLst>
            </a:cu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7" name="Shape 2365"/>
            <p:cNvSpPr/>
            <p:nvPr/>
          </p:nvSpPr>
          <p:spPr>
            <a:xfrm>
              <a:off x="1727646" y="703869"/>
              <a:ext cx="723898" cy="148136"/>
            </a:xfrm>
            <a:prstGeom prst="roundRect">
              <a:avLst>
                <a:gd name="adj" fmla="val 50000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" name="Shape 2366"/>
            <p:cNvSpPr/>
            <p:nvPr/>
          </p:nvSpPr>
          <p:spPr>
            <a:xfrm>
              <a:off x="1716094" y="699638"/>
              <a:ext cx="754505" cy="156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5" y="11782"/>
                  </a:moveTo>
                  <a:cubicBezTo>
                    <a:pt x="20785" y="15035"/>
                    <a:pt x="20237" y="17673"/>
                    <a:pt x="19562" y="17673"/>
                  </a:cubicBezTo>
                  <a:lnTo>
                    <a:pt x="2038" y="17673"/>
                  </a:lnTo>
                  <a:cubicBezTo>
                    <a:pt x="1363" y="17673"/>
                    <a:pt x="815" y="15035"/>
                    <a:pt x="815" y="11782"/>
                  </a:cubicBezTo>
                  <a:lnTo>
                    <a:pt x="815" y="9818"/>
                  </a:lnTo>
                  <a:cubicBezTo>
                    <a:pt x="815" y="6565"/>
                    <a:pt x="1363" y="3928"/>
                    <a:pt x="2038" y="3928"/>
                  </a:cubicBezTo>
                  <a:lnTo>
                    <a:pt x="19562" y="3928"/>
                  </a:lnTo>
                  <a:cubicBezTo>
                    <a:pt x="20237" y="3928"/>
                    <a:pt x="20785" y="6565"/>
                    <a:pt x="20785" y="9818"/>
                  </a:cubicBezTo>
                  <a:cubicBezTo>
                    <a:pt x="20785" y="9818"/>
                    <a:pt x="20785" y="11782"/>
                    <a:pt x="20785" y="11782"/>
                  </a:cubicBezTo>
                  <a:close/>
                  <a:moveTo>
                    <a:pt x="21600" y="9818"/>
                  </a:moveTo>
                  <a:cubicBezTo>
                    <a:pt x="21600" y="4396"/>
                    <a:pt x="20688" y="0"/>
                    <a:pt x="19562" y="0"/>
                  </a:cubicBezTo>
                  <a:lnTo>
                    <a:pt x="2038" y="0"/>
                  </a:lnTo>
                  <a:cubicBezTo>
                    <a:pt x="912" y="0"/>
                    <a:pt x="0" y="4396"/>
                    <a:pt x="0" y="9818"/>
                  </a:cubicBezTo>
                  <a:lnTo>
                    <a:pt x="0" y="11782"/>
                  </a:lnTo>
                  <a:cubicBezTo>
                    <a:pt x="0" y="17204"/>
                    <a:pt x="912" y="21600"/>
                    <a:pt x="2038" y="21600"/>
                  </a:cubicBezTo>
                  <a:lnTo>
                    <a:pt x="19562" y="21600"/>
                  </a:lnTo>
                  <a:cubicBezTo>
                    <a:pt x="20688" y="21600"/>
                    <a:pt x="21600" y="17204"/>
                    <a:pt x="21600" y="11782"/>
                  </a:cubicBezTo>
                  <a:cubicBezTo>
                    <a:pt x="21600" y="11782"/>
                    <a:pt x="21600" y="9818"/>
                    <a:pt x="21600" y="9818"/>
                  </a:cubicBezTo>
                  <a:close/>
                </a:path>
              </a:pathLst>
            </a:custGeom>
            <a:solidFill>
              <a:srgbClr val="A4ADBC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552354" y="3809348"/>
            <a:ext cx="499227" cy="499227"/>
            <a:chOff x="4552354" y="3809348"/>
            <a:chExt cx="499227" cy="499227"/>
          </a:xfrm>
        </p:grpSpPr>
        <p:sp>
          <p:nvSpPr>
            <p:cNvPr id="31" name="Shape 2370"/>
            <p:cNvSpPr/>
            <p:nvPr userDrawn="1"/>
          </p:nvSpPr>
          <p:spPr>
            <a:xfrm>
              <a:off x="4552354" y="3809348"/>
              <a:ext cx="499227" cy="499227"/>
            </a:xfrm>
            <a:prstGeom prst="roundRect">
              <a:avLst>
                <a:gd name="adj" fmla="val 5372"/>
              </a:avLst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39" name="Shape 2378"/>
            <p:cNvSpPr/>
            <p:nvPr userDrawn="1"/>
          </p:nvSpPr>
          <p:spPr>
            <a:xfrm>
              <a:off x="4707008" y="3945606"/>
              <a:ext cx="189919" cy="213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49" y="14400"/>
                  </a:moveTo>
                  <a:lnTo>
                    <a:pt x="1079" y="14400"/>
                  </a:lnTo>
                  <a:cubicBezTo>
                    <a:pt x="333" y="14400"/>
                    <a:pt x="0" y="14938"/>
                    <a:pt x="0" y="15599"/>
                  </a:cubicBezTo>
                  <a:lnTo>
                    <a:pt x="0" y="21600"/>
                  </a:lnTo>
                  <a:lnTo>
                    <a:pt x="5400" y="21600"/>
                  </a:lnTo>
                  <a:lnTo>
                    <a:pt x="5400" y="15599"/>
                  </a:lnTo>
                  <a:cubicBezTo>
                    <a:pt x="5400" y="14938"/>
                    <a:pt x="4796" y="14400"/>
                    <a:pt x="4049" y="14400"/>
                  </a:cubicBezTo>
                  <a:close/>
                  <a:moveTo>
                    <a:pt x="12150" y="7200"/>
                  </a:moveTo>
                  <a:lnTo>
                    <a:pt x="9180" y="7200"/>
                  </a:lnTo>
                  <a:cubicBezTo>
                    <a:pt x="8434" y="7200"/>
                    <a:pt x="8099" y="7738"/>
                    <a:pt x="8099" y="8401"/>
                  </a:cubicBezTo>
                  <a:lnTo>
                    <a:pt x="8099" y="21600"/>
                  </a:lnTo>
                  <a:lnTo>
                    <a:pt x="13499" y="21600"/>
                  </a:lnTo>
                  <a:lnTo>
                    <a:pt x="13499" y="8401"/>
                  </a:lnTo>
                  <a:cubicBezTo>
                    <a:pt x="13499" y="7738"/>
                    <a:pt x="12895" y="7200"/>
                    <a:pt x="12150" y="7200"/>
                  </a:cubicBezTo>
                  <a:close/>
                  <a:moveTo>
                    <a:pt x="20251" y="0"/>
                  </a:moveTo>
                  <a:lnTo>
                    <a:pt x="17281" y="0"/>
                  </a:lnTo>
                  <a:cubicBezTo>
                    <a:pt x="16534" y="0"/>
                    <a:pt x="16200" y="538"/>
                    <a:pt x="16200" y="1201"/>
                  </a:cubicBezTo>
                  <a:lnTo>
                    <a:pt x="16200" y="21600"/>
                  </a:lnTo>
                  <a:lnTo>
                    <a:pt x="21600" y="21600"/>
                  </a:lnTo>
                  <a:lnTo>
                    <a:pt x="21600" y="1201"/>
                  </a:lnTo>
                  <a:cubicBezTo>
                    <a:pt x="21600" y="538"/>
                    <a:pt x="20995" y="0"/>
                    <a:pt x="20251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7413765" y="3809348"/>
            <a:ext cx="499227" cy="499227"/>
            <a:chOff x="7413765" y="3809348"/>
            <a:chExt cx="499227" cy="499227"/>
          </a:xfrm>
        </p:grpSpPr>
        <p:sp>
          <p:nvSpPr>
            <p:cNvPr id="33" name="Shape 2372"/>
            <p:cNvSpPr/>
            <p:nvPr userDrawn="1"/>
          </p:nvSpPr>
          <p:spPr>
            <a:xfrm>
              <a:off x="7413765" y="3809348"/>
              <a:ext cx="499227" cy="499227"/>
            </a:xfrm>
            <a:prstGeom prst="roundRect">
              <a:avLst>
                <a:gd name="adj" fmla="val 5372"/>
              </a:avLst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0" name="Shape 2379"/>
            <p:cNvSpPr/>
            <p:nvPr userDrawn="1"/>
          </p:nvSpPr>
          <p:spPr>
            <a:xfrm>
              <a:off x="7543435" y="3966845"/>
              <a:ext cx="239886" cy="191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43" y="10800"/>
                  </a:moveTo>
                  <a:cubicBezTo>
                    <a:pt x="17065" y="10800"/>
                    <a:pt x="16800" y="11898"/>
                    <a:pt x="16709" y="12419"/>
                  </a:cubicBezTo>
                  <a:cubicBezTo>
                    <a:pt x="16115" y="15817"/>
                    <a:pt x="13696" y="18359"/>
                    <a:pt x="10800" y="18359"/>
                  </a:cubicBezTo>
                  <a:cubicBezTo>
                    <a:pt x="9130" y="18359"/>
                    <a:pt x="7618" y="17514"/>
                    <a:pt x="6524" y="16146"/>
                  </a:cubicBezTo>
                  <a:cubicBezTo>
                    <a:pt x="6018" y="15513"/>
                    <a:pt x="5198" y="15513"/>
                    <a:pt x="4691" y="16146"/>
                  </a:cubicBezTo>
                  <a:cubicBezTo>
                    <a:pt x="4185" y="16779"/>
                    <a:pt x="4185" y="17804"/>
                    <a:pt x="4691" y="18437"/>
                  </a:cubicBezTo>
                  <a:cubicBezTo>
                    <a:pt x="6255" y="20391"/>
                    <a:pt x="8415" y="21600"/>
                    <a:pt x="10800" y="21600"/>
                  </a:cubicBezTo>
                  <a:cubicBezTo>
                    <a:pt x="14669" y="21600"/>
                    <a:pt x="17943" y="18421"/>
                    <a:pt x="19043" y="14039"/>
                  </a:cubicBezTo>
                  <a:lnTo>
                    <a:pt x="21600" y="14039"/>
                  </a:lnTo>
                  <a:lnTo>
                    <a:pt x="21600" y="10800"/>
                  </a:lnTo>
                  <a:cubicBezTo>
                    <a:pt x="21600" y="10800"/>
                    <a:pt x="18143" y="10800"/>
                    <a:pt x="18143" y="10800"/>
                  </a:cubicBezTo>
                  <a:close/>
                  <a:moveTo>
                    <a:pt x="4891" y="9180"/>
                  </a:moveTo>
                  <a:cubicBezTo>
                    <a:pt x="5484" y="5783"/>
                    <a:pt x="7904" y="3240"/>
                    <a:pt x="10800" y="3240"/>
                  </a:cubicBezTo>
                  <a:cubicBezTo>
                    <a:pt x="12470" y="3240"/>
                    <a:pt x="13982" y="4086"/>
                    <a:pt x="15076" y="5454"/>
                  </a:cubicBezTo>
                  <a:cubicBezTo>
                    <a:pt x="15582" y="6086"/>
                    <a:pt x="16404" y="6086"/>
                    <a:pt x="16909" y="5454"/>
                  </a:cubicBezTo>
                  <a:cubicBezTo>
                    <a:pt x="17415" y="4821"/>
                    <a:pt x="17415" y="3796"/>
                    <a:pt x="16909" y="3163"/>
                  </a:cubicBezTo>
                  <a:cubicBezTo>
                    <a:pt x="15346" y="1209"/>
                    <a:pt x="13186" y="0"/>
                    <a:pt x="10800" y="0"/>
                  </a:cubicBezTo>
                  <a:cubicBezTo>
                    <a:pt x="6931" y="0"/>
                    <a:pt x="3658" y="3178"/>
                    <a:pt x="2557" y="7560"/>
                  </a:cubicBezTo>
                  <a:lnTo>
                    <a:pt x="0" y="7560"/>
                  </a:lnTo>
                  <a:lnTo>
                    <a:pt x="0" y="10800"/>
                  </a:lnTo>
                  <a:lnTo>
                    <a:pt x="3457" y="10800"/>
                  </a:lnTo>
                  <a:cubicBezTo>
                    <a:pt x="4535" y="10800"/>
                    <a:pt x="4800" y="9702"/>
                    <a:pt x="4891" y="9180"/>
                  </a:cubicBezTo>
                  <a:close/>
                  <a:moveTo>
                    <a:pt x="7343" y="10800"/>
                  </a:moveTo>
                  <a:cubicBezTo>
                    <a:pt x="7343" y="13185"/>
                    <a:pt x="8891" y="15120"/>
                    <a:pt x="10800" y="15120"/>
                  </a:cubicBezTo>
                  <a:cubicBezTo>
                    <a:pt x="12709" y="15120"/>
                    <a:pt x="14255" y="13185"/>
                    <a:pt x="14255" y="10800"/>
                  </a:cubicBezTo>
                  <a:cubicBezTo>
                    <a:pt x="14255" y="8415"/>
                    <a:pt x="12709" y="6480"/>
                    <a:pt x="10800" y="6480"/>
                  </a:cubicBezTo>
                  <a:cubicBezTo>
                    <a:pt x="8891" y="6480"/>
                    <a:pt x="7343" y="8415"/>
                    <a:pt x="7343" y="108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552354" y="4857392"/>
            <a:ext cx="499227" cy="499226"/>
            <a:chOff x="4552354" y="4857392"/>
            <a:chExt cx="499227" cy="499226"/>
          </a:xfrm>
        </p:grpSpPr>
        <p:sp>
          <p:nvSpPr>
            <p:cNvPr id="32" name="Shape 2371"/>
            <p:cNvSpPr/>
            <p:nvPr userDrawn="1"/>
          </p:nvSpPr>
          <p:spPr>
            <a:xfrm>
              <a:off x="4552354" y="4857392"/>
              <a:ext cx="499227" cy="499226"/>
            </a:xfrm>
            <a:prstGeom prst="roundRect">
              <a:avLst>
                <a:gd name="adj" fmla="val 5372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1" name="Shape 2380"/>
            <p:cNvSpPr/>
            <p:nvPr userDrawn="1"/>
          </p:nvSpPr>
          <p:spPr>
            <a:xfrm>
              <a:off x="4720951" y="4974236"/>
              <a:ext cx="162034" cy="259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10476"/>
                  </a:moveTo>
                  <a:cubicBezTo>
                    <a:pt x="7579" y="10476"/>
                    <a:pt x="4968" y="8844"/>
                    <a:pt x="4968" y="6831"/>
                  </a:cubicBezTo>
                  <a:cubicBezTo>
                    <a:pt x="4968" y="4818"/>
                    <a:pt x="7579" y="3186"/>
                    <a:pt x="10801" y="3186"/>
                  </a:cubicBezTo>
                  <a:cubicBezTo>
                    <a:pt x="14021" y="3186"/>
                    <a:pt x="16632" y="4818"/>
                    <a:pt x="16632" y="6831"/>
                  </a:cubicBezTo>
                  <a:cubicBezTo>
                    <a:pt x="16632" y="8844"/>
                    <a:pt x="14021" y="10476"/>
                    <a:pt x="10801" y="10476"/>
                  </a:cubicBezTo>
                  <a:close/>
                  <a:moveTo>
                    <a:pt x="10801" y="0"/>
                  </a:moveTo>
                  <a:cubicBezTo>
                    <a:pt x="4835" y="0"/>
                    <a:pt x="0" y="3022"/>
                    <a:pt x="0" y="6749"/>
                  </a:cubicBezTo>
                  <a:cubicBezTo>
                    <a:pt x="0" y="13195"/>
                    <a:pt x="10801" y="21600"/>
                    <a:pt x="10801" y="21600"/>
                  </a:cubicBezTo>
                  <a:cubicBezTo>
                    <a:pt x="10801" y="21600"/>
                    <a:pt x="21600" y="13195"/>
                    <a:pt x="21600" y="6749"/>
                  </a:cubicBezTo>
                  <a:cubicBezTo>
                    <a:pt x="21600" y="3022"/>
                    <a:pt x="16765" y="0"/>
                    <a:pt x="10801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7413765" y="4857392"/>
            <a:ext cx="499227" cy="499226"/>
            <a:chOff x="7413765" y="4857392"/>
            <a:chExt cx="499227" cy="499226"/>
          </a:xfrm>
        </p:grpSpPr>
        <p:sp>
          <p:nvSpPr>
            <p:cNvPr id="34" name="Shape 2373"/>
            <p:cNvSpPr/>
            <p:nvPr userDrawn="1"/>
          </p:nvSpPr>
          <p:spPr>
            <a:xfrm>
              <a:off x="7413765" y="4857392"/>
              <a:ext cx="499227" cy="499226"/>
            </a:xfrm>
            <a:prstGeom prst="roundRect">
              <a:avLst>
                <a:gd name="adj" fmla="val 5372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2" name="Shape 2381"/>
            <p:cNvSpPr/>
            <p:nvPr userDrawn="1"/>
          </p:nvSpPr>
          <p:spPr>
            <a:xfrm>
              <a:off x="7551523" y="4995158"/>
              <a:ext cx="223711" cy="223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5497"/>
                  </a:moveTo>
                  <a:cubicBezTo>
                    <a:pt x="8207" y="15497"/>
                    <a:pt x="6104" y="13394"/>
                    <a:pt x="6104" y="10801"/>
                  </a:cubicBezTo>
                  <a:cubicBezTo>
                    <a:pt x="6104" y="8206"/>
                    <a:pt x="8207" y="6103"/>
                    <a:pt x="10800" y="6103"/>
                  </a:cubicBezTo>
                  <a:cubicBezTo>
                    <a:pt x="13395" y="6103"/>
                    <a:pt x="15497" y="8206"/>
                    <a:pt x="15497" y="10801"/>
                  </a:cubicBezTo>
                  <a:cubicBezTo>
                    <a:pt x="15497" y="13394"/>
                    <a:pt x="13395" y="15497"/>
                    <a:pt x="10800" y="15497"/>
                  </a:cubicBezTo>
                  <a:close/>
                  <a:moveTo>
                    <a:pt x="19522" y="10801"/>
                  </a:moveTo>
                  <a:cubicBezTo>
                    <a:pt x="19522" y="9454"/>
                    <a:pt x="20352" y="8390"/>
                    <a:pt x="21600" y="7659"/>
                  </a:cubicBezTo>
                  <a:cubicBezTo>
                    <a:pt x="21376" y="6908"/>
                    <a:pt x="21077" y="6187"/>
                    <a:pt x="20711" y="5509"/>
                  </a:cubicBezTo>
                  <a:cubicBezTo>
                    <a:pt x="19310" y="5876"/>
                    <a:pt x="18177" y="5328"/>
                    <a:pt x="17225" y="4375"/>
                  </a:cubicBezTo>
                  <a:cubicBezTo>
                    <a:pt x="16273" y="3423"/>
                    <a:pt x="15982" y="2288"/>
                    <a:pt x="16347" y="889"/>
                  </a:cubicBezTo>
                  <a:cubicBezTo>
                    <a:pt x="15671" y="522"/>
                    <a:pt x="14951" y="225"/>
                    <a:pt x="14198" y="0"/>
                  </a:cubicBezTo>
                  <a:cubicBezTo>
                    <a:pt x="13467" y="1248"/>
                    <a:pt x="12147" y="2078"/>
                    <a:pt x="10800" y="2078"/>
                  </a:cubicBezTo>
                  <a:cubicBezTo>
                    <a:pt x="9453" y="2078"/>
                    <a:pt x="8134" y="1248"/>
                    <a:pt x="7403" y="0"/>
                  </a:cubicBezTo>
                  <a:cubicBezTo>
                    <a:pt x="6651" y="225"/>
                    <a:pt x="5931" y="522"/>
                    <a:pt x="5253" y="889"/>
                  </a:cubicBezTo>
                  <a:cubicBezTo>
                    <a:pt x="5620" y="2288"/>
                    <a:pt x="5329" y="3422"/>
                    <a:pt x="4375" y="4375"/>
                  </a:cubicBezTo>
                  <a:cubicBezTo>
                    <a:pt x="3423" y="5328"/>
                    <a:pt x="2290" y="5876"/>
                    <a:pt x="890" y="5510"/>
                  </a:cubicBezTo>
                  <a:cubicBezTo>
                    <a:pt x="523" y="6187"/>
                    <a:pt x="224" y="6908"/>
                    <a:pt x="0" y="7659"/>
                  </a:cubicBezTo>
                  <a:cubicBezTo>
                    <a:pt x="1249" y="8390"/>
                    <a:pt x="2078" y="9454"/>
                    <a:pt x="2078" y="10801"/>
                  </a:cubicBezTo>
                  <a:cubicBezTo>
                    <a:pt x="2078" y="12146"/>
                    <a:pt x="1249" y="13467"/>
                    <a:pt x="0" y="14198"/>
                  </a:cubicBezTo>
                  <a:cubicBezTo>
                    <a:pt x="224" y="14950"/>
                    <a:pt x="523" y="15670"/>
                    <a:pt x="890" y="16348"/>
                  </a:cubicBezTo>
                  <a:cubicBezTo>
                    <a:pt x="2290" y="15981"/>
                    <a:pt x="3423" y="16272"/>
                    <a:pt x="4375" y="17226"/>
                  </a:cubicBezTo>
                  <a:cubicBezTo>
                    <a:pt x="5327" y="18178"/>
                    <a:pt x="5620" y="19312"/>
                    <a:pt x="5253" y="20711"/>
                  </a:cubicBezTo>
                  <a:cubicBezTo>
                    <a:pt x="5931" y="21078"/>
                    <a:pt x="6651" y="21377"/>
                    <a:pt x="7403" y="21600"/>
                  </a:cubicBezTo>
                  <a:cubicBezTo>
                    <a:pt x="8134" y="20352"/>
                    <a:pt x="9453" y="19524"/>
                    <a:pt x="10800" y="19524"/>
                  </a:cubicBezTo>
                  <a:cubicBezTo>
                    <a:pt x="12147" y="19524"/>
                    <a:pt x="13467" y="20352"/>
                    <a:pt x="14198" y="21600"/>
                  </a:cubicBezTo>
                  <a:cubicBezTo>
                    <a:pt x="14951" y="21375"/>
                    <a:pt x="15671" y="21078"/>
                    <a:pt x="16349" y="20711"/>
                  </a:cubicBezTo>
                  <a:cubicBezTo>
                    <a:pt x="15982" y="19312"/>
                    <a:pt x="16273" y="18178"/>
                    <a:pt x="17225" y="17226"/>
                  </a:cubicBezTo>
                  <a:cubicBezTo>
                    <a:pt x="18177" y="16272"/>
                    <a:pt x="19310" y="15724"/>
                    <a:pt x="20711" y="16091"/>
                  </a:cubicBezTo>
                  <a:cubicBezTo>
                    <a:pt x="21077" y="15413"/>
                    <a:pt x="21376" y="14693"/>
                    <a:pt x="21600" y="13941"/>
                  </a:cubicBezTo>
                  <a:cubicBezTo>
                    <a:pt x="20352" y="13210"/>
                    <a:pt x="19522" y="12146"/>
                    <a:pt x="19522" y="108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47501" y="1826591"/>
            <a:ext cx="174219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320849" y="3747076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18434" y="4106581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320849" y="4807302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8168488" y="3745526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8168488" y="4805752"/>
            <a:ext cx="2037776" cy="27374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167280" y="4106581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5329628" y="5153957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8178474" y="5153957"/>
            <a:ext cx="2040192" cy="476599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1962150" y="2329101"/>
            <a:ext cx="1749425" cy="31067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3734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441382" y="1866941"/>
            <a:ext cx="45672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441381" y="2324911"/>
            <a:ext cx="4349929" cy="87782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9" name="Shape 2339"/>
          <p:cNvSpPr/>
          <p:nvPr userDrawn="1"/>
        </p:nvSpPr>
        <p:spPr>
          <a:xfrm>
            <a:off x="7658268" y="4052037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0" name="Shape 2340"/>
          <p:cNvSpPr/>
          <p:nvPr userDrawn="1"/>
        </p:nvSpPr>
        <p:spPr>
          <a:xfrm>
            <a:off x="7658268" y="4052037"/>
            <a:ext cx="1880864" cy="209551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2" name="Shape 2342"/>
          <p:cNvSpPr/>
          <p:nvPr userDrawn="1"/>
        </p:nvSpPr>
        <p:spPr>
          <a:xfrm>
            <a:off x="7658268" y="4390258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3" name="Shape 2343"/>
          <p:cNvSpPr/>
          <p:nvPr userDrawn="1"/>
        </p:nvSpPr>
        <p:spPr>
          <a:xfrm>
            <a:off x="7658268" y="4390258"/>
            <a:ext cx="2944322" cy="209551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5" name="Shape 2345"/>
          <p:cNvSpPr/>
          <p:nvPr userDrawn="1"/>
        </p:nvSpPr>
        <p:spPr>
          <a:xfrm>
            <a:off x="7658268" y="4733712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6" name="Shape 2346"/>
          <p:cNvSpPr/>
          <p:nvPr userDrawn="1"/>
        </p:nvSpPr>
        <p:spPr>
          <a:xfrm>
            <a:off x="7658268" y="4733712"/>
            <a:ext cx="1695181" cy="209551"/>
          </a:xfrm>
          <a:prstGeom prst="roundRect">
            <a:avLst>
              <a:gd name="adj" fmla="val 1515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8" name="Shape 2348"/>
          <p:cNvSpPr/>
          <p:nvPr userDrawn="1"/>
        </p:nvSpPr>
        <p:spPr>
          <a:xfrm>
            <a:off x="7658268" y="5073990"/>
            <a:ext cx="3316940" cy="209551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9" name="Shape 2349"/>
          <p:cNvSpPr/>
          <p:nvPr userDrawn="1"/>
        </p:nvSpPr>
        <p:spPr>
          <a:xfrm>
            <a:off x="7658268" y="5073990"/>
            <a:ext cx="2340852" cy="209551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441382" y="3524370"/>
            <a:ext cx="45672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73070" y="4062664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60879" y="4417415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60878" y="4750092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447719" y="5092872"/>
            <a:ext cx="1030861" cy="1956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530840" y="4047106"/>
            <a:ext cx="862300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9618446" y="4388842"/>
            <a:ext cx="809176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8252460" y="4721519"/>
            <a:ext cx="934460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9011277" y="5069126"/>
            <a:ext cx="843525" cy="195600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1018845" y="1969723"/>
            <a:ext cx="4781298" cy="3807108"/>
            <a:chOff x="1018845" y="1969723"/>
            <a:chExt cx="4781298" cy="3807108"/>
          </a:xfrm>
        </p:grpSpPr>
        <p:sp>
          <p:nvSpPr>
            <p:cNvPr id="20" name="Shape 2330"/>
            <p:cNvSpPr/>
            <p:nvPr userDrawn="1"/>
          </p:nvSpPr>
          <p:spPr>
            <a:xfrm>
              <a:off x="2605779" y="5757354"/>
              <a:ext cx="1621707" cy="11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A6AAA9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331"/>
            <p:cNvSpPr/>
            <p:nvPr userDrawn="1"/>
          </p:nvSpPr>
          <p:spPr>
            <a:xfrm>
              <a:off x="2611308" y="5768412"/>
              <a:ext cx="1607311" cy="84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53585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grpSp>
          <p:nvGrpSpPr>
            <p:cNvPr id="34" name="Group 33"/>
            <p:cNvGrpSpPr/>
            <p:nvPr userDrawn="1"/>
          </p:nvGrpSpPr>
          <p:grpSpPr>
            <a:xfrm>
              <a:off x="1018845" y="1969723"/>
              <a:ext cx="4781298" cy="3787253"/>
              <a:chOff x="1018845" y="1969723"/>
              <a:chExt cx="4781298" cy="3787253"/>
            </a:xfrm>
          </p:grpSpPr>
          <p:grpSp>
            <p:nvGrpSpPr>
              <p:cNvPr id="37" name="Group 36"/>
              <p:cNvGrpSpPr/>
              <p:nvPr userDrawn="1"/>
            </p:nvGrpSpPr>
            <p:grpSpPr>
              <a:xfrm>
                <a:off x="1018845" y="1969723"/>
                <a:ext cx="4781298" cy="3298229"/>
                <a:chOff x="1018845" y="1969723"/>
                <a:chExt cx="4781298" cy="3298229"/>
              </a:xfrm>
            </p:grpSpPr>
            <p:sp>
              <p:nvSpPr>
                <p:cNvPr id="41" name="Shape 2326"/>
                <p:cNvSpPr/>
                <p:nvPr userDrawn="1"/>
              </p:nvSpPr>
              <p:spPr>
                <a:xfrm>
                  <a:off x="1018845" y="1969723"/>
                  <a:ext cx="4781292" cy="32982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0878"/>
                      </a:moveTo>
                      <a:cubicBezTo>
                        <a:pt x="21600" y="21277"/>
                        <a:pt x="21378" y="21600"/>
                        <a:pt x="21103" y="21600"/>
                      </a:cubicBezTo>
                      <a:lnTo>
                        <a:pt x="496" y="21600"/>
                      </a:lnTo>
                      <a:cubicBezTo>
                        <a:pt x="222" y="21600"/>
                        <a:pt x="0" y="21277"/>
                        <a:pt x="0" y="20878"/>
                      </a:cubicBezTo>
                      <a:lnTo>
                        <a:pt x="0" y="722"/>
                      </a:lnTo>
                      <a:cubicBezTo>
                        <a:pt x="0" y="323"/>
                        <a:pt x="222" y="0"/>
                        <a:pt x="496" y="0"/>
                      </a:cubicBezTo>
                      <a:lnTo>
                        <a:pt x="21103" y="0"/>
                      </a:lnTo>
                      <a:cubicBezTo>
                        <a:pt x="21378" y="0"/>
                        <a:pt x="21600" y="323"/>
                        <a:pt x="21600" y="722"/>
                      </a:cubicBezTo>
                      <a:cubicBezTo>
                        <a:pt x="21600" y="722"/>
                        <a:pt x="21600" y="20878"/>
                        <a:pt x="21600" y="20878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19050" tIns="19050" rIns="19050" bIns="19050" anchor="ctr"/>
                <a:lstStyle/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1500"/>
                </a:p>
              </p:txBody>
            </p:sp>
            <p:sp>
              <p:nvSpPr>
                <p:cNvPr id="51" name="Shape 2327"/>
                <p:cNvSpPr/>
                <p:nvPr userDrawn="1"/>
              </p:nvSpPr>
              <p:spPr>
                <a:xfrm>
                  <a:off x="1018845" y="1969723"/>
                  <a:ext cx="4781298" cy="28637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21600" y="831"/>
                      </a:lnTo>
                      <a:cubicBezTo>
                        <a:pt x="21600" y="372"/>
                        <a:pt x="21378" y="0"/>
                        <a:pt x="21103" y="0"/>
                      </a:cubicBezTo>
                      <a:lnTo>
                        <a:pt x="497" y="0"/>
                      </a:lnTo>
                      <a:cubicBezTo>
                        <a:pt x="222" y="0"/>
                        <a:pt x="0" y="372"/>
                        <a:pt x="0" y="831"/>
                      </a:cubicBezTo>
                      <a:lnTo>
                        <a:pt x="0" y="21600"/>
                      </a:lnTo>
                      <a:cubicBezTo>
                        <a:pt x="0" y="21600"/>
                        <a:pt x="21600" y="21600"/>
                        <a:pt x="21600" y="21600"/>
                      </a:cubicBezTo>
                      <a:close/>
                    </a:path>
                  </a:pathLst>
                </a:custGeom>
                <a:solidFill>
                  <a:srgbClr val="53585F"/>
                </a:solidFill>
                <a:ln w="12700">
                  <a:miter lim="400000"/>
                </a:ln>
              </p:spPr>
              <p:txBody>
                <a:bodyPr lIns="19050" tIns="19050" rIns="19050" bIns="19050" anchor="ctr"/>
                <a:lstStyle/>
                <a:p>
                  <a:pPr defTabSz="228600"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latin typeface="Gill Sans"/>
                      <a:ea typeface="Gill Sans"/>
                      <a:cs typeface="Gill Sans"/>
                      <a:sym typeface="Gill Sans"/>
                    </a:defRPr>
                  </a:pPr>
                  <a:endParaRPr sz="1500"/>
                </a:p>
              </p:txBody>
            </p:sp>
          </p:grpSp>
          <p:sp>
            <p:nvSpPr>
              <p:cNvPr id="40" name="Shape 2329"/>
              <p:cNvSpPr/>
              <p:nvPr userDrawn="1"/>
            </p:nvSpPr>
            <p:spPr>
              <a:xfrm>
                <a:off x="2600249" y="5265238"/>
                <a:ext cx="1621743" cy="491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70" h="21600" extrusionOk="0">
                    <a:moveTo>
                      <a:pt x="21483" y="21314"/>
                    </a:moveTo>
                    <a:cubicBezTo>
                      <a:pt x="21378" y="21223"/>
                      <a:pt x="19318" y="19929"/>
                      <a:pt x="19191" y="19748"/>
                    </a:cubicBezTo>
                    <a:cubicBezTo>
                      <a:pt x="19052" y="19568"/>
                      <a:pt x="18879" y="19417"/>
                      <a:pt x="18826" y="19025"/>
                    </a:cubicBezTo>
                    <a:cubicBezTo>
                      <a:pt x="18297" y="14751"/>
                      <a:pt x="17914" y="0"/>
                      <a:pt x="17914" y="0"/>
                    </a:cubicBezTo>
                    <a:lnTo>
                      <a:pt x="10639" y="0"/>
                    </a:lnTo>
                    <a:lnTo>
                      <a:pt x="3656" y="0"/>
                    </a:lnTo>
                    <a:cubicBezTo>
                      <a:pt x="3656" y="0"/>
                      <a:pt x="3274" y="14751"/>
                      <a:pt x="2745" y="19025"/>
                    </a:cubicBezTo>
                    <a:cubicBezTo>
                      <a:pt x="2692" y="19417"/>
                      <a:pt x="2520" y="19568"/>
                      <a:pt x="2380" y="19748"/>
                    </a:cubicBezTo>
                    <a:cubicBezTo>
                      <a:pt x="2253" y="19929"/>
                      <a:pt x="193" y="21223"/>
                      <a:pt x="88" y="21314"/>
                    </a:cubicBezTo>
                    <a:cubicBezTo>
                      <a:pt x="-17" y="21524"/>
                      <a:pt x="1" y="21600"/>
                      <a:pt x="1" y="21600"/>
                    </a:cubicBezTo>
                    <a:lnTo>
                      <a:pt x="10639" y="21600"/>
                    </a:lnTo>
                    <a:lnTo>
                      <a:pt x="21570" y="21600"/>
                    </a:lnTo>
                    <a:cubicBezTo>
                      <a:pt x="21570" y="21600"/>
                      <a:pt x="21583" y="21438"/>
                      <a:pt x="21483" y="21314"/>
                    </a:cubicBezTo>
                    <a:close/>
                  </a:path>
                </a:pathLst>
              </a:custGeom>
              <a:solidFill>
                <a:srgbClr val="CFD0D4"/>
              </a:solidFill>
              <a:ln w="12700">
                <a:miter lim="400000"/>
              </a:ln>
            </p:spPr>
            <p:txBody>
              <a:bodyPr lIns="19050" tIns="19050" rIns="19050" bIns="19050" anchor="ctr"/>
              <a:lstStyle/>
              <a:p>
                <a:pPr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500"/>
              </a:p>
            </p:txBody>
          </p:sp>
        </p:grpSp>
      </p:grpSp>
      <p:sp>
        <p:nvSpPr>
          <p:cNvPr id="52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1196811" y="2124529"/>
            <a:ext cx="4432463" cy="255274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346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16" name="Group 2296"/>
          <p:cNvGrpSpPr/>
          <p:nvPr userDrawn="1"/>
        </p:nvGrpSpPr>
        <p:grpSpPr>
          <a:xfrm>
            <a:off x="-2494268" y="790418"/>
            <a:ext cx="9089480" cy="5228788"/>
            <a:chOff x="0" y="0"/>
            <a:chExt cx="18178956" cy="10457572"/>
          </a:xfrm>
        </p:grpSpPr>
        <p:sp>
          <p:nvSpPr>
            <p:cNvPr id="17" name="Shape 2291"/>
            <p:cNvSpPr/>
            <p:nvPr/>
          </p:nvSpPr>
          <p:spPr>
            <a:xfrm>
              <a:off x="1742220" y="0"/>
              <a:ext cx="14703120" cy="9989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19" name="Shape 2293"/>
            <p:cNvSpPr/>
            <p:nvPr/>
          </p:nvSpPr>
          <p:spPr>
            <a:xfrm>
              <a:off x="0" y="9902207"/>
              <a:ext cx="18178946" cy="337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0" name="Shape 2294"/>
            <p:cNvSpPr/>
            <p:nvPr/>
          </p:nvSpPr>
          <p:spPr>
            <a:xfrm>
              <a:off x="7822210" y="9902207"/>
              <a:ext cx="2534430" cy="21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295"/>
            <p:cNvSpPr/>
            <p:nvPr/>
          </p:nvSpPr>
          <p:spPr>
            <a:xfrm>
              <a:off x="0" y="10222207"/>
              <a:ext cx="18178956" cy="235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25" name="Group 2302"/>
          <p:cNvGrpSpPr/>
          <p:nvPr userDrawn="1"/>
        </p:nvGrpSpPr>
        <p:grpSpPr>
          <a:xfrm>
            <a:off x="6759399" y="3589269"/>
            <a:ext cx="297524" cy="297524"/>
            <a:chOff x="0" y="0"/>
            <a:chExt cx="595047" cy="595047"/>
          </a:xfrm>
        </p:grpSpPr>
        <p:sp>
          <p:nvSpPr>
            <p:cNvPr id="26" name="Shape 2300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" name="Shape 2301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28" name="Group 2305"/>
          <p:cNvGrpSpPr/>
          <p:nvPr userDrawn="1"/>
        </p:nvGrpSpPr>
        <p:grpSpPr>
          <a:xfrm>
            <a:off x="6759399" y="3953825"/>
            <a:ext cx="297524" cy="297524"/>
            <a:chOff x="0" y="0"/>
            <a:chExt cx="595047" cy="595047"/>
          </a:xfrm>
        </p:grpSpPr>
        <p:sp>
          <p:nvSpPr>
            <p:cNvPr id="29" name="Shape 2303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" name="Shape 2304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1" name="Group 2308"/>
          <p:cNvGrpSpPr/>
          <p:nvPr userDrawn="1"/>
        </p:nvGrpSpPr>
        <p:grpSpPr>
          <a:xfrm>
            <a:off x="6759399" y="4317363"/>
            <a:ext cx="297524" cy="297524"/>
            <a:chOff x="0" y="0"/>
            <a:chExt cx="595047" cy="595047"/>
          </a:xfrm>
        </p:grpSpPr>
        <p:sp>
          <p:nvSpPr>
            <p:cNvPr id="32" name="Shape 2306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" name="Shape 2307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34" name="Group 2311"/>
          <p:cNvGrpSpPr/>
          <p:nvPr userDrawn="1"/>
        </p:nvGrpSpPr>
        <p:grpSpPr>
          <a:xfrm>
            <a:off x="6759399" y="4888863"/>
            <a:ext cx="297524" cy="297524"/>
            <a:chOff x="0" y="0"/>
            <a:chExt cx="595047" cy="595047"/>
          </a:xfrm>
        </p:grpSpPr>
        <p:sp>
          <p:nvSpPr>
            <p:cNvPr id="35" name="Shape 2309"/>
            <p:cNvSpPr/>
            <p:nvPr/>
          </p:nvSpPr>
          <p:spPr>
            <a:xfrm>
              <a:off x="0" y="0"/>
              <a:ext cx="595048" cy="595048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" name="Shape 2310"/>
            <p:cNvSpPr/>
            <p:nvPr/>
          </p:nvSpPr>
          <p:spPr>
            <a:xfrm>
              <a:off x="123811" y="164539"/>
              <a:ext cx="347425" cy="265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9234450" y="3589269"/>
            <a:ext cx="297524" cy="297524"/>
            <a:chOff x="9234450" y="3589269"/>
            <a:chExt cx="297524" cy="297524"/>
          </a:xfrm>
        </p:grpSpPr>
        <p:sp>
          <p:nvSpPr>
            <p:cNvPr id="37" name="Shape 2312"/>
            <p:cNvSpPr/>
            <p:nvPr userDrawn="1"/>
          </p:nvSpPr>
          <p:spPr>
            <a:xfrm>
              <a:off x="9234450" y="3589269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38" name="Shape 2313"/>
            <p:cNvSpPr/>
            <p:nvPr userDrawn="1"/>
          </p:nvSpPr>
          <p:spPr>
            <a:xfrm>
              <a:off x="9296356" y="3671539"/>
              <a:ext cx="173713" cy="132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9234450" y="3953825"/>
            <a:ext cx="297524" cy="297524"/>
            <a:chOff x="9234450" y="3953825"/>
            <a:chExt cx="297524" cy="297524"/>
          </a:xfrm>
        </p:grpSpPr>
        <p:sp>
          <p:nvSpPr>
            <p:cNvPr id="39" name="Shape 2314"/>
            <p:cNvSpPr/>
            <p:nvPr userDrawn="1"/>
          </p:nvSpPr>
          <p:spPr>
            <a:xfrm>
              <a:off x="9234450" y="3953825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0" name="Shape 2315"/>
            <p:cNvSpPr/>
            <p:nvPr userDrawn="1"/>
          </p:nvSpPr>
          <p:spPr>
            <a:xfrm>
              <a:off x="9296356" y="4036095"/>
              <a:ext cx="173713" cy="132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9234450" y="4317363"/>
            <a:ext cx="297524" cy="297524"/>
            <a:chOff x="9234450" y="4317363"/>
            <a:chExt cx="297524" cy="297524"/>
          </a:xfrm>
        </p:grpSpPr>
        <p:sp>
          <p:nvSpPr>
            <p:cNvPr id="41" name="Shape 2316"/>
            <p:cNvSpPr/>
            <p:nvPr userDrawn="1"/>
          </p:nvSpPr>
          <p:spPr>
            <a:xfrm>
              <a:off x="9234450" y="4317363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2" name="Shape 2317"/>
            <p:cNvSpPr/>
            <p:nvPr userDrawn="1"/>
          </p:nvSpPr>
          <p:spPr>
            <a:xfrm>
              <a:off x="9296356" y="4399633"/>
              <a:ext cx="173713" cy="132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9234450" y="4888863"/>
            <a:ext cx="297524" cy="297524"/>
            <a:chOff x="9234450" y="4888863"/>
            <a:chExt cx="297524" cy="297524"/>
          </a:xfrm>
        </p:grpSpPr>
        <p:sp>
          <p:nvSpPr>
            <p:cNvPr id="43" name="Shape 2318"/>
            <p:cNvSpPr/>
            <p:nvPr userDrawn="1"/>
          </p:nvSpPr>
          <p:spPr>
            <a:xfrm>
              <a:off x="9234450" y="4888863"/>
              <a:ext cx="297524" cy="297524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  <p:sp>
          <p:nvSpPr>
            <p:cNvPr id="44" name="Shape 2319"/>
            <p:cNvSpPr/>
            <p:nvPr userDrawn="1"/>
          </p:nvSpPr>
          <p:spPr>
            <a:xfrm>
              <a:off x="9296356" y="4971133"/>
              <a:ext cx="173713" cy="132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15" y="511"/>
                  </a:moveTo>
                  <a:cubicBezTo>
                    <a:pt x="19064" y="184"/>
                    <a:pt x="18715" y="0"/>
                    <a:pt x="18368" y="0"/>
                  </a:cubicBezTo>
                  <a:cubicBezTo>
                    <a:pt x="18018" y="0"/>
                    <a:pt x="17671" y="184"/>
                    <a:pt x="17420" y="511"/>
                  </a:cubicBezTo>
                  <a:lnTo>
                    <a:pt x="8279" y="12456"/>
                  </a:lnTo>
                  <a:lnTo>
                    <a:pt x="4182" y="7090"/>
                  </a:lnTo>
                  <a:cubicBezTo>
                    <a:pt x="3931" y="6765"/>
                    <a:pt x="3582" y="6584"/>
                    <a:pt x="3234" y="6584"/>
                  </a:cubicBezTo>
                  <a:cubicBezTo>
                    <a:pt x="2885" y="6584"/>
                    <a:pt x="2536" y="6765"/>
                    <a:pt x="2286" y="7090"/>
                  </a:cubicBezTo>
                  <a:lnTo>
                    <a:pt x="390" y="9566"/>
                  </a:lnTo>
                  <a:cubicBezTo>
                    <a:pt x="140" y="9891"/>
                    <a:pt x="0" y="10346"/>
                    <a:pt x="0" y="10802"/>
                  </a:cubicBezTo>
                  <a:cubicBezTo>
                    <a:pt x="0" y="11256"/>
                    <a:pt x="140" y="11710"/>
                    <a:pt x="390" y="12037"/>
                  </a:cubicBezTo>
                  <a:lnTo>
                    <a:pt x="5435" y="18619"/>
                  </a:lnTo>
                  <a:lnTo>
                    <a:pt x="7331" y="21090"/>
                  </a:lnTo>
                  <a:cubicBezTo>
                    <a:pt x="7580" y="21419"/>
                    <a:pt x="7930" y="21600"/>
                    <a:pt x="8279" y="21600"/>
                  </a:cubicBezTo>
                  <a:cubicBezTo>
                    <a:pt x="8626" y="21600"/>
                    <a:pt x="8975" y="21419"/>
                    <a:pt x="9227" y="21090"/>
                  </a:cubicBezTo>
                  <a:lnTo>
                    <a:pt x="11121" y="18619"/>
                  </a:lnTo>
                  <a:lnTo>
                    <a:pt x="21210" y="5455"/>
                  </a:lnTo>
                  <a:cubicBezTo>
                    <a:pt x="21461" y="5128"/>
                    <a:pt x="21600" y="4673"/>
                    <a:pt x="21600" y="4221"/>
                  </a:cubicBezTo>
                  <a:cubicBezTo>
                    <a:pt x="21600" y="3763"/>
                    <a:pt x="21461" y="3311"/>
                    <a:pt x="21210" y="2981"/>
                  </a:cubicBezTo>
                  <a:cubicBezTo>
                    <a:pt x="21210" y="2981"/>
                    <a:pt x="19315" y="511"/>
                    <a:pt x="19315" y="51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5" name="Shape 2320"/>
          <p:cNvSpPr/>
          <p:nvPr userDrawn="1"/>
        </p:nvSpPr>
        <p:spPr>
          <a:xfrm>
            <a:off x="6801452" y="1542411"/>
            <a:ext cx="2700757" cy="497702"/>
          </a:xfrm>
          <a:prstGeom prst="roundRect">
            <a:avLst>
              <a:gd name="adj" fmla="val 637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071728" y="1596735"/>
            <a:ext cx="222462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801451" y="2348826"/>
            <a:ext cx="4403812" cy="96646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33653" y="356700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33653" y="3919019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7233653" y="4335430"/>
            <a:ext cx="1881772" cy="384655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7233653" y="479342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9700628" y="356700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9700628" y="3919019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9700628" y="4335430"/>
            <a:ext cx="1881772" cy="384655"/>
          </a:xfrm>
        </p:spPr>
        <p:txBody>
          <a:bodyPr lIns="0" tIns="0" rIns="0" bIns="0" anchor="t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700628" y="4793422"/>
            <a:ext cx="1881772" cy="32339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-1416829" y="1065213"/>
            <a:ext cx="6937217" cy="44099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2642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B3AA9E5-AB69-44DB-92B4-7A4F797926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1" y="-3488"/>
            <a:ext cx="12192000" cy="3415554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40" name="Group 2274"/>
          <p:cNvGrpSpPr/>
          <p:nvPr userDrawn="1"/>
        </p:nvGrpSpPr>
        <p:grpSpPr>
          <a:xfrm>
            <a:off x="705632" y="933116"/>
            <a:ext cx="3221560" cy="1853226"/>
            <a:chOff x="0" y="0"/>
            <a:chExt cx="6443118" cy="3706449"/>
          </a:xfrm>
        </p:grpSpPr>
        <p:sp>
          <p:nvSpPr>
            <p:cNvPr id="41" name="Shape 2270"/>
            <p:cNvSpPr/>
            <p:nvPr/>
          </p:nvSpPr>
          <p:spPr>
            <a:xfrm>
              <a:off x="617489" y="0"/>
              <a:ext cx="5211188" cy="35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3" name="Shape 2272"/>
            <p:cNvSpPr/>
            <p:nvPr/>
          </p:nvSpPr>
          <p:spPr>
            <a:xfrm>
              <a:off x="0" y="3509612"/>
              <a:ext cx="6443115" cy="11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4" name="Shape 2273"/>
            <p:cNvSpPr/>
            <p:nvPr/>
          </p:nvSpPr>
          <p:spPr>
            <a:xfrm>
              <a:off x="0" y="3623028"/>
              <a:ext cx="6443118" cy="8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grpSp>
        <p:nvGrpSpPr>
          <p:cNvPr id="45" name="Group 2280"/>
          <p:cNvGrpSpPr/>
          <p:nvPr userDrawn="1"/>
        </p:nvGrpSpPr>
        <p:grpSpPr>
          <a:xfrm>
            <a:off x="8276903" y="933116"/>
            <a:ext cx="3221560" cy="1853226"/>
            <a:chOff x="0" y="0"/>
            <a:chExt cx="6443118" cy="3706449"/>
          </a:xfrm>
        </p:grpSpPr>
        <p:sp>
          <p:nvSpPr>
            <p:cNvPr id="46" name="Shape 2275"/>
            <p:cNvSpPr/>
            <p:nvPr/>
          </p:nvSpPr>
          <p:spPr>
            <a:xfrm>
              <a:off x="617489" y="0"/>
              <a:ext cx="5211187" cy="35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8" name="Shape 2277"/>
            <p:cNvSpPr/>
            <p:nvPr/>
          </p:nvSpPr>
          <p:spPr>
            <a:xfrm>
              <a:off x="0" y="3509612"/>
              <a:ext cx="6443115" cy="11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49" name="Shape 2278"/>
            <p:cNvSpPr/>
            <p:nvPr/>
          </p:nvSpPr>
          <p:spPr>
            <a:xfrm>
              <a:off x="2772404" y="3509612"/>
              <a:ext cx="898272" cy="76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0" name="Shape 2279"/>
            <p:cNvSpPr/>
            <p:nvPr/>
          </p:nvSpPr>
          <p:spPr>
            <a:xfrm>
              <a:off x="0" y="3623028"/>
              <a:ext cx="6443118" cy="83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52" name="Shape 2282"/>
          <p:cNvSpPr/>
          <p:nvPr userDrawn="1"/>
        </p:nvSpPr>
        <p:spPr>
          <a:xfrm>
            <a:off x="4616988" y="4753471"/>
            <a:ext cx="2970726" cy="497702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grpSp>
        <p:nvGrpSpPr>
          <p:cNvPr id="54" name="Group 2289"/>
          <p:cNvGrpSpPr/>
          <p:nvPr userDrawn="1"/>
        </p:nvGrpSpPr>
        <p:grpSpPr>
          <a:xfrm>
            <a:off x="2875744" y="406376"/>
            <a:ext cx="6440513" cy="3704951"/>
            <a:chOff x="0" y="0"/>
            <a:chExt cx="12881022" cy="7409898"/>
          </a:xfrm>
        </p:grpSpPr>
        <p:sp>
          <p:nvSpPr>
            <p:cNvPr id="55" name="Shape 2284"/>
            <p:cNvSpPr/>
            <p:nvPr/>
          </p:nvSpPr>
          <p:spPr>
            <a:xfrm>
              <a:off x="1234481" y="0"/>
              <a:ext cx="10418157" cy="7077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7" name="Shape 2286"/>
            <p:cNvSpPr/>
            <p:nvPr/>
          </p:nvSpPr>
          <p:spPr>
            <a:xfrm>
              <a:off x="0" y="7016384"/>
              <a:ext cx="12881016" cy="239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8" name="Shape 2287"/>
            <p:cNvSpPr/>
            <p:nvPr/>
          </p:nvSpPr>
          <p:spPr>
            <a:xfrm>
              <a:off x="5542566" y="7016384"/>
              <a:ext cx="1795815" cy="152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59" name="Shape 2288"/>
            <p:cNvSpPr/>
            <p:nvPr/>
          </p:nvSpPr>
          <p:spPr>
            <a:xfrm>
              <a:off x="0" y="7243126"/>
              <a:ext cx="12881022" cy="166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65580" y="4801630"/>
            <a:ext cx="267354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225800" y="5602948"/>
            <a:ext cx="5805372" cy="656844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2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086909" y="1033463"/>
            <a:ext cx="2405591" cy="15605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628126" y="597791"/>
            <a:ext cx="4956925" cy="312803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4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8714024" y="1033002"/>
            <a:ext cx="2405591" cy="15605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426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animBg="1"/>
      <p:bldP spid="64" grpId="0" animBg="1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280325" y="3670577"/>
            <a:ext cx="3924937" cy="141958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16" name="Group 2263"/>
          <p:cNvGrpSpPr/>
          <p:nvPr userDrawn="1"/>
        </p:nvGrpSpPr>
        <p:grpSpPr>
          <a:xfrm>
            <a:off x="1132572" y="1994105"/>
            <a:ext cx="5815389" cy="3345344"/>
            <a:chOff x="0" y="0"/>
            <a:chExt cx="11630775" cy="6690685"/>
          </a:xfrm>
        </p:grpSpPr>
        <p:sp>
          <p:nvSpPr>
            <p:cNvPr id="17" name="Shape 2258"/>
            <p:cNvSpPr/>
            <p:nvPr/>
          </p:nvSpPr>
          <p:spPr>
            <a:xfrm>
              <a:off x="1114660" y="0"/>
              <a:ext cx="9406958" cy="63909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16" y="0"/>
                  </a:moveTo>
                  <a:lnTo>
                    <a:pt x="684" y="0"/>
                  </a:lnTo>
                  <a:cubicBezTo>
                    <a:pt x="308" y="0"/>
                    <a:pt x="0" y="453"/>
                    <a:pt x="0" y="1008"/>
                  </a:cubicBezTo>
                  <a:lnTo>
                    <a:pt x="0" y="1224"/>
                  </a:lnTo>
                  <a:lnTo>
                    <a:pt x="0" y="7712"/>
                  </a:lnTo>
                  <a:lnTo>
                    <a:pt x="0" y="15214"/>
                  </a:lnTo>
                  <a:lnTo>
                    <a:pt x="0" y="20527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0527"/>
                  </a:lnTo>
                  <a:lnTo>
                    <a:pt x="21600" y="15214"/>
                  </a:lnTo>
                  <a:lnTo>
                    <a:pt x="21600" y="7712"/>
                  </a:lnTo>
                  <a:lnTo>
                    <a:pt x="21600" y="1224"/>
                  </a:lnTo>
                  <a:lnTo>
                    <a:pt x="21600" y="1008"/>
                  </a:lnTo>
                  <a:cubicBezTo>
                    <a:pt x="21600" y="453"/>
                    <a:pt x="21292" y="0"/>
                    <a:pt x="20916" y="0"/>
                  </a:cubicBezTo>
                  <a:close/>
                </a:path>
              </a:pathLst>
            </a:cu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19" name="Shape 2260"/>
            <p:cNvSpPr/>
            <p:nvPr/>
          </p:nvSpPr>
          <p:spPr>
            <a:xfrm>
              <a:off x="0" y="6335366"/>
              <a:ext cx="11630769" cy="215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cubicBezTo>
                    <a:pt x="21600" y="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0" name="Shape 2261"/>
            <p:cNvSpPr/>
            <p:nvPr/>
          </p:nvSpPr>
          <p:spPr>
            <a:xfrm>
              <a:off x="5004598" y="6335366"/>
              <a:ext cx="1621511" cy="138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5" h="21600" extrusionOk="0">
                  <a:moveTo>
                    <a:pt x="20073" y="21600"/>
                  </a:moveTo>
                  <a:lnTo>
                    <a:pt x="10774" y="21600"/>
                  </a:lnTo>
                  <a:lnTo>
                    <a:pt x="1374" y="21600"/>
                  </a:lnTo>
                  <a:cubicBezTo>
                    <a:pt x="1374" y="21600"/>
                    <a:pt x="773" y="20459"/>
                    <a:pt x="352" y="13181"/>
                  </a:cubicBezTo>
                  <a:cubicBezTo>
                    <a:pt x="-55" y="6126"/>
                    <a:pt x="3" y="0"/>
                    <a:pt x="3" y="0"/>
                  </a:cubicBezTo>
                  <a:lnTo>
                    <a:pt x="10774" y="0"/>
                  </a:lnTo>
                  <a:lnTo>
                    <a:pt x="21545" y="0"/>
                  </a:lnTo>
                  <a:cubicBezTo>
                    <a:pt x="21545" y="0"/>
                    <a:pt x="21466" y="8938"/>
                    <a:pt x="21049" y="14461"/>
                  </a:cubicBezTo>
                  <a:cubicBezTo>
                    <a:pt x="20594" y="20494"/>
                    <a:pt x="20073" y="21600"/>
                    <a:pt x="20073" y="21600"/>
                  </a:cubicBezTo>
                  <a:close/>
                </a:path>
              </a:pathLst>
            </a:custGeom>
            <a:solidFill>
              <a:srgbClr val="D3D3DA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  <p:sp>
          <p:nvSpPr>
            <p:cNvPr id="21" name="Shape 2262"/>
            <p:cNvSpPr/>
            <p:nvPr/>
          </p:nvSpPr>
          <p:spPr>
            <a:xfrm>
              <a:off x="0" y="6540100"/>
              <a:ext cx="11630775" cy="1505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56" extrusionOk="0">
                  <a:moveTo>
                    <a:pt x="0" y="0"/>
                  </a:moveTo>
                  <a:cubicBezTo>
                    <a:pt x="0" y="0"/>
                    <a:pt x="124" y="7680"/>
                    <a:pt x="475" y="15277"/>
                  </a:cubicBezTo>
                  <a:cubicBezTo>
                    <a:pt x="767" y="21600"/>
                    <a:pt x="1268" y="21044"/>
                    <a:pt x="1268" y="21044"/>
                  </a:cubicBezTo>
                  <a:lnTo>
                    <a:pt x="20332" y="21044"/>
                  </a:lnTo>
                  <a:cubicBezTo>
                    <a:pt x="20332" y="21044"/>
                    <a:pt x="20833" y="21600"/>
                    <a:pt x="21125" y="15277"/>
                  </a:cubicBezTo>
                  <a:cubicBezTo>
                    <a:pt x="21476" y="7680"/>
                    <a:pt x="21600" y="0"/>
                    <a:pt x="21600" y="0"/>
                  </a:cubicBez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DC2C1"/>
            </a:solidFill>
            <a:ln w="12700" cap="flat">
              <a:noFill/>
              <a:miter lim="400000"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pPr defTabSz="22860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/>
            </a:p>
          </p:txBody>
        </p:sp>
      </p:grpSp>
      <p:sp>
        <p:nvSpPr>
          <p:cNvPr id="23" name="Shape 2265"/>
          <p:cNvSpPr/>
          <p:nvPr userDrawn="1"/>
        </p:nvSpPr>
        <p:spPr>
          <a:xfrm>
            <a:off x="7261047" y="2836535"/>
            <a:ext cx="2469494" cy="497702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531323" y="2904689"/>
            <a:ext cx="209164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821910" y="2176027"/>
            <a:ext cx="4438386" cy="28153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667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476622" y="1858523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470552" y="2773221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6" name="Shape 2236"/>
          <p:cNvSpPr/>
          <p:nvPr userDrawn="1"/>
        </p:nvSpPr>
        <p:spPr>
          <a:xfrm>
            <a:off x="3470553" y="2354525"/>
            <a:ext cx="2217939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7" name="Shape 2237"/>
          <p:cNvSpPr/>
          <p:nvPr userDrawn="1"/>
        </p:nvSpPr>
        <p:spPr>
          <a:xfrm>
            <a:off x="3470553" y="2354525"/>
            <a:ext cx="1880864" cy="249205"/>
          </a:xfrm>
          <a:prstGeom prst="roundRect">
            <a:avLst>
              <a:gd name="adj" fmla="val 12741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1" name="Shape 2241"/>
          <p:cNvSpPr/>
          <p:nvPr userDrawn="1"/>
        </p:nvSpPr>
        <p:spPr>
          <a:xfrm>
            <a:off x="3470553" y="4586747"/>
            <a:ext cx="2217939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52" name="Shape 2242"/>
          <p:cNvSpPr/>
          <p:nvPr userDrawn="1"/>
        </p:nvSpPr>
        <p:spPr>
          <a:xfrm>
            <a:off x="3470553" y="4586747"/>
            <a:ext cx="1152577" cy="249205"/>
          </a:xfrm>
          <a:prstGeom prst="roundRect">
            <a:avLst>
              <a:gd name="adj" fmla="val 12741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6" name="Shape 2246"/>
          <p:cNvSpPr/>
          <p:nvPr userDrawn="1"/>
        </p:nvSpPr>
        <p:spPr>
          <a:xfrm>
            <a:off x="8608975" y="2354525"/>
            <a:ext cx="2217938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57" name="Shape 2247"/>
          <p:cNvSpPr/>
          <p:nvPr userDrawn="1"/>
        </p:nvSpPr>
        <p:spPr>
          <a:xfrm>
            <a:off x="8608975" y="2354525"/>
            <a:ext cx="702265" cy="249205"/>
          </a:xfrm>
          <a:prstGeom prst="roundRect">
            <a:avLst>
              <a:gd name="adj" fmla="val 12741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1" name="Shape 2251"/>
          <p:cNvSpPr/>
          <p:nvPr userDrawn="1"/>
        </p:nvSpPr>
        <p:spPr>
          <a:xfrm>
            <a:off x="8608975" y="4586747"/>
            <a:ext cx="2217938" cy="249205"/>
          </a:xfrm>
          <a:prstGeom prst="roundRect">
            <a:avLst>
              <a:gd name="adj" fmla="val 12741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62" name="Shape 2252"/>
          <p:cNvSpPr/>
          <p:nvPr userDrawn="1"/>
        </p:nvSpPr>
        <p:spPr>
          <a:xfrm>
            <a:off x="8608975" y="4586747"/>
            <a:ext cx="2028722" cy="249205"/>
          </a:xfrm>
          <a:prstGeom prst="roundRect">
            <a:avLst>
              <a:gd name="adj" fmla="val 12741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327038" y="1713024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451092" y="1713024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327038" y="3942921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451092" y="3942921"/>
            <a:ext cx="1749600" cy="174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endParaRPr lang="id-ID"/>
          </a:p>
        </p:txBody>
      </p:sp>
      <p:sp>
        <p:nvSpPr>
          <p:cNvPr id="71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476622" y="4089002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2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8624560" y="1858523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624560" y="4089002"/>
            <a:ext cx="261937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473861" y="4961311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599031" y="2760416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6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602340" y="4948506"/>
            <a:ext cx="2184817" cy="97932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23130" y="2368860"/>
            <a:ext cx="623957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26180" y="4592629"/>
            <a:ext cx="804499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8725871" y="2370045"/>
            <a:ext cx="485714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9980756" y="4593574"/>
            <a:ext cx="590044" cy="228674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13426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/>
      <p:bldP spid="47" grpId="0" animBg="1"/>
      <p:bldP spid="51" grpId="0" animBg="1"/>
      <p:bldP spid="52" grpId="0" animBg="1"/>
      <p:bldP spid="56" grpId="0" animBg="1"/>
      <p:bldP spid="57" grpId="0" animBg="1"/>
      <p:bldP spid="61" grpId="0" animBg="1"/>
      <p:bldP spid="62" grpId="0" animBg="1"/>
      <p:bldP spid="67" grpId="0" animBg="1"/>
      <p:bldP spid="68" grpId="0" animBg="1"/>
      <p:bldP spid="69" grpId="0" animBg="1"/>
      <p:bldP spid="70" grpId="0" animBg="1"/>
      <p:bldP spid="7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0" orient="horz" pos="2137">
          <p15:clr>
            <a:srgbClr val="FBAE40"/>
          </p15:clr>
        </p15:guide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2131"/>
          <p:cNvSpPr/>
          <p:nvPr userDrawn="1"/>
        </p:nvSpPr>
        <p:spPr>
          <a:xfrm>
            <a:off x="-67912" y="1633884"/>
            <a:ext cx="3716972" cy="75746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2132"/>
          <p:cNvSpPr/>
          <p:nvPr userDrawn="1"/>
        </p:nvSpPr>
        <p:spPr>
          <a:xfrm>
            <a:off x="-67912" y="2385486"/>
            <a:ext cx="3716972" cy="75746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2133"/>
          <p:cNvSpPr/>
          <p:nvPr userDrawn="1"/>
        </p:nvSpPr>
        <p:spPr>
          <a:xfrm>
            <a:off x="2802635" y="1554575"/>
            <a:ext cx="1647131" cy="1647131"/>
          </a:xfrm>
          <a:prstGeom prst="ellipse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1" name="Shape 2159"/>
          <p:cNvSpPr/>
          <p:nvPr userDrawn="1"/>
        </p:nvSpPr>
        <p:spPr>
          <a:xfrm>
            <a:off x="932082" y="1962796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42" name="Shape 2160"/>
          <p:cNvSpPr/>
          <p:nvPr userDrawn="1"/>
        </p:nvSpPr>
        <p:spPr>
          <a:xfrm rot="5400000">
            <a:off x="932082" y="2672563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43" name="Shape 2161"/>
          <p:cNvSpPr/>
          <p:nvPr userDrawn="1"/>
        </p:nvSpPr>
        <p:spPr>
          <a:xfrm>
            <a:off x="3479716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4" name="Shape 2162"/>
          <p:cNvSpPr/>
          <p:nvPr userDrawn="1"/>
        </p:nvSpPr>
        <p:spPr>
          <a:xfrm>
            <a:off x="3527462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5" name="Shape 2163"/>
          <p:cNvSpPr/>
          <p:nvPr userDrawn="1"/>
        </p:nvSpPr>
        <p:spPr>
          <a:xfrm>
            <a:off x="3479716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6" name="Shape 2164"/>
          <p:cNvSpPr/>
          <p:nvPr userDrawn="1"/>
        </p:nvSpPr>
        <p:spPr>
          <a:xfrm>
            <a:off x="3527462" y="4669151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7" name="Shape 2165"/>
          <p:cNvSpPr/>
          <p:nvPr userDrawn="1"/>
        </p:nvSpPr>
        <p:spPr>
          <a:xfrm>
            <a:off x="3479716" y="5044631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8" name="Shape 2166"/>
          <p:cNvSpPr/>
          <p:nvPr userDrawn="1"/>
        </p:nvSpPr>
        <p:spPr>
          <a:xfrm>
            <a:off x="3527462" y="5117131"/>
            <a:ext cx="183414" cy="140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9" name="Shape 2167"/>
          <p:cNvSpPr/>
          <p:nvPr userDrawn="1"/>
        </p:nvSpPr>
        <p:spPr>
          <a:xfrm>
            <a:off x="5154078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0" name="Shape 2168"/>
          <p:cNvSpPr/>
          <p:nvPr userDrawn="1"/>
        </p:nvSpPr>
        <p:spPr>
          <a:xfrm>
            <a:off x="5201824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1" name="Shape 2169"/>
          <p:cNvSpPr/>
          <p:nvPr userDrawn="1"/>
        </p:nvSpPr>
        <p:spPr>
          <a:xfrm>
            <a:off x="5154078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2" name="Shape 2170"/>
          <p:cNvSpPr/>
          <p:nvPr userDrawn="1"/>
        </p:nvSpPr>
        <p:spPr>
          <a:xfrm>
            <a:off x="5201824" y="422627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3" name="Shape 2171"/>
          <p:cNvSpPr/>
          <p:nvPr userDrawn="1"/>
        </p:nvSpPr>
        <p:spPr>
          <a:xfrm>
            <a:off x="5154078" y="50462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4" name="Shape 2172"/>
          <p:cNvSpPr/>
          <p:nvPr userDrawn="1"/>
        </p:nvSpPr>
        <p:spPr>
          <a:xfrm>
            <a:off x="5201824" y="5118719"/>
            <a:ext cx="183414" cy="140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5" name="Shape 2173"/>
          <p:cNvSpPr/>
          <p:nvPr userDrawn="1"/>
        </p:nvSpPr>
        <p:spPr>
          <a:xfrm>
            <a:off x="6845276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6" name="Shape 2174"/>
          <p:cNvSpPr/>
          <p:nvPr userDrawn="1"/>
        </p:nvSpPr>
        <p:spPr>
          <a:xfrm>
            <a:off x="6893022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7" name="Shape 2175"/>
          <p:cNvSpPr/>
          <p:nvPr userDrawn="1"/>
        </p:nvSpPr>
        <p:spPr>
          <a:xfrm>
            <a:off x="6845276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8" name="Shape 2176"/>
          <p:cNvSpPr/>
          <p:nvPr userDrawn="1"/>
        </p:nvSpPr>
        <p:spPr>
          <a:xfrm>
            <a:off x="6893022" y="422627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9" name="Shape 2177"/>
          <p:cNvSpPr/>
          <p:nvPr userDrawn="1"/>
        </p:nvSpPr>
        <p:spPr>
          <a:xfrm>
            <a:off x="6845276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0" name="Shape 2178"/>
          <p:cNvSpPr/>
          <p:nvPr userDrawn="1"/>
        </p:nvSpPr>
        <p:spPr>
          <a:xfrm>
            <a:off x="6893022" y="4669151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1" name="Shape 2179"/>
          <p:cNvSpPr/>
          <p:nvPr userDrawn="1"/>
        </p:nvSpPr>
        <p:spPr>
          <a:xfrm>
            <a:off x="8523482" y="4156959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2" name="Shape 2180"/>
          <p:cNvSpPr/>
          <p:nvPr userDrawn="1"/>
        </p:nvSpPr>
        <p:spPr>
          <a:xfrm>
            <a:off x="8571228" y="4229459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3" name="Shape 2181"/>
          <p:cNvSpPr/>
          <p:nvPr userDrawn="1"/>
        </p:nvSpPr>
        <p:spPr>
          <a:xfrm>
            <a:off x="8523482" y="46021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4" name="Shape 2182"/>
          <p:cNvSpPr/>
          <p:nvPr userDrawn="1"/>
        </p:nvSpPr>
        <p:spPr>
          <a:xfrm>
            <a:off x="8571228" y="4674619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5" name="Shape 2183"/>
          <p:cNvSpPr/>
          <p:nvPr userDrawn="1"/>
        </p:nvSpPr>
        <p:spPr>
          <a:xfrm>
            <a:off x="8523482" y="5044993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6" name="Shape 2184"/>
          <p:cNvSpPr/>
          <p:nvPr userDrawn="1"/>
        </p:nvSpPr>
        <p:spPr>
          <a:xfrm>
            <a:off x="8571228" y="5117494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7" name="Shape 2185"/>
          <p:cNvSpPr/>
          <p:nvPr userDrawn="1"/>
        </p:nvSpPr>
        <p:spPr>
          <a:xfrm>
            <a:off x="10201711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8" name="Shape 2186"/>
          <p:cNvSpPr/>
          <p:nvPr userDrawn="1"/>
        </p:nvSpPr>
        <p:spPr>
          <a:xfrm>
            <a:off x="10249457" y="378111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69" name="Shape 2187"/>
          <p:cNvSpPr/>
          <p:nvPr userDrawn="1"/>
        </p:nvSpPr>
        <p:spPr>
          <a:xfrm>
            <a:off x="10201711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0" name="Shape 2188"/>
          <p:cNvSpPr/>
          <p:nvPr userDrawn="1"/>
        </p:nvSpPr>
        <p:spPr>
          <a:xfrm>
            <a:off x="10249457" y="4226276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1" name="Shape 2189"/>
          <p:cNvSpPr/>
          <p:nvPr userDrawn="1"/>
        </p:nvSpPr>
        <p:spPr>
          <a:xfrm>
            <a:off x="10201711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2" name="Shape 2190"/>
          <p:cNvSpPr/>
          <p:nvPr userDrawn="1"/>
        </p:nvSpPr>
        <p:spPr>
          <a:xfrm>
            <a:off x="10249457" y="4669151"/>
            <a:ext cx="183414" cy="140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3" name="Shape 2191"/>
          <p:cNvSpPr/>
          <p:nvPr userDrawn="1"/>
        </p:nvSpPr>
        <p:spPr>
          <a:xfrm>
            <a:off x="10201711" y="50462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4" name="Shape 2192"/>
          <p:cNvSpPr/>
          <p:nvPr userDrawn="1"/>
        </p:nvSpPr>
        <p:spPr>
          <a:xfrm>
            <a:off x="10249457" y="5118719"/>
            <a:ext cx="183414" cy="140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15" y="511"/>
                </a:moveTo>
                <a:cubicBezTo>
                  <a:pt x="19064" y="184"/>
                  <a:pt x="18715" y="0"/>
                  <a:pt x="18368" y="0"/>
                </a:cubicBezTo>
                <a:cubicBezTo>
                  <a:pt x="18018" y="0"/>
                  <a:pt x="17671" y="184"/>
                  <a:pt x="17420" y="511"/>
                </a:cubicBezTo>
                <a:lnTo>
                  <a:pt x="8279" y="12456"/>
                </a:lnTo>
                <a:lnTo>
                  <a:pt x="4182" y="7090"/>
                </a:lnTo>
                <a:cubicBezTo>
                  <a:pt x="3931" y="6765"/>
                  <a:pt x="3582" y="6584"/>
                  <a:pt x="3234" y="6584"/>
                </a:cubicBezTo>
                <a:cubicBezTo>
                  <a:pt x="2885" y="6584"/>
                  <a:pt x="2536" y="6765"/>
                  <a:pt x="2286" y="7090"/>
                </a:cubicBezTo>
                <a:lnTo>
                  <a:pt x="390" y="9566"/>
                </a:lnTo>
                <a:cubicBezTo>
                  <a:pt x="140" y="9891"/>
                  <a:pt x="0" y="10346"/>
                  <a:pt x="0" y="10802"/>
                </a:cubicBezTo>
                <a:cubicBezTo>
                  <a:pt x="0" y="11256"/>
                  <a:pt x="140" y="11710"/>
                  <a:pt x="390" y="12037"/>
                </a:cubicBezTo>
                <a:lnTo>
                  <a:pt x="5435" y="18619"/>
                </a:lnTo>
                <a:lnTo>
                  <a:pt x="7331" y="21090"/>
                </a:lnTo>
                <a:cubicBezTo>
                  <a:pt x="7580" y="21419"/>
                  <a:pt x="7930" y="21600"/>
                  <a:pt x="8279" y="21600"/>
                </a:cubicBezTo>
                <a:cubicBezTo>
                  <a:pt x="8626" y="21600"/>
                  <a:pt x="8975" y="21419"/>
                  <a:pt x="9227" y="21090"/>
                </a:cubicBezTo>
                <a:lnTo>
                  <a:pt x="11121" y="18619"/>
                </a:lnTo>
                <a:lnTo>
                  <a:pt x="21210" y="5455"/>
                </a:lnTo>
                <a:cubicBezTo>
                  <a:pt x="21461" y="5128"/>
                  <a:pt x="21600" y="4673"/>
                  <a:pt x="21600" y="4221"/>
                </a:cubicBezTo>
                <a:cubicBezTo>
                  <a:pt x="21600" y="3763"/>
                  <a:pt x="21461" y="3311"/>
                  <a:pt x="21210" y="2981"/>
                </a:cubicBezTo>
                <a:cubicBezTo>
                  <a:pt x="21210" y="2981"/>
                  <a:pt x="19315" y="511"/>
                  <a:pt x="19315" y="51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5" name="Shape 2193"/>
          <p:cNvSpPr/>
          <p:nvPr userDrawn="1"/>
        </p:nvSpPr>
        <p:spPr>
          <a:xfrm>
            <a:off x="3479716" y="415377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6" name="Shape 2194"/>
          <p:cNvSpPr/>
          <p:nvPr userDrawn="1"/>
        </p:nvSpPr>
        <p:spPr>
          <a:xfrm>
            <a:off x="5154078" y="4596650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7" name="Shape 2195"/>
          <p:cNvSpPr/>
          <p:nvPr userDrawn="1"/>
        </p:nvSpPr>
        <p:spPr>
          <a:xfrm>
            <a:off x="6838780" y="5046218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78" name="Shape 2196"/>
          <p:cNvSpPr/>
          <p:nvPr userDrawn="1"/>
        </p:nvSpPr>
        <p:spPr>
          <a:xfrm>
            <a:off x="8523482" y="3708615"/>
            <a:ext cx="292968" cy="2929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89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2868400" y="1613020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0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4532020" y="1627686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1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219394" y="1627686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2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7911910" y="1626958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3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9586842" y="1626958"/>
            <a:ext cx="1515600" cy="1515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15507" y="1829060"/>
            <a:ext cx="139930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2926642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4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1309759" y="2533621"/>
            <a:ext cx="139930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5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67402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06420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7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7947180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618746" y="3209186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1333499" y="3646908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1333499" y="4088685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1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1312977" y="4558411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1333499" y="5025507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3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1333499" y="5467284"/>
            <a:ext cx="1627400" cy="380382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40377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565399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304417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7945177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616743" y="5457020"/>
            <a:ext cx="1444836" cy="3803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0776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9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2084"/>
          <p:cNvSpPr/>
          <p:nvPr userDrawn="1"/>
        </p:nvSpPr>
        <p:spPr>
          <a:xfrm>
            <a:off x="7364145" y="3766121"/>
            <a:ext cx="3140567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2085"/>
          <p:cNvSpPr/>
          <p:nvPr userDrawn="1"/>
        </p:nvSpPr>
        <p:spPr>
          <a:xfrm>
            <a:off x="7364145" y="4301699"/>
            <a:ext cx="3140567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2086"/>
          <p:cNvSpPr/>
          <p:nvPr userDrawn="1"/>
        </p:nvSpPr>
        <p:spPr>
          <a:xfrm>
            <a:off x="7364145" y="4832779"/>
            <a:ext cx="3140567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" name="Shape 2087"/>
          <p:cNvSpPr/>
          <p:nvPr userDrawn="1"/>
        </p:nvSpPr>
        <p:spPr>
          <a:xfrm>
            <a:off x="7364145" y="5365040"/>
            <a:ext cx="3140567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0" name="Shape 2088"/>
          <p:cNvSpPr/>
          <p:nvPr userDrawn="1"/>
        </p:nvSpPr>
        <p:spPr>
          <a:xfrm rot="10800000">
            <a:off x="1687288" y="5365040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1" name="Shape 2089"/>
          <p:cNvSpPr/>
          <p:nvPr userDrawn="1"/>
        </p:nvSpPr>
        <p:spPr>
          <a:xfrm rot="10800000">
            <a:off x="1687288" y="4829462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2" name="Shape 2090"/>
          <p:cNvSpPr/>
          <p:nvPr userDrawn="1"/>
        </p:nvSpPr>
        <p:spPr>
          <a:xfrm rot="10800000">
            <a:off x="1687288" y="4298382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3" name="Shape 2091"/>
          <p:cNvSpPr/>
          <p:nvPr userDrawn="1"/>
        </p:nvSpPr>
        <p:spPr>
          <a:xfrm rot="10800000">
            <a:off x="1687288" y="3766121"/>
            <a:ext cx="3140568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4" name="Shape 2092"/>
          <p:cNvSpPr/>
          <p:nvPr userDrawn="1"/>
        </p:nvSpPr>
        <p:spPr>
          <a:xfrm>
            <a:off x="5217987" y="3766121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5" name="Shape 2093"/>
          <p:cNvSpPr/>
          <p:nvPr userDrawn="1"/>
        </p:nvSpPr>
        <p:spPr>
          <a:xfrm>
            <a:off x="5217987" y="4302858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6" name="Shape 2094"/>
          <p:cNvSpPr/>
          <p:nvPr userDrawn="1"/>
        </p:nvSpPr>
        <p:spPr>
          <a:xfrm>
            <a:off x="5217987" y="4839435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7" name="Shape 2095"/>
          <p:cNvSpPr/>
          <p:nvPr userDrawn="1"/>
        </p:nvSpPr>
        <p:spPr>
          <a:xfrm>
            <a:off x="5217987" y="5371696"/>
            <a:ext cx="1758781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0" name="Shape 2101"/>
          <p:cNvSpPr/>
          <p:nvPr userDrawn="1"/>
        </p:nvSpPr>
        <p:spPr>
          <a:xfrm>
            <a:off x="5217987" y="1768679"/>
            <a:ext cx="1758781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2" name="Shape 2103"/>
          <p:cNvSpPr/>
          <p:nvPr userDrawn="1"/>
        </p:nvSpPr>
        <p:spPr>
          <a:xfrm>
            <a:off x="6580982" y="1881021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33" name="Shape 2104"/>
          <p:cNvSpPr/>
          <p:nvPr userDrawn="1"/>
        </p:nvSpPr>
        <p:spPr>
          <a:xfrm>
            <a:off x="5217987" y="2281490"/>
            <a:ext cx="1758781" cy="390895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5" name="Shape 2106"/>
          <p:cNvSpPr/>
          <p:nvPr userDrawn="1"/>
        </p:nvSpPr>
        <p:spPr>
          <a:xfrm rot="10800000">
            <a:off x="5411822" y="2393832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36" name="Shape 2107"/>
          <p:cNvSpPr/>
          <p:nvPr userDrawn="1"/>
        </p:nvSpPr>
        <p:spPr>
          <a:xfrm>
            <a:off x="5217987" y="2794300"/>
            <a:ext cx="1758781" cy="39089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2" name="Shape 2113"/>
          <p:cNvSpPr/>
          <p:nvPr userDrawn="1"/>
        </p:nvSpPr>
        <p:spPr>
          <a:xfrm>
            <a:off x="7364145" y="3766121"/>
            <a:ext cx="1947700" cy="390894"/>
          </a:xfrm>
          <a:prstGeom prst="roundRect">
            <a:avLst>
              <a:gd name="adj" fmla="val 812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4" name="Shape 2115"/>
          <p:cNvSpPr/>
          <p:nvPr userDrawn="1"/>
        </p:nvSpPr>
        <p:spPr>
          <a:xfrm>
            <a:off x="7364145" y="4301699"/>
            <a:ext cx="2710438" cy="390894"/>
          </a:xfrm>
          <a:prstGeom prst="roundRect">
            <a:avLst>
              <a:gd name="adj" fmla="val 812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6" name="Shape 2117"/>
          <p:cNvSpPr/>
          <p:nvPr userDrawn="1"/>
        </p:nvSpPr>
        <p:spPr>
          <a:xfrm>
            <a:off x="7364145" y="4832779"/>
            <a:ext cx="1136667" cy="390894"/>
          </a:xfrm>
          <a:prstGeom prst="roundRect">
            <a:avLst>
              <a:gd name="adj" fmla="val 812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8" name="Shape 2119"/>
          <p:cNvSpPr/>
          <p:nvPr userDrawn="1"/>
        </p:nvSpPr>
        <p:spPr>
          <a:xfrm>
            <a:off x="7364145" y="5365040"/>
            <a:ext cx="2223481" cy="390895"/>
          </a:xfrm>
          <a:prstGeom prst="roundRect">
            <a:avLst>
              <a:gd name="adj" fmla="val 812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0" name="Shape 2121"/>
          <p:cNvSpPr/>
          <p:nvPr userDrawn="1"/>
        </p:nvSpPr>
        <p:spPr>
          <a:xfrm rot="10800000">
            <a:off x="2880155" y="5365040"/>
            <a:ext cx="1947701" cy="390895"/>
          </a:xfrm>
          <a:prstGeom prst="roundRect">
            <a:avLst>
              <a:gd name="adj" fmla="val 812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2" name="Shape 2123"/>
          <p:cNvSpPr/>
          <p:nvPr userDrawn="1"/>
        </p:nvSpPr>
        <p:spPr>
          <a:xfrm rot="10800000">
            <a:off x="2117417" y="4829462"/>
            <a:ext cx="2710439" cy="390895"/>
          </a:xfrm>
          <a:prstGeom prst="roundRect">
            <a:avLst>
              <a:gd name="adj" fmla="val 812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4" name="Shape 2125"/>
          <p:cNvSpPr/>
          <p:nvPr userDrawn="1"/>
        </p:nvSpPr>
        <p:spPr>
          <a:xfrm rot="10800000">
            <a:off x="3511171" y="4298382"/>
            <a:ext cx="1316685" cy="390895"/>
          </a:xfrm>
          <a:prstGeom prst="roundRect">
            <a:avLst>
              <a:gd name="adj" fmla="val 812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6" name="Shape 2127"/>
          <p:cNvSpPr/>
          <p:nvPr userDrawn="1"/>
        </p:nvSpPr>
        <p:spPr>
          <a:xfrm rot="10800000">
            <a:off x="2339100" y="3766121"/>
            <a:ext cx="2488756" cy="390894"/>
          </a:xfrm>
          <a:prstGeom prst="roundRect">
            <a:avLst>
              <a:gd name="adj" fmla="val 812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8" name="Shape 2129"/>
          <p:cNvSpPr/>
          <p:nvPr userDrawn="1"/>
        </p:nvSpPr>
        <p:spPr>
          <a:xfrm rot="5400000">
            <a:off x="5996157" y="3345071"/>
            <a:ext cx="199687" cy="166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36" extrusionOk="0">
                <a:moveTo>
                  <a:pt x="21327" y="11618"/>
                </a:moveTo>
                <a:lnTo>
                  <a:pt x="21327" y="11618"/>
                </a:lnTo>
                <a:lnTo>
                  <a:pt x="21327" y="11291"/>
                </a:lnTo>
                <a:lnTo>
                  <a:pt x="21327" y="11291"/>
                </a:lnTo>
                <a:lnTo>
                  <a:pt x="21327" y="11291"/>
                </a:lnTo>
                <a:cubicBezTo>
                  <a:pt x="21600" y="11291"/>
                  <a:pt x="21600" y="11291"/>
                  <a:pt x="21600" y="11291"/>
                </a:cubicBezTo>
                <a:cubicBezTo>
                  <a:pt x="21600" y="10963"/>
                  <a:pt x="21600" y="10963"/>
                  <a:pt x="21600" y="10963"/>
                </a:cubicBezTo>
                <a:lnTo>
                  <a:pt x="21600" y="10963"/>
                </a:lnTo>
                <a:lnTo>
                  <a:pt x="21600" y="10636"/>
                </a:lnTo>
                <a:lnTo>
                  <a:pt x="21600" y="10636"/>
                </a:lnTo>
                <a:lnTo>
                  <a:pt x="21600" y="10636"/>
                </a:lnTo>
                <a:cubicBezTo>
                  <a:pt x="21600" y="10309"/>
                  <a:pt x="21600" y="10309"/>
                  <a:pt x="21600" y="10309"/>
                </a:cubicBezTo>
                <a:lnTo>
                  <a:pt x="21600" y="10309"/>
                </a:lnTo>
                <a:lnTo>
                  <a:pt x="21600" y="9981"/>
                </a:lnTo>
                <a:cubicBezTo>
                  <a:pt x="21600" y="9981"/>
                  <a:pt x="21600" y="9981"/>
                  <a:pt x="21327" y="9981"/>
                </a:cubicBezTo>
                <a:lnTo>
                  <a:pt x="21327" y="9981"/>
                </a:lnTo>
                <a:cubicBezTo>
                  <a:pt x="21327" y="9981"/>
                  <a:pt x="21327" y="9981"/>
                  <a:pt x="21327" y="9654"/>
                </a:cubicBezTo>
                <a:lnTo>
                  <a:pt x="21327" y="9654"/>
                </a:lnTo>
                <a:lnTo>
                  <a:pt x="21327" y="9654"/>
                </a:lnTo>
                <a:lnTo>
                  <a:pt x="21327" y="9327"/>
                </a:lnTo>
                <a:lnTo>
                  <a:pt x="21053" y="9327"/>
                </a:lnTo>
                <a:lnTo>
                  <a:pt x="21053" y="9327"/>
                </a:lnTo>
                <a:cubicBezTo>
                  <a:pt x="13671" y="491"/>
                  <a:pt x="13671" y="491"/>
                  <a:pt x="13671" y="491"/>
                </a:cubicBezTo>
                <a:cubicBezTo>
                  <a:pt x="13124" y="-164"/>
                  <a:pt x="12030" y="-164"/>
                  <a:pt x="11484" y="491"/>
                </a:cubicBezTo>
                <a:cubicBezTo>
                  <a:pt x="10937" y="1145"/>
                  <a:pt x="10937" y="2454"/>
                  <a:pt x="11484" y="3109"/>
                </a:cubicBezTo>
                <a:cubicBezTo>
                  <a:pt x="16132" y="8672"/>
                  <a:pt x="16132" y="8672"/>
                  <a:pt x="16132" y="8672"/>
                </a:cubicBezTo>
                <a:cubicBezTo>
                  <a:pt x="1641" y="8672"/>
                  <a:pt x="1641" y="8672"/>
                  <a:pt x="1641" y="8672"/>
                </a:cubicBezTo>
                <a:cubicBezTo>
                  <a:pt x="1094" y="8672"/>
                  <a:pt x="547" y="9000"/>
                  <a:pt x="273" y="9654"/>
                </a:cubicBezTo>
                <a:cubicBezTo>
                  <a:pt x="0" y="9981"/>
                  <a:pt x="0" y="10309"/>
                  <a:pt x="0" y="10636"/>
                </a:cubicBezTo>
                <a:cubicBezTo>
                  <a:pt x="0" y="11291"/>
                  <a:pt x="273" y="11618"/>
                  <a:pt x="547" y="11945"/>
                </a:cubicBezTo>
                <a:cubicBezTo>
                  <a:pt x="820" y="12272"/>
                  <a:pt x="1094" y="12600"/>
                  <a:pt x="1641" y="12600"/>
                </a:cubicBezTo>
                <a:lnTo>
                  <a:pt x="1641" y="12600"/>
                </a:lnTo>
                <a:cubicBezTo>
                  <a:pt x="16132" y="12600"/>
                  <a:pt x="16132" y="12600"/>
                  <a:pt x="16132" y="12600"/>
                </a:cubicBezTo>
                <a:cubicBezTo>
                  <a:pt x="11484" y="18163"/>
                  <a:pt x="11484" y="18163"/>
                  <a:pt x="11484" y="18163"/>
                </a:cubicBezTo>
                <a:cubicBezTo>
                  <a:pt x="10937" y="18818"/>
                  <a:pt x="10937" y="20127"/>
                  <a:pt x="11484" y="20781"/>
                </a:cubicBezTo>
                <a:cubicBezTo>
                  <a:pt x="11757" y="21109"/>
                  <a:pt x="12304" y="21436"/>
                  <a:pt x="12577" y="21436"/>
                </a:cubicBezTo>
                <a:cubicBezTo>
                  <a:pt x="13124" y="21436"/>
                  <a:pt x="13397" y="21109"/>
                  <a:pt x="13671" y="20781"/>
                </a:cubicBezTo>
                <a:cubicBezTo>
                  <a:pt x="21053" y="11945"/>
                  <a:pt x="21053" y="11945"/>
                  <a:pt x="21053" y="11945"/>
                </a:cubicBezTo>
                <a:lnTo>
                  <a:pt x="21053" y="11945"/>
                </a:lnTo>
                <a:cubicBezTo>
                  <a:pt x="21053" y="11945"/>
                  <a:pt x="21327" y="11945"/>
                  <a:pt x="21327" y="11618"/>
                </a:cubicBezTo>
                <a:lnTo>
                  <a:pt x="21327" y="11618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/>
          <a:lstStyle/>
          <a:p>
            <a:endParaRPr sz="200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770790" y="2324889"/>
            <a:ext cx="1160753" cy="26377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5376194" y="2831064"/>
            <a:ext cx="1534926" cy="26377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5263960" y="1820381"/>
            <a:ext cx="1173667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5243538" y="3813142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5243538" y="4355031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5263961" y="4881247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5263961" y="5423136"/>
            <a:ext cx="1667582" cy="26377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2501844" y="3814858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662881" y="4348767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2273734" y="4871233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027466" y="5415901"/>
            <a:ext cx="671014" cy="263771"/>
          </a:xfr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8231373" y="3822022"/>
            <a:ext cx="937547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8974386" y="4355031"/>
            <a:ext cx="941933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7412693" y="4899554"/>
            <a:ext cx="941933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8496288" y="5412327"/>
            <a:ext cx="941933" cy="263771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7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2890759" y="1533271"/>
            <a:ext cx="1879200" cy="187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6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7376615" y="1533271"/>
            <a:ext cx="1879200" cy="187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8356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500"/>
                            </p:stCondLst>
                            <p:childTnLst>
                              <p:par>
                                <p:cTn id="1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42" grpId="0" animBg="1"/>
      <p:bldP spid="44" grpId="0" animBg="1"/>
      <p:bldP spid="46" grpId="0" animBg="1"/>
      <p:bldP spid="48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animBg="1"/>
      <p:bldP spid="76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327384" y="1787525"/>
            <a:ext cx="4194691" cy="3969159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3277" y="1787055"/>
            <a:ext cx="6432812" cy="2252694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63277" y="4290012"/>
            <a:ext cx="2000827" cy="146667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877291" y="4290012"/>
            <a:ext cx="2000827" cy="146667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5091305" y="4290012"/>
            <a:ext cx="2000827" cy="146667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8914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 animBg="1"/>
      <p:bldP spid="28" grpId="0" animBg="1"/>
      <p:bldP spid="29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Shape 6"/>
          <p:cNvSpPr/>
          <p:nvPr userDrawn="1"/>
        </p:nvSpPr>
        <p:spPr>
          <a:xfrm flipV="1">
            <a:off x="1072259" y="6202794"/>
            <a:ext cx="10047482" cy="4244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miter lim="400000"/>
          </a:ln>
        </p:spPr>
        <p:txBody>
          <a:bodyPr lIns="0" tIns="0" rIns="0" bIns="0"/>
          <a:lstStyle/>
          <a:p>
            <a:pPr lvl="0"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1" name="Rectangle 20"/>
          <p:cNvSpPr/>
          <p:nvPr userDrawn="1"/>
        </p:nvSpPr>
        <p:spPr>
          <a:xfrm>
            <a:off x="116114" y="5747657"/>
            <a:ext cx="11887200" cy="9869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63277" y="1429720"/>
            <a:ext cx="2712525" cy="490807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670343" y="4489408"/>
            <a:ext cx="2286030" cy="184838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235608" y="4489407"/>
            <a:ext cx="2286049" cy="184838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803135" y="1448030"/>
            <a:ext cx="2722546" cy="484800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670343" y="1429720"/>
            <a:ext cx="4844752" cy="279927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45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animBg="1"/>
      <p:bldP spid="23" grpId="0" animBg="1"/>
      <p:bldP spid="24" grpId="0" animBg="1"/>
      <p:bldP spid="30" grpId="0" animBg="1"/>
      <p:bldP spid="3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50925" y="1493724"/>
            <a:ext cx="2010705" cy="420173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074947" y="1444550"/>
            <a:ext cx="2032756" cy="4250905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47985" y="1454111"/>
            <a:ext cx="2032756" cy="4241344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9621024" y="1448030"/>
            <a:ext cx="2032754" cy="4247425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823961" y="1444550"/>
            <a:ext cx="2010705" cy="4250905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734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animBg="1"/>
      <p:bldP spid="23" grpId="0" animBg="1"/>
      <p:bldP spid="24" grpId="0" animBg="1"/>
      <p:bldP spid="30" grpId="0" animBg="1"/>
      <p:bldP spid="3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2" name="Rectangle 21"/>
          <p:cNvSpPr/>
          <p:nvPr userDrawn="1"/>
        </p:nvSpPr>
        <p:spPr>
          <a:xfrm>
            <a:off x="164947" y="5286191"/>
            <a:ext cx="11887200" cy="9869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71563" y="1897063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516285" y="1896905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058472" y="4067362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503194" y="4067204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947916" y="4053551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961007" y="1896905"/>
            <a:ext cx="3184525" cy="1909762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0914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54049" y="172243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199338" y="172243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750196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295485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881049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8426338" y="171466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9977196" y="1706886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5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54049" y="328301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2199338" y="3283018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3750196" y="327524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5295485" y="3275242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644138" y="485001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2189427" y="485001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1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3740285" y="4842237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5285574" y="4842237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73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6877408" y="4837180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4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8428266" y="4829404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5" name="Picture Placeholder 3"/>
          <p:cNvSpPr>
            <a:spLocks noGrp="1"/>
          </p:cNvSpPr>
          <p:nvPr>
            <p:ph type="pic" sz="quarter" idx="33"/>
          </p:nvPr>
        </p:nvSpPr>
        <p:spPr>
          <a:xfrm>
            <a:off x="9973555" y="4829404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76" name="Picture Placeholder 3"/>
          <p:cNvSpPr>
            <a:spLocks noGrp="1"/>
          </p:cNvSpPr>
          <p:nvPr>
            <p:ph type="pic" sz="quarter" idx="34"/>
          </p:nvPr>
        </p:nvSpPr>
        <p:spPr>
          <a:xfrm>
            <a:off x="6876446" y="3282999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7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8427304" y="327522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8" name="Picture Placeholder 3"/>
          <p:cNvSpPr>
            <a:spLocks noGrp="1"/>
          </p:cNvSpPr>
          <p:nvPr>
            <p:ph type="pic" sz="quarter" idx="36"/>
          </p:nvPr>
        </p:nvSpPr>
        <p:spPr>
          <a:xfrm>
            <a:off x="9972593" y="3275223"/>
            <a:ext cx="1555200" cy="1554162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02458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4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0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3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2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5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8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2467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6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0115738" y="1135987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7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8156611" y="1135987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8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97060" y="1147016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9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240895" y="1135987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0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278382" y="1147016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1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22217" y="1147016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2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114468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8155341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195790" y="2999969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4239625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6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2280498" y="2988940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7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320947" y="2999969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8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10114468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99" name="Picture Placeholder 3"/>
          <p:cNvSpPr>
            <a:spLocks noGrp="1"/>
          </p:cNvSpPr>
          <p:nvPr>
            <p:ph type="pic" sz="quarter" idx="28"/>
          </p:nvPr>
        </p:nvSpPr>
        <p:spPr>
          <a:xfrm>
            <a:off x="8155341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0" name="Picture Placeholder 3"/>
          <p:cNvSpPr>
            <a:spLocks noGrp="1"/>
          </p:cNvSpPr>
          <p:nvPr>
            <p:ph type="pic" sz="quarter" idx="29"/>
          </p:nvPr>
        </p:nvSpPr>
        <p:spPr>
          <a:xfrm>
            <a:off x="6195790" y="4852922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1" name="Picture Placeholder 3"/>
          <p:cNvSpPr>
            <a:spLocks noGrp="1"/>
          </p:cNvSpPr>
          <p:nvPr>
            <p:ph type="pic" sz="quarter" idx="30"/>
          </p:nvPr>
        </p:nvSpPr>
        <p:spPr>
          <a:xfrm>
            <a:off x="4239625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2" name="Picture Placeholder 3"/>
          <p:cNvSpPr>
            <a:spLocks noGrp="1"/>
          </p:cNvSpPr>
          <p:nvPr>
            <p:ph type="pic" sz="quarter" idx="31"/>
          </p:nvPr>
        </p:nvSpPr>
        <p:spPr>
          <a:xfrm>
            <a:off x="2280498" y="4841893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103" name="Picture Placeholder 3"/>
          <p:cNvSpPr>
            <a:spLocks noGrp="1"/>
          </p:cNvSpPr>
          <p:nvPr>
            <p:ph type="pic" sz="quarter" idx="32"/>
          </p:nvPr>
        </p:nvSpPr>
        <p:spPr>
          <a:xfrm>
            <a:off x="320947" y="4852922"/>
            <a:ext cx="1753200" cy="16452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2726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749928" y="2715763"/>
            <a:ext cx="20007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79050" y="3149144"/>
            <a:ext cx="1898967" cy="10598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616210" y="2715763"/>
            <a:ext cx="20007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645332" y="3149144"/>
            <a:ext cx="1915808" cy="10598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10074791" y="5161111"/>
            <a:ext cx="20007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077409" y="5594492"/>
            <a:ext cx="1915808" cy="105985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4963808" y="5161021"/>
            <a:ext cx="199812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061786" y="5606053"/>
            <a:ext cx="1900141" cy="105985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114056" y="5161021"/>
            <a:ext cx="1998120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212034" y="5606053"/>
            <a:ext cx="1900141" cy="105985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2824" y="1979159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72702" y="1990464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749908" y="1990464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450720" y="4430406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00480" y="4417200"/>
            <a:ext cx="2440800" cy="24408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079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797"/>
          <p:cNvSpPr/>
          <p:nvPr userDrawn="1"/>
        </p:nvSpPr>
        <p:spPr>
          <a:xfrm>
            <a:off x="1791778" y="5856469"/>
            <a:ext cx="2153109" cy="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Shape 1798"/>
          <p:cNvSpPr/>
          <p:nvPr userDrawn="1"/>
        </p:nvSpPr>
        <p:spPr>
          <a:xfrm>
            <a:off x="6087975" y="5856469"/>
            <a:ext cx="2153109" cy="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18" name="Shape 1799"/>
          <p:cNvSpPr/>
          <p:nvPr userDrawn="1"/>
        </p:nvSpPr>
        <p:spPr>
          <a:xfrm>
            <a:off x="11432828" y="2577823"/>
            <a:ext cx="1" cy="2292905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19" name="Shape 1800"/>
          <p:cNvSpPr/>
          <p:nvPr userDrawn="1"/>
        </p:nvSpPr>
        <p:spPr>
          <a:xfrm>
            <a:off x="6087975" y="1602513"/>
            <a:ext cx="2153109" cy="1"/>
          </a:xfrm>
          <a:prstGeom prst="line">
            <a:avLst/>
          </a:prstGeom>
          <a:ln w="12700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6" name="Shape 1810"/>
          <p:cNvSpPr/>
          <p:nvPr userDrawn="1"/>
        </p:nvSpPr>
        <p:spPr>
          <a:xfrm>
            <a:off x="2886720" y="1593087"/>
            <a:ext cx="2139437" cy="2139437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0" name="Shape 1814"/>
          <p:cNvSpPr/>
          <p:nvPr userDrawn="1"/>
        </p:nvSpPr>
        <p:spPr>
          <a:xfrm>
            <a:off x="7161995" y="1593087"/>
            <a:ext cx="2139437" cy="2139437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4" name="Shape 1818"/>
          <p:cNvSpPr/>
          <p:nvPr userDrawn="1"/>
        </p:nvSpPr>
        <p:spPr>
          <a:xfrm>
            <a:off x="5024816" y="3723384"/>
            <a:ext cx="2139437" cy="2139436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8" name="Shape 1822"/>
          <p:cNvSpPr/>
          <p:nvPr userDrawn="1"/>
        </p:nvSpPr>
        <p:spPr>
          <a:xfrm>
            <a:off x="749959" y="3723384"/>
            <a:ext cx="2139437" cy="213943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2" name="Shape 1826"/>
          <p:cNvSpPr/>
          <p:nvPr userDrawn="1"/>
        </p:nvSpPr>
        <p:spPr>
          <a:xfrm>
            <a:off x="9302903" y="3723384"/>
            <a:ext cx="2139437" cy="2139436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95430" y="2097087"/>
            <a:ext cx="153450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306786" y="2578476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7463142" y="2097087"/>
            <a:ext cx="1529105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569094" y="2578476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1061058" y="4214373"/>
            <a:ext cx="154506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167009" y="4697097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9645062" y="4231530"/>
            <a:ext cx="1529105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9751014" y="4712919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5357673" y="4214373"/>
            <a:ext cx="154506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5463624" y="4697097"/>
            <a:ext cx="1295906" cy="820733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endParaRPr lang="en-US" dirty="0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756787" y="1584285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2883186" y="3718015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019250" y="1583547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9297457" y="1583547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161393" y="3718015"/>
            <a:ext cx="2142000" cy="2142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9" name="Shape 1801"/>
          <p:cNvSpPr/>
          <p:nvPr userDrawn="1"/>
        </p:nvSpPr>
        <p:spPr>
          <a:xfrm>
            <a:off x="1791778" y="1602513"/>
            <a:ext cx="2153109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4062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5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5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 animBg="1"/>
      <p:bldP spid="26" grpId="0" animBg="1"/>
      <p:bldP spid="30" grpId="0" animBg="1"/>
      <p:bldP spid="34" grpId="0" animBg="1"/>
      <p:bldP spid="38" grpId="0" animBg="1"/>
      <p:bldP spid="42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/>
      <p:bldP spid="62" grpId="0" animBg="1"/>
      <p:bldP spid="60" grpId="0" animBg="1"/>
      <p:bldP spid="61" grpId="0" animBg="1"/>
      <p:bldP spid="63" grpId="0" animBg="1"/>
      <p:bldP spid="29" grpId="0" animBg="1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4" name="Shape 1788"/>
          <p:cNvSpPr/>
          <p:nvPr userDrawn="1"/>
        </p:nvSpPr>
        <p:spPr>
          <a:xfrm>
            <a:off x="9374577" y="2218892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6" name="Shape 1790"/>
          <p:cNvSpPr/>
          <p:nvPr userDrawn="1"/>
        </p:nvSpPr>
        <p:spPr>
          <a:xfrm>
            <a:off x="9374577" y="4037888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8" name="Shape 1792"/>
          <p:cNvSpPr/>
          <p:nvPr userDrawn="1"/>
        </p:nvSpPr>
        <p:spPr>
          <a:xfrm>
            <a:off x="1160020" y="2218892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0" name="Shape 1794"/>
          <p:cNvSpPr/>
          <p:nvPr userDrawn="1"/>
        </p:nvSpPr>
        <p:spPr>
          <a:xfrm>
            <a:off x="1160020" y="4037888"/>
            <a:ext cx="1629458" cy="370418"/>
          </a:xfrm>
          <a:prstGeom prst="roundRect">
            <a:avLst>
              <a:gd name="adj" fmla="val 5593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176588" y="1963738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150358" y="1962956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175977" y="3747406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149747" y="3746624"/>
            <a:ext cx="2860675" cy="169545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58622" y="2218403"/>
            <a:ext cx="23298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9382018" y="2791102"/>
            <a:ext cx="1819973" cy="10063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9528337" y="4036132"/>
            <a:ext cx="23298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160913" y="2211866"/>
            <a:ext cx="2481947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130628" y="4029595"/>
            <a:ext cx="2481947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385290" y="4579879"/>
            <a:ext cx="1819973" cy="10063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68986" y="2791102"/>
            <a:ext cx="1714319" cy="1006370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1072258" y="4579879"/>
            <a:ext cx="1714319" cy="1006370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1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6" grpId="0" animBg="1"/>
      <p:bldP spid="28" grpId="0" animBg="1"/>
      <p:bldP spid="30" grpId="0" animBg="1"/>
      <p:bldP spid="35" grpId="0" animBg="1"/>
      <p:bldP spid="36" grpId="0" animBg="1"/>
      <p:bldP spid="37" grpId="0" animBg="1"/>
      <p:bldP spid="38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8" presetClass="entr" presetSubtype="1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8" presetClass="entr" presetSubtype="1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012576" y="177447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127361" y="177447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235936" y="179416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7350721" y="179416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2074089" y="3927134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4188874" y="3927134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302815" y="392361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8417600" y="392361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471711" y="1794167"/>
            <a:ext cx="1695600" cy="1695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196068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310853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431553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7546338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253780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368565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489265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8604050" y="540669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9663084" y="3257551"/>
            <a:ext cx="1328616" cy="27790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1484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321444" y="2003517"/>
            <a:ext cx="2084501" cy="782631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245"/>
          <p:cNvSpPr/>
          <p:nvPr userDrawn="1"/>
        </p:nvSpPr>
        <p:spPr>
          <a:xfrm rot="16200000" flipH="1">
            <a:off x="6774756" y="1649059"/>
            <a:ext cx="1465064" cy="1761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9" h="21296" extrusionOk="0">
                <a:moveTo>
                  <a:pt x="21369" y="12439"/>
                </a:moveTo>
                <a:cubicBezTo>
                  <a:pt x="21369" y="10441"/>
                  <a:pt x="20571" y="8598"/>
                  <a:pt x="19226" y="7117"/>
                </a:cubicBezTo>
                <a:cubicBezTo>
                  <a:pt x="18349" y="6151"/>
                  <a:pt x="21600" y="619"/>
                  <a:pt x="20326" y="17"/>
                </a:cubicBezTo>
                <a:cubicBezTo>
                  <a:pt x="19646" y="-304"/>
                  <a:pt x="14558" y="4155"/>
                  <a:pt x="13795" y="3963"/>
                </a:cubicBezTo>
                <a:cubicBezTo>
                  <a:pt x="12811" y="3715"/>
                  <a:pt x="11766" y="3582"/>
                  <a:pt x="10684" y="3582"/>
                </a:cubicBezTo>
                <a:cubicBezTo>
                  <a:pt x="4784" y="3582"/>
                  <a:pt x="0" y="7547"/>
                  <a:pt x="0" y="12439"/>
                </a:cubicBezTo>
                <a:cubicBezTo>
                  <a:pt x="0" y="17330"/>
                  <a:pt x="4784" y="21296"/>
                  <a:pt x="10684" y="21296"/>
                </a:cubicBezTo>
                <a:cubicBezTo>
                  <a:pt x="16585" y="21296"/>
                  <a:pt x="21369" y="17330"/>
                  <a:pt x="21369" y="1243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1246"/>
          <p:cNvSpPr/>
          <p:nvPr userDrawn="1"/>
        </p:nvSpPr>
        <p:spPr>
          <a:xfrm rot="16200000" flipH="1">
            <a:off x="6777972" y="3896999"/>
            <a:ext cx="1465384" cy="17679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65" h="19865" extrusionOk="0">
                <a:moveTo>
                  <a:pt x="13438" y="4151"/>
                </a:moveTo>
                <a:cubicBezTo>
                  <a:pt x="11494" y="3377"/>
                  <a:pt x="9407" y="3221"/>
                  <a:pt x="7467" y="3589"/>
                </a:cubicBezTo>
                <a:cubicBezTo>
                  <a:pt x="6203" y="3829"/>
                  <a:pt x="2024" y="-592"/>
                  <a:pt x="968" y="67"/>
                </a:cubicBezTo>
                <a:cubicBezTo>
                  <a:pt x="403" y="419"/>
                  <a:pt x="2858" y="5709"/>
                  <a:pt x="2389" y="6169"/>
                </a:cubicBezTo>
                <a:cubicBezTo>
                  <a:pt x="1783" y="6762"/>
                  <a:pt x="1267" y="7441"/>
                  <a:pt x="866" y="8199"/>
                </a:cubicBezTo>
                <a:cubicBezTo>
                  <a:pt x="-1317" y="12330"/>
                  <a:pt x="770" y="17216"/>
                  <a:pt x="5528" y="19112"/>
                </a:cubicBezTo>
                <a:cubicBezTo>
                  <a:pt x="10287" y="21008"/>
                  <a:pt x="15916" y="19196"/>
                  <a:pt x="18099" y="15065"/>
                </a:cubicBezTo>
                <a:cubicBezTo>
                  <a:pt x="20283" y="10933"/>
                  <a:pt x="18196" y="6047"/>
                  <a:pt x="13438" y="4151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2" name="Shape 1251"/>
          <p:cNvSpPr/>
          <p:nvPr userDrawn="1"/>
        </p:nvSpPr>
        <p:spPr>
          <a:xfrm rot="5400000">
            <a:off x="3986469" y="1649059"/>
            <a:ext cx="1465064" cy="1761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9" h="21296" extrusionOk="0">
                <a:moveTo>
                  <a:pt x="21369" y="12439"/>
                </a:moveTo>
                <a:cubicBezTo>
                  <a:pt x="21369" y="10441"/>
                  <a:pt x="20571" y="8598"/>
                  <a:pt x="19226" y="7117"/>
                </a:cubicBezTo>
                <a:cubicBezTo>
                  <a:pt x="18349" y="6151"/>
                  <a:pt x="21600" y="619"/>
                  <a:pt x="20326" y="17"/>
                </a:cubicBezTo>
                <a:cubicBezTo>
                  <a:pt x="19646" y="-304"/>
                  <a:pt x="14558" y="4155"/>
                  <a:pt x="13795" y="3963"/>
                </a:cubicBezTo>
                <a:cubicBezTo>
                  <a:pt x="12811" y="3715"/>
                  <a:pt x="11766" y="3582"/>
                  <a:pt x="10684" y="3582"/>
                </a:cubicBezTo>
                <a:cubicBezTo>
                  <a:pt x="4784" y="3582"/>
                  <a:pt x="0" y="7547"/>
                  <a:pt x="0" y="12439"/>
                </a:cubicBezTo>
                <a:cubicBezTo>
                  <a:pt x="0" y="17330"/>
                  <a:pt x="4784" y="21296"/>
                  <a:pt x="10684" y="21296"/>
                </a:cubicBezTo>
                <a:cubicBezTo>
                  <a:pt x="16585" y="21296"/>
                  <a:pt x="21369" y="17330"/>
                  <a:pt x="21369" y="12439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3" name="Shape 1252"/>
          <p:cNvSpPr/>
          <p:nvPr userDrawn="1"/>
        </p:nvSpPr>
        <p:spPr>
          <a:xfrm rot="5400000">
            <a:off x="3982933" y="3896999"/>
            <a:ext cx="1465384" cy="17679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965" h="19865" extrusionOk="0">
                <a:moveTo>
                  <a:pt x="13438" y="4151"/>
                </a:moveTo>
                <a:cubicBezTo>
                  <a:pt x="11494" y="3377"/>
                  <a:pt x="9407" y="3221"/>
                  <a:pt x="7467" y="3589"/>
                </a:cubicBezTo>
                <a:cubicBezTo>
                  <a:pt x="6203" y="3829"/>
                  <a:pt x="2024" y="-592"/>
                  <a:pt x="968" y="67"/>
                </a:cubicBezTo>
                <a:cubicBezTo>
                  <a:pt x="403" y="419"/>
                  <a:pt x="2858" y="5709"/>
                  <a:pt x="2389" y="6169"/>
                </a:cubicBezTo>
                <a:cubicBezTo>
                  <a:pt x="1783" y="6762"/>
                  <a:pt x="1267" y="7441"/>
                  <a:pt x="866" y="8199"/>
                </a:cubicBezTo>
                <a:cubicBezTo>
                  <a:pt x="-1317" y="12330"/>
                  <a:pt x="770" y="17216"/>
                  <a:pt x="5528" y="19112"/>
                </a:cubicBezTo>
                <a:cubicBezTo>
                  <a:pt x="10287" y="21008"/>
                  <a:pt x="15916" y="19196"/>
                  <a:pt x="18099" y="15065"/>
                </a:cubicBezTo>
                <a:cubicBezTo>
                  <a:pt x="20283" y="10933"/>
                  <a:pt x="18196" y="6047"/>
                  <a:pt x="13438" y="41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5264403" y="2822745"/>
            <a:ext cx="1688908" cy="1688908"/>
            <a:chOff x="5264403" y="2822745"/>
            <a:chExt cx="1688908" cy="1688908"/>
          </a:xfrm>
        </p:grpSpPr>
        <p:sp>
          <p:nvSpPr>
            <p:cNvPr id="32" name="Shape 1261"/>
            <p:cNvSpPr/>
            <p:nvPr userDrawn="1"/>
          </p:nvSpPr>
          <p:spPr>
            <a:xfrm>
              <a:off x="5264403" y="2822745"/>
              <a:ext cx="1688908" cy="1688908"/>
            </a:xfrm>
            <a:prstGeom prst="ellipse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33" name="Shape 1262"/>
            <p:cNvSpPr/>
            <p:nvPr userDrawn="1"/>
          </p:nvSpPr>
          <p:spPr>
            <a:xfrm>
              <a:off x="5854236" y="3282356"/>
              <a:ext cx="509241" cy="746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54" y="0"/>
                  </a:moveTo>
                  <a:cubicBezTo>
                    <a:pt x="7352" y="0"/>
                    <a:pt x="4660" y="1852"/>
                    <a:pt x="4660" y="4108"/>
                  </a:cubicBezTo>
                  <a:lnTo>
                    <a:pt x="4660" y="10667"/>
                  </a:lnTo>
                  <a:cubicBezTo>
                    <a:pt x="4660" y="12924"/>
                    <a:pt x="7352" y="14759"/>
                    <a:pt x="10654" y="14759"/>
                  </a:cubicBezTo>
                  <a:cubicBezTo>
                    <a:pt x="13956" y="14759"/>
                    <a:pt x="16673" y="12924"/>
                    <a:pt x="16673" y="10667"/>
                  </a:cubicBezTo>
                  <a:lnTo>
                    <a:pt x="16673" y="4108"/>
                  </a:lnTo>
                  <a:cubicBezTo>
                    <a:pt x="16673" y="1852"/>
                    <a:pt x="13956" y="0"/>
                    <a:pt x="10654" y="0"/>
                  </a:cubicBezTo>
                  <a:close/>
                  <a:moveTo>
                    <a:pt x="1189" y="8481"/>
                  </a:moveTo>
                  <a:cubicBezTo>
                    <a:pt x="532" y="8481"/>
                    <a:pt x="0" y="8860"/>
                    <a:pt x="0" y="9309"/>
                  </a:cubicBezTo>
                  <a:lnTo>
                    <a:pt x="0" y="10949"/>
                  </a:lnTo>
                  <a:cubicBezTo>
                    <a:pt x="0" y="14743"/>
                    <a:pt x="4207" y="17861"/>
                    <a:pt x="9611" y="18271"/>
                  </a:cubicBezTo>
                  <a:lnTo>
                    <a:pt x="9611" y="19960"/>
                  </a:lnTo>
                  <a:lnTo>
                    <a:pt x="4805" y="19960"/>
                  </a:lnTo>
                  <a:cubicBezTo>
                    <a:pt x="4147" y="19960"/>
                    <a:pt x="3592" y="20340"/>
                    <a:pt x="3592" y="20788"/>
                  </a:cubicBezTo>
                  <a:cubicBezTo>
                    <a:pt x="3592" y="21237"/>
                    <a:pt x="4147" y="21600"/>
                    <a:pt x="4805" y="21600"/>
                  </a:cubicBezTo>
                  <a:lnTo>
                    <a:pt x="16819" y="21600"/>
                  </a:lnTo>
                  <a:cubicBezTo>
                    <a:pt x="17476" y="21600"/>
                    <a:pt x="18008" y="21237"/>
                    <a:pt x="18008" y="20788"/>
                  </a:cubicBezTo>
                  <a:cubicBezTo>
                    <a:pt x="18008" y="20340"/>
                    <a:pt x="17476" y="19960"/>
                    <a:pt x="16819" y="19960"/>
                  </a:cubicBezTo>
                  <a:lnTo>
                    <a:pt x="12013" y="19960"/>
                  </a:lnTo>
                  <a:lnTo>
                    <a:pt x="12013" y="18271"/>
                  </a:lnTo>
                  <a:cubicBezTo>
                    <a:pt x="17417" y="17861"/>
                    <a:pt x="21600" y="14743"/>
                    <a:pt x="21600" y="10949"/>
                  </a:cubicBezTo>
                  <a:lnTo>
                    <a:pt x="21600" y="9309"/>
                  </a:lnTo>
                  <a:cubicBezTo>
                    <a:pt x="21600" y="8860"/>
                    <a:pt x="21069" y="8481"/>
                    <a:pt x="20411" y="8481"/>
                  </a:cubicBezTo>
                  <a:cubicBezTo>
                    <a:pt x="19753" y="8481"/>
                    <a:pt x="19197" y="8860"/>
                    <a:pt x="19197" y="9309"/>
                  </a:cubicBezTo>
                  <a:lnTo>
                    <a:pt x="19197" y="10949"/>
                  </a:lnTo>
                  <a:cubicBezTo>
                    <a:pt x="19197" y="14115"/>
                    <a:pt x="15434" y="16680"/>
                    <a:pt x="10800" y="16680"/>
                  </a:cubicBezTo>
                  <a:cubicBezTo>
                    <a:pt x="6170" y="16680"/>
                    <a:pt x="2403" y="14115"/>
                    <a:pt x="2403" y="10949"/>
                  </a:cubicBezTo>
                  <a:lnTo>
                    <a:pt x="2403" y="9309"/>
                  </a:lnTo>
                  <a:cubicBezTo>
                    <a:pt x="2403" y="8860"/>
                    <a:pt x="1848" y="8481"/>
                    <a:pt x="1189" y="848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3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887286" y="1856334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979396" y="1856333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893890" y="4117480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 dirty="0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986000" y="4117479"/>
            <a:ext cx="1346400" cy="1346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1384300" y="4360869"/>
            <a:ext cx="2033701" cy="782631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797636" y="1979790"/>
            <a:ext cx="2111665" cy="782631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797635" y="4227525"/>
            <a:ext cx="2086265" cy="782631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461852" y="5140574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1461852" y="2882959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8769840" y="5120113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769840" y="2882959"/>
            <a:ext cx="1944093" cy="211033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9813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8" presetClass="entr" presetSubtype="9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22" grpId="0" animBg="1"/>
      <p:bldP spid="23" grpId="0" animBg="1"/>
      <p:bldP spid="37" grpId="0" animBg="1"/>
      <p:bldP spid="38" grpId="0" animBg="1"/>
      <p:bldP spid="39" grpId="0" animBg="1"/>
      <p:bldP spid="40" grpId="0" animBg="1"/>
      <p:bldP spid="41" grpId="0" build="p">
        <p:tmplLst>
          <p:tmpl lvl="1">
            <p:tnLst>
              <p:par>
                <p:cTn presetID="18" presetClass="entr" presetSubtype="9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8" presetClass="entr" presetSubtype="3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8" presetClass="entr" presetSubtype="3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up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366">
            <a:extLst>
              <a:ext uri="{FF2B5EF4-FFF2-40B4-BE49-F238E27FC236}">
                <a16:creationId xmlns:a16="http://schemas.microsoft.com/office/drawing/2014/main" id="{D712BEED-3F8D-460E-9E66-FB0828C0E251}"/>
              </a:ext>
            </a:extLst>
          </p:cNvPr>
          <p:cNvSpPr/>
          <p:nvPr userDrawn="1"/>
        </p:nvSpPr>
        <p:spPr>
          <a:xfrm>
            <a:off x="1078198" y="3734139"/>
            <a:ext cx="3857312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9466" y="21600"/>
                </a:lnTo>
                <a:lnTo>
                  <a:pt x="19484" y="21600"/>
                </a:lnTo>
                <a:lnTo>
                  <a:pt x="19484" y="21531"/>
                </a:lnTo>
                <a:lnTo>
                  <a:pt x="21600" y="13487"/>
                </a:lnTo>
                <a:lnTo>
                  <a:pt x="21600" y="9338"/>
                </a:lnTo>
                <a:lnTo>
                  <a:pt x="19484" y="82"/>
                </a:lnTo>
                <a:lnTo>
                  <a:pt x="19484" y="0"/>
                </a:lnTo>
                <a:cubicBezTo>
                  <a:pt x="19484" y="0"/>
                  <a:pt x="19466" y="0"/>
                  <a:pt x="19466" y="0"/>
                </a:cubicBezTo>
                <a:cubicBezTo>
                  <a:pt x="19428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5" name="Shape 374">
            <a:extLst>
              <a:ext uri="{FF2B5EF4-FFF2-40B4-BE49-F238E27FC236}">
                <a16:creationId xmlns:a16="http://schemas.microsoft.com/office/drawing/2014/main" id="{DDE2CB8F-7B2F-49BA-ABCB-528103F3FD91}"/>
              </a:ext>
            </a:extLst>
          </p:cNvPr>
          <p:cNvSpPr/>
          <p:nvPr userDrawn="1"/>
        </p:nvSpPr>
        <p:spPr>
          <a:xfrm>
            <a:off x="925106" y="3581382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E31005BA-E242-4CD4-A2C1-88A1730566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13028" y="3879699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365"/>
          <p:cNvSpPr/>
          <p:nvPr userDrawn="1"/>
        </p:nvSpPr>
        <p:spPr>
          <a:xfrm>
            <a:off x="7250181" y="2655295"/>
            <a:ext cx="3850658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7" y="0"/>
                </a:moveTo>
                <a:lnTo>
                  <a:pt x="2117" y="95"/>
                </a:lnTo>
                <a:lnTo>
                  <a:pt x="0" y="9338"/>
                </a:lnTo>
                <a:lnTo>
                  <a:pt x="0" y="13487"/>
                </a:lnTo>
                <a:lnTo>
                  <a:pt x="2117" y="21518"/>
                </a:lnTo>
                <a:lnTo>
                  <a:pt x="2117" y="21600"/>
                </a:lnTo>
                <a:lnTo>
                  <a:pt x="2138" y="21600"/>
                </a:lnTo>
                <a:lnTo>
                  <a:pt x="21600" y="21600"/>
                </a:lnTo>
                <a:lnTo>
                  <a:pt x="21600" y="0"/>
                </a:lnTo>
                <a:cubicBezTo>
                  <a:pt x="21600" y="0"/>
                  <a:pt x="2180" y="0"/>
                  <a:pt x="2138" y="0"/>
                </a:cubicBezTo>
                <a:cubicBezTo>
                  <a:pt x="2138" y="0"/>
                  <a:pt x="2117" y="0"/>
                  <a:pt x="2117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366"/>
          <p:cNvSpPr/>
          <p:nvPr userDrawn="1"/>
        </p:nvSpPr>
        <p:spPr>
          <a:xfrm>
            <a:off x="1091582" y="2650339"/>
            <a:ext cx="3857312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9466" y="21600"/>
                </a:lnTo>
                <a:lnTo>
                  <a:pt x="19484" y="21600"/>
                </a:lnTo>
                <a:lnTo>
                  <a:pt x="19484" y="21531"/>
                </a:lnTo>
                <a:lnTo>
                  <a:pt x="21600" y="13487"/>
                </a:lnTo>
                <a:lnTo>
                  <a:pt x="21600" y="9338"/>
                </a:lnTo>
                <a:lnTo>
                  <a:pt x="19484" y="82"/>
                </a:lnTo>
                <a:lnTo>
                  <a:pt x="19484" y="0"/>
                </a:lnTo>
                <a:cubicBezTo>
                  <a:pt x="19484" y="0"/>
                  <a:pt x="19466" y="0"/>
                  <a:pt x="19466" y="0"/>
                </a:cubicBezTo>
                <a:cubicBezTo>
                  <a:pt x="19428" y="0"/>
                  <a:pt x="0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367"/>
          <p:cNvSpPr/>
          <p:nvPr userDrawn="1"/>
        </p:nvSpPr>
        <p:spPr>
          <a:xfrm>
            <a:off x="6864657" y="1570096"/>
            <a:ext cx="4236182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886" y="0"/>
                </a:moveTo>
                <a:lnTo>
                  <a:pt x="2886" y="137"/>
                </a:lnTo>
                <a:lnTo>
                  <a:pt x="0" y="20001"/>
                </a:lnTo>
                <a:lnTo>
                  <a:pt x="375" y="21600"/>
                </a:lnTo>
                <a:lnTo>
                  <a:pt x="2906" y="16185"/>
                </a:lnTo>
                <a:lnTo>
                  <a:pt x="21600" y="16185"/>
                </a:lnTo>
                <a:lnTo>
                  <a:pt x="21600" y="0"/>
                </a:lnTo>
                <a:cubicBezTo>
                  <a:pt x="21600" y="0"/>
                  <a:pt x="2946" y="0"/>
                  <a:pt x="2906" y="0"/>
                </a:cubicBezTo>
                <a:cubicBezTo>
                  <a:pt x="2906" y="0"/>
                  <a:pt x="2886" y="0"/>
                  <a:pt x="2886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" name="Shape 368"/>
          <p:cNvSpPr/>
          <p:nvPr userDrawn="1"/>
        </p:nvSpPr>
        <p:spPr>
          <a:xfrm>
            <a:off x="1091582" y="1577263"/>
            <a:ext cx="4259263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6185"/>
                </a:lnTo>
                <a:lnTo>
                  <a:pt x="18710" y="16185"/>
                </a:lnTo>
                <a:lnTo>
                  <a:pt x="21227" y="21600"/>
                </a:lnTo>
                <a:lnTo>
                  <a:pt x="21600" y="20001"/>
                </a:lnTo>
                <a:lnTo>
                  <a:pt x="18727" y="123"/>
                </a:lnTo>
                <a:lnTo>
                  <a:pt x="18727" y="0"/>
                </a:lnTo>
                <a:cubicBezTo>
                  <a:pt x="18727" y="0"/>
                  <a:pt x="18710" y="0"/>
                  <a:pt x="18710" y="0"/>
                </a:cubicBezTo>
                <a:cubicBezTo>
                  <a:pt x="18674" y="0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0" name="Shape 369"/>
          <p:cNvSpPr/>
          <p:nvPr userDrawn="1"/>
        </p:nvSpPr>
        <p:spPr>
          <a:xfrm>
            <a:off x="6848230" y="4557271"/>
            <a:ext cx="4269036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2" y="0"/>
                </a:moveTo>
                <a:lnTo>
                  <a:pt x="0" y="1599"/>
                </a:lnTo>
                <a:lnTo>
                  <a:pt x="2864" y="21463"/>
                </a:lnTo>
                <a:lnTo>
                  <a:pt x="2864" y="21591"/>
                </a:lnTo>
                <a:cubicBezTo>
                  <a:pt x="2864" y="21591"/>
                  <a:pt x="2883" y="21591"/>
                  <a:pt x="2883" y="21591"/>
                </a:cubicBezTo>
                <a:lnTo>
                  <a:pt x="2884" y="21600"/>
                </a:lnTo>
                <a:cubicBezTo>
                  <a:pt x="2884" y="21600"/>
                  <a:pt x="2884" y="21591"/>
                  <a:pt x="2884" y="21591"/>
                </a:cubicBezTo>
                <a:cubicBezTo>
                  <a:pt x="2924" y="21591"/>
                  <a:pt x="21600" y="21591"/>
                  <a:pt x="21600" y="21591"/>
                </a:cubicBezTo>
                <a:lnTo>
                  <a:pt x="21600" y="5411"/>
                </a:lnTo>
                <a:lnTo>
                  <a:pt x="2882" y="5411"/>
                </a:lnTo>
                <a:lnTo>
                  <a:pt x="37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1" name="Shape 370"/>
          <p:cNvSpPr/>
          <p:nvPr userDrawn="1"/>
        </p:nvSpPr>
        <p:spPr>
          <a:xfrm>
            <a:off x="1092206" y="4555372"/>
            <a:ext cx="4250530" cy="949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26" y="0"/>
                </a:moveTo>
                <a:lnTo>
                  <a:pt x="18706" y="5411"/>
                </a:lnTo>
                <a:lnTo>
                  <a:pt x="0" y="5411"/>
                </a:lnTo>
                <a:lnTo>
                  <a:pt x="0" y="21591"/>
                </a:lnTo>
                <a:cubicBezTo>
                  <a:pt x="0" y="21591"/>
                  <a:pt x="18668" y="21591"/>
                  <a:pt x="18704" y="21591"/>
                </a:cubicBezTo>
                <a:cubicBezTo>
                  <a:pt x="18704" y="21591"/>
                  <a:pt x="18704" y="21600"/>
                  <a:pt x="18704" y="21600"/>
                </a:cubicBezTo>
                <a:lnTo>
                  <a:pt x="18705" y="21591"/>
                </a:lnTo>
                <a:cubicBezTo>
                  <a:pt x="18705" y="21591"/>
                  <a:pt x="18722" y="21591"/>
                  <a:pt x="18722" y="21591"/>
                </a:cubicBezTo>
                <a:lnTo>
                  <a:pt x="18722" y="21477"/>
                </a:lnTo>
                <a:lnTo>
                  <a:pt x="21600" y="1599"/>
                </a:lnTo>
                <a:lnTo>
                  <a:pt x="21226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3" name="Shape 372"/>
          <p:cNvSpPr/>
          <p:nvPr userDrawn="1"/>
        </p:nvSpPr>
        <p:spPr>
          <a:xfrm>
            <a:off x="938490" y="1424630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 dirty="0"/>
          </a:p>
        </p:txBody>
      </p:sp>
      <p:sp>
        <p:nvSpPr>
          <p:cNvPr id="24" name="Shape 374"/>
          <p:cNvSpPr/>
          <p:nvPr userDrawn="1"/>
        </p:nvSpPr>
        <p:spPr>
          <a:xfrm>
            <a:off x="938490" y="2497582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5" name="Shape 376"/>
          <p:cNvSpPr/>
          <p:nvPr userDrawn="1"/>
        </p:nvSpPr>
        <p:spPr>
          <a:xfrm>
            <a:off x="938490" y="4640500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 dirty="0"/>
          </a:p>
        </p:txBody>
      </p:sp>
      <p:sp>
        <p:nvSpPr>
          <p:cNvPr id="26" name="Shape 378"/>
          <p:cNvSpPr/>
          <p:nvPr userDrawn="1"/>
        </p:nvSpPr>
        <p:spPr>
          <a:xfrm>
            <a:off x="10236595" y="1417463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7" name="Shape 380"/>
          <p:cNvSpPr/>
          <p:nvPr userDrawn="1"/>
        </p:nvSpPr>
        <p:spPr>
          <a:xfrm>
            <a:off x="10236595" y="2502537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28" name="Shape 382"/>
          <p:cNvSpPr/>
          <p:nvPr userDrawn="1"/>
        </p:nvSpPr>
        <p:spPr>
          <a:xfrm>
            <a:off x="10236595" y="4642399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 dirty="0"/>
          </a:p>
        </p:txBody>
      </p:sp>
      <p:sp>
        <p:nvSpPr>
          <p:cNvPr id="35" name="Picture Placeholder 3"/>
          <p:cNvSpPr>
            <a:spLocks noGrp="1"/>
          </p:cNvSpPr>
          <p:nvPr userDrawn="1">
            <p:ph type="pic" sz="quarter" idx="15"/>
          </p:nvPr>
        </p:nvSpPr>
        <p:spPr>
          <a:xfrm>
            <a:off x="4547411" y="2046509"/>
            <a:ext cx="3086100" cy="30861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126412" y="1766245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6" name="Text Placeholder 4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26412" y="2795899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7" name="Text Placeholder 4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126412" y="4956297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8" name="Text Placeholder 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373782" y="1743186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39" name="Text Placeholder 4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7373782" y="2784963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373782" y="4942304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0" name="Shape 365">
            <a:extLst>
              <a:ext uri="{FF2B5EF4-FFF2-40B4-BE49-F238E27FC236}">
                <a16:creationId xmlns:a16="http://schemas.microsoft.com/office/drawing/2014/main" id="{2590C188-E34C-4A45-B732-DC9C65C9EE25}"/>
              </a:ext>
            </a:extLst>
          </p:cNvPr>
          <p:cNvSpPr/>
          <p:nvPr userDrawn="1"/>
        </p:nvSpPr>
        <p:spPr>
          <a:xfrm>
            <a:off x="7245412" y="3738720"/>
            <a:ext cx="3850658" cy="711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7" y="0"/>
                </a:moveTo>
                <a:lnTo>
                  <a:pt x="2117" y="95"/>
                </a:lnTo>
                <a:lnTo>
                  <a:pt x="0" y="9338"/>
                </a:lnTo>
                <a:lnTo>
                  <a:pt x="0" y="13487"/>
                </a:lnTo>
                <a:lnTo>
                  <a:pt x="2117" y="21518"/>
                </a:lnTo>
                <a:lnTo>
                  <a:pt x="2117" y="21600"/>
                </a:lnTo>
                <a:lnTo>
                  <a:pt x="2138" y="21600"/>
                </a:lnTo>
                <a:lnTo>
                  <a:pt x="21600" y="21600"/>
                </a:lnTo>
                <a:lnTo>
                  <a:pt x="21600" y="0"/>
                </a:lnTo>
                <a:cubicBezTo>
                  <a:pt x="21600" y="0"/>
                  <a:pt x="2180" y="0"/>
                  <a:pt x="2138" y="0"/>
                </a:cubicBezTo>
                <a:cubicBezTo>
                  <a:pt x="2138" y="0"/>
                  <a:pt x="2117" y="0"/>
                  <a:pt x="2117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52" name="Shape 380">
            <a:extLst>
              <a:ext uri="{FF2B5EF4-FFF2-40B4-BE49-F238E27FC236}">
                <a16:creationId xmlns:a16="http://schemas.microsoft.com/office/drawing/2014/main" id="{D80BF183-1E3B-4504-8B7A-B8A447CB9E27}"/>
              </a:ext>
            </a:extLst>
          </p:cNvPr>
          <p:cNvSpPr/>
          <p:nvPr userDrawn="1"/>
        </p:nvSpPr>
        <p:spPr>
          <a:xfrm>
            <a:off x="10231826" y="3585962"/>
            <a:ext cx="1016915" cy="10169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DEE0"/>
            </a:solidFill>
          </a:ln>
        </p:spPr>
        <p:txBody>
          <a:bodyPr lIns="25400" tIns="25400" rIns="25400" bIns="25400" anchor="ctr"/>
          <a:lstStyle/>
          <a:p>
            <a:endParaRPr sz="200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1DA71AD6-CA78-4F5A-AE14-8201520B5A50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369013" y="3868388"/>
            <a:ext cx="2698001" cy="408745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76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66337B3-922D-4877-A46B-64782DC5CBA9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198576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5921829"/>
            <a:ext cx="12192000" cy="9361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-76766" y="3021013"/>
            <a:ext cx="6145317" cy="386280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6162838" y="3008621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9226594" y="3008621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3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162838" y="4981866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4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9226594" y="4981866"/>
            <a:ext cx="2972719" cy="188336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276425" y="3055389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256186" y="4491496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9320417" y="4501226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320417" y="5023867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56186" y="5014267"/>
            <a:ext cx="452890" cy="366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001078" y="1884899"/>
            <a:ext cx="8189844" cy="547280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496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47507" y="1835084"/>
            <a:ext cx="3049198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86081" y="1831537"/>
            <a:ext cx="2952909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34220" y="1835084"/>
            <a:ext cx="2941199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72579" y="1835868"/>
            <a:ext cx="3049901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-54945" y="3766949"/>
            <a:ext cx="3056636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86081" y="3763402"/>
            <a:ext cx="2962469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34220" y="3766949"/>
            <a:ext cx="2944187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72579" y="3767733"/>
            <a:ext cx="3037601" cy="1894448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187440" y="3310361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311651" y="3313157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7349403" y="3306656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0472383" y="3306656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185853" y="5270669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310064" y="5273465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7347816" y="5266964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0470796" y="5266964"/>
            <a:ext cx="512762" cy="36823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26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07" y="3928829"/>
            <a:ext cx="8757064" cy="677586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52406" y="4937634"/>
            <a:ext cx="3513193" cy="79550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665659" y="4520739"/>
            <a:ext cx="5430341" cy="322848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6" name="Shape 1277"/>
          <p:cNvSpPr/>
          <p:nvPr userDrawn="1"/>
        </p:nvSpPr>
        <p:spPr>
          <a:xfrm>
            <a:off x="3764825" y="-29561"/>
            <a:ext cx="8438299" cy="6917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6778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905320" y="-30163"/>
            <a:ext cx="8488362" cy="6907213"/>
          </a:xfrm>
          <a:custGeom>
            <a:avLst/>
            <a:gdLst>
              <a:gd name="connsiteX0" fmla="*/ 0 w 8488362"/>
              <a:gd name="connsiteY0" fmla="*/ 0 h 6888163"/>
              <a:gd name="connsiteX1" fmla="*/ 8488362 w 8488362"/>
              <a:gd name="connsiteY1" fmla="*/ 0 h 6888163"/>
              <a:gd name="connsiteX2" fmla="*/ 8488362 w 8488362"/>
              <a:gd name="connsiteY2" fmla="*/ 6888163 h 6888163"/>
              <a:gd name="connsiteX3" fmla="*/ 0 w 8488362"/>
              <a:gd name="connsiteY3" fmla="*/ 6888163 h 6888163"/>
              <a:gd name="connsiteX4" fmla="*/ 0 w 8488362"/>
              <a:gd name="connsiteY4" fmla="*/ 0 h 6888163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705100 w 8488362"/>
              <a:gd name="connsiteY3" fmla="*/ 6907213 h 6907213"/>
              <a:gd name="connsiteX4" fmla="*/ 0 w 8488362"/>
              <a:gd name="connsiteY4" fmla="*/ 0 h 6907213"/>
              <a:gd name="connsiteX0" fmla="*/ 0 w 8488362"/>
              <a:gd name="connsiteY0" fmla="*/ 0 h 6921727"/>
              <a:gd name="connsiteX1" fmla="*/ 8488362 w 8488362"/>
              <a:gd name="connsiteY1" fmla="*/ 0 h 6921727"/>
              <a:gd name="connsiteX2" fmla="*/ 8488362 w 8488362"/>
              <a:gd name="connsiteY2" fmla="*/ 6888163 h 6921727"/>
              <a:gd name="connsiteX3" fmla="*/ 2676072 w 8488362"/>
              <a:gd name="connsiteY3" fmla="*/ 6921727 h 6921727"/>
              <a:gd name="connsiteX4" fmla="*/ 0 w 8488362"/>
              <a:gd name="connsiteY4" fmla="*/ 0 h 6921727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676072 w 8488362"/>
              <a:gd name="connsiteY3" fmla="*/ 6907213 h 6907213"/>
              <a:gd name="connsiteX4" fmla="*/ 0 w 8488362"/>
              <a:gd name="connsiteY4" fmla="*/ 0 h 690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88362" h="6907213">
                <a:moveTo>
                  <a:pt x="0" y="0"/>
                </a:moveTo>
                <a:lnTo>
                  <a:pt x="8488362" y="0"/>
                </a:lnTo>
                <a:lnTo>
                  <a:pt x="8488362" y="6888163"/>
                </a:lnTo>
                <a:lnTo>
                  <a:pt x="2676072" y="6907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3463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616" y="4233629"/>
            <a:ext cx="9170504" cy="677586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67587" y="5332829"/>
            <a:ext cx="4032533" cy="795509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242868" y="4825539"/>
            <a:ext cx="9144000" cy="322848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6" name="Shape 1277"/>
          <p:cNvSpPr/>
          <p:nvPr userDrawn="1"/>
        </p:nvSpPr>
        <p:spPr>
          <a:xfrm flipH="1">
            <a:off x="208816" y="-28191"/>
            <a:ext cx="8438299" cy="6917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6778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5"/>
          </p:nvPr>
        </p:nvSpPr>
        <p:spPr>
          <a:xfrm flipH="1">
            <a:off x="0" y="0"/>
            <a:ext cx="8488362" cy="6907213"/>
          </a:xfrm>
          <a:custGeom>
            <a:avLst/>
            <a:gdLst>
              <a:gd name="connsiteX0" fmla="*/ 0 w 8488362"/>
              <a:gd name="connsiteY0" fmla="*/ 0 h 6888163"/>
              <a:gd name="connsiteX1" fmla="*/ 8488362 w 8488362"/>
              <a:gd name="connsiteY1" fmla="*/ 0 h 6888163"/>
              <a:gd name="connsiteX2" fmla="*/ 8488362 w 8488362"/>
              <a:gd name="connsiteY2" fmla="*/ 6888163 h 6888163"/>
              <a:gd name="connsiteX3" fmla="*/ 0 w 8488362"/>
              <a:gd name="connsiteY3" fmla="*/ 6888163 h 6888163"/>
              <a:gd name="connsiteX4" fmla="*/ 0 w 8488362"/>
              <a:gd name="connsiteY4" fmla="*/ 0 h 6888163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705100 w 8488362"/>
              <a:gd name="connsiteY3" fmla="*/ 6907213 h 6907213"/>
              <a:gd name="connsiteX4" fmla="*/ 0 w 8488362"/>
              <a:gd name="connsiteY4" fmla="*/ 0 h 6907213"/>
              <a:gd name="connsiteX0" fmla="*/ 0 w 8488362"/>
              <a:gd name="connsiteY0" fmla="*/ 0 h 6921727"/>
              <a:gd name="connsiteX1" fmla="*/ 8488362 w 8488362"/>
              <a:gd name="connsiteY1" fmla="*/ 0 h 6921727"/>
              <a:gd name="connsiteX2" fmla="*/ 8488362 w 8488362"/>
              <a:gd name="connsiteY2" fmla="*/ 6888163 h 6921727"/>
              <a:gd name="connsiteX3" fmla="*/ 2676072 w 8488362"/>
              <a:gd name="connsiteY3" fmla="*/ 6921727 h 6921727"/>
              <a:gd name="connsiteX4" fmla="*/ 0 w 8488362"/>
              <a:gd name="connsiteY4" fmla="*/ 0 h 6921727"/>
              <a:gd name="connsiteX0" fmla="*/ 0 w 8488362"/>
              <a:gd name="connsiteY0" fmla="*/ 0 h 6907213"/>
              <a:gd name="connsiteX1" fmla="*/ 8488362 w 8488362"/>
              <a:gd name="connsiteY1" fmla="*/ 0 h 6907213"/>
              <a:gd name="connsiteX2" fmla="*/ 8488362 w 8488362"/>
              <a:gd name="connsiteY2" fmla="*/ 6888163 h 6907213"/>
              <a:gd name="connsiteX3" fmla="*/ 2676072 w 8488362"/>
              <a:gd name="connsiteY3" fmla="*/ 6907213 h 6907213"/>
              <a:gd name="connsiteX4" fmla="*/ 0 w 8488362"/>
              <a:gd name="connsiteY4" fmla="*/ 0 h 690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88362" h="6907213">
                <a:moveTo>
                  <a:pt x="0" y="0"/>
                </a:moveTo>
                <a:lnTo>
                  <a:pt x="8488362" y="0"/>
                </a:lnTo>
                <a:lnTo>
                  <a:pt x="8488362" y="6888163"/>
                </a:lnTo>
                <a:lnTo>
                  <a:pt x="2676072" y="690721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184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188939"/>
            <a:ext cx="12192000" cy="50280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58" y="1923221"/>
            <a:ext cx="9170504" cy="677586"/>
          </a:xfrm>
        </p:spPr>
        <p:txBody>
          <a:bodyPr lIns="0" tIns="0" rIns="0" b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816458" y="3141026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816458" y="2643756"/>
            <a:ext cx="9144000" cy="322848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286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6188939"/>
            <a:ext cx="12192000" cy="50280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58" y="1923221"/>
            <a:ext cx="9170504" cy="677586"/>
          </a:xfrm>
        </p:spPr>
        <p:txBody>
          <a:bodyPr lIns="0" tIns="0" rIns="0" bIns="0"/>
          <a:lstStyle>
            <a:lvl1pPr algn="l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816458" y="3141026"/>
            <a:ext cx="3969855" cy="9578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816458" y="2643756"/>
            <a:ext cx="9144000" cy="322848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0247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171574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Shape 6545"/>
          <p:cNvSpPr/>
          <p:nvPr/>
        </p:nvSpPr>
        <p:spPr>
          <a:xfrm>
            <a:off x="8819187" y="2407912"/>
            <a:ext cx="2134029" cy="1791337"/>
          </a:xfrm>
          <a:prstGeom prst="rect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20" name="Shape 6548"/>
          <p:cNvSpPr/>
          <p:nvPr/>
        </p:nvSpPr>
        <p:spPr>
          <a:xfrm>
            <a:off x="6260697" y="2407912"/>
            <a:ext cx="2134028" cy="1791337"/>
          </a:xfrm>
          <a:prstGeom prst="rect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23" name="Shape 6551"/>
          <p:cNvSpPr/>
          <p:nvPr/>
        </p:nvSpPr>
        <p:spPr>
          <a:xfrm>
            <a:off x="1205749" y="2407912"/>
            <a:ext cx="2134029" cy="1791337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26" name="Shape 6554"/>
          <p:cNvSpPr/>
          <p:nvPr/>
        </p:nvSpPr>
        <p:spPr>
          <a:xfrm>
            <a:off x="3741339" y="2407912"/>
            <a:ext cx="2134028" cy="1791337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noAutofit/>
          </a:bodyPr>
          <a:lstStyle/>
          <a:p>
            <a:endParaRPr sz="2000"/>
          </a:p>
        </p:txBody>
      </p:sp>
      <p:sp>
        <p:nvSpPr>
          <p:cNvPr id="39" name="Picture Placeholder 3"/>
          <p:cNvSpPr>
            <a:spLocks noGrp="1"/>
          </p:cNvSpPr>
          <p:nvPr userDrawn="1">
            <p:ph type="pic" sz="quarter" idx="15"/>
          </p:nvPr>
        </p:nvSpPr>
        <p:spPr>
          <a:xfrm>
            <a:off x="1200150" y="201930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0" name="Picture Placeholder 3"/>
          <p:cNvSpPr>
            <a:spLocks noGrp="1"/>
          </p:cNvSpPr>
          <p:nvPr userDrawn="1">
            <p:ph type="pic" sz="quarter" idx="16"/>
          </p:nvPr>
        </p:nvSpPr>
        <p:spPr>
          <a:xfrm>
            <a:off x="3741767" y="201930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1" name="Picture Placeholder 3"/>
          <p:cNvSpPr>
            <a:spLocks noGrp="1"/>
          </p:cNvSpPr>
          <p:nvPr userDrawn="1">
            <p:ph type="pic" sz="quarter" idx="17"/>
          </p:nvPr>
        </p:nvSpPr>
        <p:spPr>
          <a:xfrm>
            <a:off x="6259988" y="201930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2" name="Picture Placeholder 3"/>
          <p:cNvSpPr>
            <a:spLocks noGrp="1"/>
          </p:cNvSpPr>
          <p:nvPr userDrawn="1">
            <p:ph type="pic" sz="quarter" idx="18"/>
          </p:nvPr>
        </p:nvSpPr>
        <p:spPr>
          <a:xfrm>
            <a:off x="8819616" y="2008480"/>
            <a:ext cx="2133600" cy="174307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02395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966202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482924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046731" y="3784405"/>
            <a:ext cx="168425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707967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38865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775258" y="4614846"/>
            <a:ext cx="2200727" cy="110967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E1902E-DC11-45E9-B438-920C59CF4275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311" y="3006725"/>
            <a:ext cx="6089024" cy="386556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0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6194425" y="300196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1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9263227" y="300196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2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6194425" y="495318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3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9263228" y="4953183"/>
            <a:ext cx="2949575" cy="189071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198576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1271682" y="3063918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251096" y="4509640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251096" y="5051430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9315329" y="5040942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9315329" y="4509640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974574" y="1978337"/>
            <a:ext cx="8242852" cy="539576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3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19563" y="1824132"/>
            <a:ext cx="3039727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87987" y="1824132"/>
            <a:ext cx="2973784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140805" y="1824132"/>
            <a:ext cx="293760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57439" y="1824132"/>
            <a:ext cx="309283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-19562" y="3772356"/>
            <a:ext cx="3039727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3099199" y="3774635"/>
            <a:ext cx="2973784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6152017" y="3774635"/>
            <a:ext cx="293760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9157439" y="3772356"/>
            <a:ext cx="3092830" cy="18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Aller" panose="02000503030000020004" pitchFamily="2" charset="0"/>
              </a:defRPr>
            </a:lvl1pPr>
          </a:lstStyle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06635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4340222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7378072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10494044" y="3323939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0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1203180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1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4336767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2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7374617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73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10490589" y="5279576"/>
            <a:ext cx="463066" cy="33366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26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35C58C1-9822-46A4-821E-1BCBD816F64B}"/>
              </a:ext>
            </a:extLst>
          </p:cNvPr>
          <p:cNvSpPr/>
          <p:nvPr userDrawn="1"/>
        </p:nvSpPr>
        <p:spPr>
          <a:xfrm>
            <a:off x="0" y="1"/>
            <a:ext cx="12192000" cy="1144588"/>
          </a:xfrm>
          <a:prstGeom prst="rect">
            <a:avLst/>
          </a:prstGeom>
          <a:gradFill flip="none" rotWithShape="1">
            <a:gsLst>
              <a:gs pos="0">
                <a:srgbClr val="1F928D"/>
              </a:gs>
              <a:gs pos="100000">
                <a:srgbClr val="2A1C5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15870" y="3591162"/>
            <a:ext cx="4567238" cy="22465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115763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0" name="Shape 6360"/>
          <p:cNvSpPr/>
          <p:nvPr userDrawn="1"/>
        </p:nvSpPr>
        <p:spPr>
          <a:xfrm>
            <a:off x="4532056" y="4619872"/>
            <a:ext cx="704316" cy="3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0" extrusionOk="0">
                <a:moveTo>
                  <a:pt x="21600" y="8686"/>
                </a:moveTo>
                <a:cubicBezTo>
                  <a:pt x="21481" y="8412"/>
                  <a:pt x="21361" y="8138"/>
                  <a:pt x="21233" y="7874"/>
                </a:cubicBezTo>
                <a:cubicBezTo>
                  <a:pt x="20516" y="6367"/>
                  <a:pt x="19719" y="5032"/>
                  <a:pt x="18859" y="3920"/>
                </a:cubicBezTo>
                <a:cubicBezTo>
                  <a:pt x="17139" y="1683"/>
                  <a:pt x="15164" y="312"/>
                  <a:pt x="13149" y="52"/>
                </a:cubicBezTo>
                <a:cubicBezTo>
                  <a:pt x="11133" y="-220"/>
                  <a:pt x="9096" y="572"/>
                  <a:pt x="7260" y="2313"/>
                </a:cubicBezTo>
                <a:cubicBezTo>
                  <a:pt x="5424" y="4044"/>
                  <a:pt x="3784" y="6700"/>
                  <a:pt x="2531" y="9999"/>
                </a:cubicBezTo>
                <a:cubicBezTo>
                  <a:pt x="1268" y="13298"/>
                  <a:pt x="390" y="17228"/>
                  <a:pt x="0" y="21380"/>
                </a:cubicBezTo>
                <a:cubicBezTo>
                  <a:pt x="408" y="17240"/>
                  <a:pt x="1299" y="13324"/>
                  <a:pt x="2571" y="10073"/>
                </a:cubicBezTo>
                <a:cubicBezTo>
                  <a:pt x="3838" y="6811"/>
                  <a:pt x="5473" y="4191"/>
                  <a:pt x="7304" y="2510"/>
                </a:cubicBezTo>
                <a:cubicBezTo>
                  <a:pt x="9132" y="831"/>
                  <a:pt x="11152" y="89"/>
                  <a:pt x="13135" y="386"/>
                </a:cubicBezTo>
                <a:cubicBezTo>
                  <a:pt x="15124" y="682"/>
                  <a:pt x="17063" y="2066"/>
                  <a:pt x="18747" y="4303"/>
                </a:cubicBezTo>
                <a:cubicBezTo>
                  <a:pt x="19589" y="5415"/>
                  <a:pt x="20364" y="6737"/>
                  <a:pt x="21062" y="8232"/>
                </a:cubicBezTo>
                <a:cubicBezTo>
                  <a:pt x="21179" y="8480"/>
                  <a:pt x="21289" y="8740"/>
                  <a:pt x="21401" y="8996"/>
                </a:cubicBezTo>
                <a:cubicBezTo>
                  <a:pt x="21406" y="8793"/>
                  <a:pt x="21506" y="8619"/>
                  <a:pt x="21600" y="8686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1" name="Shape 6361"/>
          <p:cNvSpPr/>
          <p:nvPr userDrawn="1"/>
        </p:nvSpPr>
        <p:spPr>
          <a:xfrm>
            <a:off x="5108786" y="4100911"/>
            <a:ext cx="950127" cy="8161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2" h="20431" extrusionOk="0">
                <a:moveTo>
                  <a:pt x="20642" y="13217"/>
                </a:moveTo>
                <a:cubicBezTo>
                  <a:pt x="21151" y="11961"/>
                  <a:pt x="21419" y="10604"/>
                  <a:pt x="21499" y="9247"/>
                </a:cubicBezTo>
                <a:cubicBezTo>
                  <a:pt x="21578" y="7894"/>
                  <a:pt x="21456" y="6511"/>
                  <a:pt x="21141" y="5189"/>
                </a:cubicBezTo>
                <a:cubicBezTo>
                  <a:pt x="20727" y="3435"/>
                  <a:pt x="19941" y="1770"/>
                  <a:pt x="18853" y="332"/>
                </a:cubicBezTo>
                <a:cubicBezTo>
                  <a:pt x="18851" y="389"/>
                  <a:pt x="17513" y="81"/>
                  <a:pt x="17284" y="11"/>
                </a:cubicBezTo>
                <a:cubicBezTo>
                  <a:pt x="17271" y="7"/>
                  <a:pt x="17258" y="4"/>
                  <a:pt x="17245" y="0"/>
                </a:cubicBezTo>
                <a:cubicBezTo>
                  <a:pt x="18700" y="1477"/>
                  <a:pt x="19755" y="3368"/>
                  <a:pt x="20271" y="5414"/>
                </a:cubicBezTo>
                <a:cubicBezTo>
                  <a:pt x="20900" y="7877"/>
                  <a:pt x="20785" y="10533"/>
                  <a:pt x="19924" y="12934"/>
                </a:cubicBezTo>
                <a:cubicBezTo>
                  <a:pt x="17986" y="18338"/>
                  <a:pt x="14317" y="19454"/>
                  <a:pt x="13785" y="19706"/>
                </a:cubicBezTo>
                <a:cubicBezTo>
                  <a:pt x="11042" y="20493"/>
                  <a:pt x="7940" y="20148"/>
                  <a:pt x="5489" y="18605"/>
                </a:cubicBezTo>
                <a:cubicBezTo>
                  <a:pt x="4238" y="17832"/>
                  <a:pt x="3153" y="16776"/>
                  <a:pt x="2333" y="15533"/>
                </a:cubicBezTo>
                <a:cubicBezTo>
                  <a:pt x="2283" y="15462"/>
                  <a:pt x="2230" y="15374"/>
                  <a:pt x="2171" y="15299"/>
                </a:cubicBezTo>
                <a:cubicBezTo>
                  <a:pt x="2108" y="15219"/>
                  <a:pt x="2058" y="15153"/>
                  <a:pt x="2006" y="15074"/>
                </a:cubicBezTo>
                <a:cubicBezTo>
                  <a:pt x="1952" y="14999"/>
                  <a:pt x="1893" y="14923"/>
                  <a:pt x="1837" y="14848"/>
                </a:cubicBezTo>
                <a:cubicBezTo>
                  <a:pt x="686" y="13049"/>
                  <a:pt x="80" y="10896"/>
                  <a:pt x="80" y="8738"/>
                </a:cubicBezTo>
                <a:cubicBezTo>
                  <a:pt x="67" y="6559"/>
                  <a:pt x="696" y="4380"/>
                  <a:pt x="1866" y="2554"/>
                </a:cubicBezTo>
                <a:cubicBezTo>
                  <a:pt x="673" y="4366"/>
                  <a:pt x="17" y="6546"/>
                  <a:pt x="1" y="8738"/>
                </a:cubicBezTo>
                <a:cubicBezTo>
                  <a:pt x="-22" y="10586"/>
                  <a:pt x="403" y="12443"/>
                  <a:pt x="1231" y="14088"/>
                </a:cubicBezTo>
                <a:cubicBezTo>
                  <a:pt x="1232" y="14089"/>
                  <a:pt x="1233" y="14089"/>
                  <a:pt x="1234" y="14089"/>
                </a:cubicBezTo>
                <a:cubicBezTo>
                  <a:pt x="1421" y="14514"/>
                  <a:pt x="1741" y="15034"/>
                  <a:pt x="1847" y="15188"/>
                </a:cubicBezTo>
                <a:cubicBezTo>
                  <a:pt x="1900" y="15263"/>
                  <a:pt x="2115" y="15564"/>
                  <a:pt x="2167" y="15648"/>
                </a:cubicBezTo>
                <a:cubicBezTo>
                  <a:pt x="2991" y="16921"/>
                  <a:pt x="4089" y="18009"/>
                  <a:pt x="5363" y="18813"/>
                </a:cubicBezTo>
                <a:cubicBezTo>
                  <a:pt x="6636" y="19622"/>
                  <a:pt x="8082" y="20140"/>
                  <a:pt x="9570" y="20321"/>
                </a:cubicBezTo>
                <a:cubicBezTo>
                  <a:pt x="10318" y="20418"/>
                  <a:pt x="17244" y="21600"/>
                  <a:pt x="20642" y="13217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2" name="Shape 6362"/>
          <p:cNvSpPr/>
          <p:nvPr userDrawn="1"/>
        </p:nvSpPr>
        <p:spPr>
          <a:xfrm>
            <a:off x="5643473" y="4831578"/>
            <a:ext cx="763523" cy="739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261" extrusionOk="0">
                <a:moveTo>
                  <a:pt x="19226" y="17401"/>
                </a:moveTo>
                <a:cubicBezTo>
                  <a:pt x="18203" y="18567"/>
                  <a:pt x="16927" y="19500"/>
                  <a:pt x="15524" y="20122"/>
                </a:cubicBezTo>
                <a:cubicBezTo>
                  <a:pt x="12715" y="21373"/>
                  <a:pt x="9392" y="21326"/>
                  <a:pt x="6646" y="19986"/>
                </a:cubicBezTo>
                <a:cubicBezTo>
                  <a:pt x="3889" y="18672"/>
                  <a:pt x="1747" y="16114"/>
                  <a:pt x="926" y="13145"/>
                </a:cubicBezTo>
                <a:cubicBezTo>
                  <a:pt x="499" y="11668"/>
                  <a:pt x="416" y="10096"/>
                  <a:pt x="613" y="8577"/>
                </a:cubicBezTo>
                <a:cubicBezTo>
                  <a:pt x="803" y="7053"/>
                  <a:pt x="1285" y="5565"/>
                  <a:pt x="2051" y="4252"/>
                </a:cubicBezTo>
                <a:cubicBezTo>
                  <a:pt x="2814" y="2939"/>
                  <a:pt x="5612" y="440"/>
                  <a:pt x="5944" y="271"/>
                </a:cubicBezTo>
                <a:cubicBezTo>
                  <a:pt x="6110" y="187"/>
                  <a:pt x="5334" y="67"/>
                  <a:pt x="5331" y="0"/>
                </a:cubicBezTo>
                <a:cubicBezTo>
                  <a:pt x="5124" y="121"/>
                  <a:pt x="4919" y="246"/>
                  <a:pt x="4722" y="386"/>
                </a:cubicBezTo>
                <a:cubicBezTo>
                  <a:pt x="3399" y="1298"/>
                  <a:pt x="2304" y="2533"/>
                  <a:pt x="1522" y="3941"/>
                </a:cubicBezTo>
                <a:cubicBezTo>
                  <a:pt x="732" y="5344"/>
                  <a:pt x="254" y="6916"/>
                  <a:pt x="80" y="8509"/>
                </a:cubicBezTo>
                <a:cubicBezTo>
                  <a:pt x="-98" y="10112"/>
                  <a:pt x="17" y="11742"/>
                  <a:pt x="483" y="13282"/>
                </a:cubicBezTo>
                <a:cubicBezTo>
                  <a:pt x="1395" y="16362"/>
                  <a:pt x="3660" y="18968"/>
                  <a:pt x="6520" y="20270"/>
                </a:cubicBezTo>
                <a:cubicBezTo>
                  <a:pt x="9369" y="21600"/>
                  <a:pt x="12759" y="21583"/>
                  <a:pt x="15584" y="20265"/>
                </a:cubicBezTo>
                <a:cubicBezTo>
                  <a:pt x="16998" y="19611"/>
                  <a:pt x="18270" y="18646"/>
                  <a:pt x="19286" y="17454"/>
                </a:cubicBezTo>
                <a:cubicBezTo>
                  <a:pt x="20301" y="16262"/>
                  <a:pt x="21060" y="14854"/>
                  <a:pt x="21502" y="13346"/>
                </a:cubicBezTo>
                <a:cubicBezTo>
                  <a:pt x="21036" y="14843"/>
                  <a:pt x="20258" y="16241"/>
                  <a:pt x="19226" y="1740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3" name="Shape 6363"/>
          <p:cNvSpPr/>
          <p:nvPr userDrawn="1"/>
        </p:nvSpPr>
        <p:spPr>
          <a:xfrm>
            <a:off x="5682788" y="3258350"/>
            <a:ext cx="1089275" cy="9711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47" h="21396" extrusionOk="0">
                <a:moveTo>
                  <a:pt x="19050" y="17024"/>
                </a:moveTo>
                <a:cubicBezTo>
                  <a:pt x="19050" y="17024"/>
                  <a:pt x="19049" y="17025"/>
                  <a:pt x="19049" y="17025"/>
                </a:cubicBezTo>
                <a:cubicBezTo>
                  <a:pt x="19559" y="16259"/>
                  <a:pt x="19986" y="15433"/>
                  <a:pt x="20322" y="14567"/>
                </a:cubicBezTo>
                <a:cubicBezTo>
                  <a:pt x="20972" y="12896"/>
                  <a:pt x="21288" y="11081"/>
                  <a:pt x="21242" y="9290"/>
                </a:cubicBezTo>
                <a:cubicBezTo>
                  <a:pt x="21197" y="11085"/>
                  <a:pt x="20772" y="12844"/>
                  <a:pt x="20071" y="14452"/>
                </a:cubicBezTo>
                <a:cubicBezTo>
                  <a:pt x="18864" y="17224"/>
                  <a:pt x="17063" y="18589"/>
                  <a:pt x="17063" y="18589"/>
                </a:cubicBezTo>
                <a:cubicBezTo>
                  <a:pt x="16004" y="19402"/>
                  <a:pt x="14799" y="20001"/>
                  <a:pt x="13537" y="20340"/>
                </a:cubicBezTo>
                <a:cubicBezTo>
                  <a:pt x="12130" y="20723"/>
                  <a:pt x="10649" y="20779"/>
                  <a:pt x="9225" y="20516"/>
                </a:cubicBezTo>
                <a:cubicBezTo>
                  <a:pt x="7866" y="20268"/>
                  <a:pt x="6561" y="19717"/>
                  <a:pt x="5411" y="18920"/>
                </a:cubicBezTo>
                <a:lnTo>
                  <a:pt x="5259" y="18804"/>
                </a:lnTo>
                <a:cubicBezTo>
                  <a:pt x="5137" y="18705"/>
                  <a:pt x="5017" y="18612"/>
                  <a:pt x="4895" y="18505"/>
                </a:cubicBezTo>
                <a:cubicBezTo>
                  <a:pt x="4653" y="18301"/>
                  <a:pt x="4422" y="18078"/>
                  <a:pt x="4200" y="17850"/>
                </a:cubicBezTo>
                <a:cubicBezTo>
                  <a:pt x="3756" y="17392"/>
                  <a:pt x="3348" y="16889"/>
                  <a:pt x="2989" y="16351"/>
                </a:cubicBezTo>
                <a:cubicBezTo>
                  <a:pt x="2269" y="15281"/>
                  <a:pt x="1731" y="14069"/>
                  <a:pt x="1412" y="12796"/>
                </a:cubicBezTo>
                <a:cubicBezTo>
                  <a:pt x="768" y="10255"/>
                  <a:pt x="1013" y="7463"/>
                  <a:pt x="2109" y="5129"/>
                </a:cubicBezTo>
                <a:cubicBezTo>
                  <a:pt x="2653" y="3960"/>
                  <a:pt x="3405" y="2907"/>
                  <a:pt x="4311" y="2033"/>
                </a:cubicBezTo>
                <a:cubicBezTo>
                  <a:pt x="5176" y="1195"/>
                  <a:pt x="6175" y="533"/>
                  <a:pt x="7255" y="44"/>
                </a:cubicBezTo>
                <a:cubicBezTo>
                  <a:pt x="6762" y="-99"/>
                  <a:pt x="4979" y="150"/>
                  <a:pt x="4584" y="130"/>
                </a:cubicBezTo>
                <a:cubicBezTo>
                  <a:pt x="4202" y="423"/>
                  <a:pt x="3839" y="740"/>
                  <a:pt x="3496" y="1083"/>
                </a:cubicBezTo>
                <a:cubicBezTo>
                  <a:pt x="2499" y="2077"/>
                  <a:pt x="1673" y="3274"/>
                  <a:pt x="1084" y="4590"/>
                </a:cubicBezTo>
                <a:cubicBezTo>
                  <a:pt x="-101" y="7227"/>
                  <a:pt x="-312" y="10303"/>
                  <a:pt x="437" y="13087"/>
                </a:cubicBezTo>
                <a:cubicBezTo>
                  <a:pt x="808" y="14480"/>
                  <a:pt x="1417" y="15796"/>
                  <a:pt x="2223" y="16953"/>
                </a:cubicBezTo>
                <a:cubicBezTo>
                  <a:pt x="2628" y="17531"/>
                  <a:pt x="3078" y="18070"/>
                  <a:pt x="3570" y="18561"/>
                </a:cubicBezTo>
                <a:cubicBezTo>
                  <a:pt x="3815" y="18808"/>
                  <a:pt x="4072" y="19043"/>
                  <a:pt x="4340" y="19263"/>
                </a:cubicBezTo>
                <a:cubicBezTo>
                  <a:pt x="4468" y="19374"/>
                  <a:pt x="4610" y="19483"/>
                  <a:pt x="4747" y="19590"/>
                </a:cubicBezTo>
                <a:cubicBezTo>
                  <a:pt x="4869" y="19678"/>
                  <a:pt x="5057" y="19809"/>
                  <a:pt x="5066" y="19829"/>
                </a:cubicBezTo>
                <a:cubicBezTo>
                  <a:pt x="5066" y="19829"/>
                  <a:pt x="6562" y="20895"/>
                  <a:pt x="9111" y="21273"/>
                </a:cubicBezTo>
                <a:cubicBezTo>
                  <a:pt x="10643" y="21501"/>
                  <a:pt x="12212" y="21417"/>
                  <a:pt x="13694" y="20979"/>
                </a:cubicBezTo>
                <a:cubicBezTo>
                  <a:pt x="15178" y="20536"/>
                  <a:pt x="16565" y="19780"/>
                  <a:pt x="17726" y="18700"/>
                </a:cubicBezTo>
                <a:cubicBezTo>
                  <a:pt x="18461" y="18017"/>
                  <a:pt x="19041" y="17038"/>
                  <a:pt x="19050" y="17024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4" name="Shape 6364"/>
          <p:cNvSpPr/>
          <p:nvPr userDrawn="1"/>
        </p:nvSpPr>
        <p:spPr>
          <a:xfrm>
            <a:off x="6597629" y="3989613"/>
            <a:ext cx="823746" cy="4439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46" extrusionOk="0">
                <a:moveTo>
                  <a:pt x="19261" y="11203"/>
                </a:moveTo>
                <a:cubicBezTo>
                  <a:pt x="18100" y="8171"/>
                  <a:pt x="16580" y="5598"/>
                  <a:pt x="14834" y="3696"/>
                </a:cubicBezTo>
                <a:cubicBezTo>
                  <a:pt x="13088" y="1794"/>
                  <a:pt x="11116" y="582"/>
                  <a:pt x="9086" y="168"/>
                </a:cubicBezTo>
                <a:cubicBezTo>
                  <a:pt x="7057" y="-254"/>
                  <a:pt x="4982" y="123"/>
                  <a:pt x="3029" y="1279"/>
                </a:cubicBezTo>
                <a:cubicBezTo>
                  <a:pt x="2052" y="1850"/>
                  <a:pt x="1110" y="2621"/>
                  <a:pt x="221" y="3559"/>
                </a:cubicBezTo>
                <a:cubicBezTo>
                  <a:pt x="145" y="3638"/>
                  <a:pt x="73" y="3724"/>
                  <a:pt x="0" y="3808"/>
                </a:cubicBezTo>
                <a:cubicBezTo>
                  <a:pt x="74" y="3783"/>
                  <a:pt x="157" y="3855"/>
                  <a:pt x="150" y="4032"/>
                </a:cubicBezTo>
                <a:cubicBezTo>
                  <a:pt x="147" y="4125"/>
                  <a:pt x="135" y="4216"/>
                  <a:pt x="121" y="4306"/>
                </a:cubicBezTo>
                <a:cubicBezTo>
                  <a:pt x="153" y="4563"/>
                  <a:pt x="130" y="4830"/>
                  <a:pt x="79" y="5081"/>
                </a:cubicBezTo>
                <a:cubicBezTo>
                  <a:pt x="230" y="4898"/>
                  <a:pt x="381" y="4715"/>
                  <a:pt x="536" y="4542"/>
                </a:cubicBezTo>
                <a:cubicBezTo>
                  <a:pt x="1378" y="3604"/>
                  <a:pt x="2270" y="2824"/>
                  <a:pt x="3205" y="2236"/>
                </a:cubicBezTo>
                <a:cubicBezTo>
                  <a:pt x="5066" y="1051"/>
                  <a:pt x="7076" y="591"/>
                  <a:pt x="9048" y="922"/>
                </a:cubicBezTo>
                <a:cubicBezTo>
                  <a:pt x="11020" y="1234"/>
                  <a:pt x="12961" y="2336"/>
                  <a:pt x="14696" y="4138"/>
                </a:cubicBezTo>
                <a:cubicBezTo>
                  <a:pt x="16431" y="5920"/>
                  <a:pt x="17962" y="8401"/>
                  <a:pt x="19150" y="11350"/>
                </a:cubicBezTo>
                <a:cubicBezTo>
                  <a:pt x="20340" y="14308"/>
                  <a:pt x="21183" y="17736"/>
                  <a:pt x="21600" y="21346"/>
                </a:cubicBezTo>
                <a:cubicBezTo>
                  <a:pt x="21224" y="17717"/>
                  <a:pt x="20424" y="14235"/>
                  <a:pt x="19261" y="1120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5" name="Shape 6365"/>
          <p:cNvSpPr/>
          <p:nvPr userDrawn="1"/>
        </p:nvSpPr>
        <p:spPr>
          <a:xfrm>
            <a:off x="4346071" y="3022459"/>
            <a:ext cx="1048296" cy="4502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649" extrusionOk="0">
                <a:moveTo>
                  <a:pt x="21320" y="4475"/>
                </a:moveTo>
                <a:cubicBezTo>
                  <a:pt x="20062" y="2865"/>
                  <a:pt x="18708" y="1655"/>
                  <a:pt x="17301" y="916"/>
                </a:cubicBezTo>
                <a:cubicBezTo>
                  <a:pt x="13835" y="-951"/>
                  <a:pt x="10095" y="66"/>
                  <a:pt x="6957" y="3685"/>
                </a:cubicBezTo>
                <a:cubicBezTo>
                  <a:pt x="3809" y="7269"/>
                  <a:pt x="1303" y="13420"/>
                  <a:pt x="0" y="20649"/>
                </a:cubicBezTo>
                <a:cubicBezTo>
                  <a:pt x="1393" y="13508"/>
                  <a:pt x="3957" y="7584"/>
                  <a:pt x="7086" y="4263"/>
                </a:cubicBezTo>
                <a:cubicBezTo>
                  <a:pt x="10206" y="907"/>
                  <a:pt x="13850" y="162"/>
                  <a:pt x="17160" y="2160"/>
                </a:cubicBezTo>
                <a:cubicBezTo>
                  <a:pt x="18745" y="3108"/>
                  <a:pt x="20254" y="4657"/>
                  <a:pt x="21600" y="6711"/>
                </a:cubicBezTo>
                <a:cubicBezTo>
                  <a:pt x="21576" y="6535"/>
                  <a:pt x="21491" y="5590"/>
                  <a:pt x="21320" y="4475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36" name="Shape 6366"/>
          <p:cNvSpPr/>
          <p:nvPr userDrawn="1"/>
        </p:nvSpPr>
        <p:spPr>
          <a:xfrm>
            <a:off x="5163827" y="1864373"/>
            <a:ext cx="1366222" cy="14515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65" h="21312" extrusionOk="0">
                <a:moveTo>
                  <a:pt x="20292" y="6442"/>
                </a:moveTo>
                <a:cubicBezTo>
                  <a:pt x="19364" y="4599"/>
                  <a:pt x="17837" y="2992"/>
                  <a:pt x="15935" y="1863"/>
                </a:cubicBezTo>
                <a:cubicBezTo>
                  <a:pt x="14038" y="723"/>
                  <a:pt x="11766" y="80"/>
                  <a:pt x="9472" y="0"/>
                </a:cubicBezTo>
                <a:lnTo>
                  <a:pt x="9455" y="0"/>
                </a:lnTo>
                <a:cubicBezTo>
                  <a:pt x="9016" y="-8"/>
                  <a:pt x="8653" y="300"/>
                  <a:pt x="8641" y="690"/>
                </a:cubicBezTo>
                <a:cubicBezTo>
                  <a:pt x="8631" y="1077"/>
                  <a:pt x="8980" y="1401"/>
                  <a:pt x="9420" y="1409"/>
                </a:cubicBezTo>
                <a:cubicBezTo>
                  <a:pt x="11431" y="1448"/>
                  <a:pt x="13425" y="1981"/>
                  <a:pt x="15114" y="2956"/>
                </a:cubicBezTo>
                <a:cubicBezTo>
                  <a:pt x="16807" y="3926"/>
                  <a:pt x="18184" y="5324"/>
                  <a:pt x="19038" y="6950"/>
                </a:cubicBezTo>
                <a:cubicBezTo>
                  <a:pt x="19900" y="8571"/>
                  <a:pt x="20228" y="10412"/>
                  <a:pt x="19998" y="12203"/>
                </a:cubicBezTo>
                <a:cubicBezTo>
                  <a:pt x="19772" y="13994"/>
                  <a:pt x="18967" y="15725"/>
                  <a:pt x="17697" y="17145"/>
                </a:cubicBezTo>
                <a:cubicBezTo>
                  <a:pt x="17063" y="17854"/>
                  <a:pt x="16317" y="18485"/>
                  <a:pt x="15484" y="19016"/>
                </a:cubicBezTo>
                <a:cubicBezTo>
                  <a:pt x="15068" y="19282"/>
                  <a:pt x="14634" y="19521"/>
                  <a:pt x="14178" y="19733"/>
                </a:cubicBezTo>
                <a:cubicBezTo>
                  <a:pt x="13948" y="19840"/>
                  <a:pt x="13727" y="19936"/>
                  <a:pt x="13485" y="20032"/>
                </a:cubicBezTo>
                <a:lnTo>
                  <a:pt x="13254" y="20120"/>
                </a:lnTo>
                <a:cubicBezTo>
                  <a:pt x="10920" y="20848"/>
                  <a:pt x="8271" y="20601"/>
                  <a:pt x="5967" y="19741"/>
                </a:cubicBezTo>
                <a:cubicBezTo>
                  <a:pt x="5352" y="19507"/>
                  <a:pt x="4761" y="19225"/>
                  <a:pt x="4203" y="18898"/>
                </a:cubicBezTo>
                <a:cubicBezTo>
                  <a:pt x="4153" y="18867"/>
                  <a:pt x="4103" y="18834"/>
                  <a:pt x="4054" y="18804"/>
                </a:cubicBezTo>
                <a:cubicBezTo>
                  <a:pt x="2902" y="17980"/>
                  <a:pt x="1936" y="16950"/>
                  <a:pt x="1242" y="15777"/>
                </a:cubicBezTo>
                <a:cubicBezTo>
                  <a:pt x="483" y="14502"/>
                  <a:pt x="55" y="13063"/>
                  <a:pt x="5" y="11601"/>
                </a:cubicBezTo>
                <a:cubicBezTo>
                  <a:pt x="-47" y="13063"/>
                  <a:pt x="278" y="14543"/>
                  <a:pt x="965" y="15895"/>
                </a:cubicBezTo>
                <a:cubicBezTo>
                  <a:pt x="1254" y="16466"/>
                  <a:pt x="1608" y="17010"/>
                  <a:pt x="2014" y="17527"/>
                </a:cubicBezTo>
                <a:cubicBezTo>
                  <a:pt x="1996" y="17517"/>
                  <a:pt x="2735" y="18494"/>
                  <a:pt x="3850" y="19354"/>
                </a:cubicBezTo>
                <a:cubicBezTo>
                  <a:pt x="3865" y="19366"/>
                  <a:pt x="3982" y="19433"/>
                  <a:pt x="3982" y="19433"/>
                </a:cubicBezTo>
                <a:cubicBezTo>
                  <a:pt x="4524" y="19763"/>
                  <a:pt x="5094" y="20049"/>
                  <a:pt x="5690" y="20293"/>
                </a:cubicBezTo>
                <a:cubicBezTo>
                  <a:pt x="6979" y="20821"/>
                  <a:pt x="8375" y="21142"/>
                  <a:pt x="9800" y="21241"/>
                </a:cubicBezTo>
                <a:cubicBezTo>
                  <a:pt x="10139" y="21268"/>
                  <a:pt x="12160" y="21592"/>
                  <a:pt x="14677" y="20584"/>
                </a:cubicBezTo>
                <a:cubicBezTo>
                  <a:pt x="15191" y="20379"/>
                  <a:pt x="15665" y="20103"/>
                  <a:pt x="16127" y="19818"/>
                </a:cubicBezTo>
                <a:cubicBezTo>
                  <a:pt x="17054" y="19249"/>
                  <a:pt x="17889" y="18562"/>
                  <a:pt x="18604" y="17790"/>
                </a:cubicBezTo>
                <a:cubicBezTo>
                  <a:pt x="20038" y="16241"/>
                  <a:pt x="20971" y="14332"/>
                  <a:pt x="21261" y="12340"/>
                </a:cubicBezTo>
                <a:cubicBezTo>
                  <a:pt x="21553" y="10354"/>
                  <a:pt x="21228" y="8283"/>
                  <a:pt x="20292" y="644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346699" y="2154237"/>
            <a:ext cx="892800" cy="8928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488524" y="3200834"/>
            <a:ext cx="704416" cy="70441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5982780" y="3360316"/>
            <a:ext cx="704416" cy="70441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728647" y="4155732"/>
            <a:ext cx="590400" cy="590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605910" y="4728950"/>
            <a:ext cx="518400" cy="518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5220848" y="4128477"/>
            <a:ext cx="518400" cy="518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5872023" y="5032096"/>
            <a:ext cx="447954" cy="447954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/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645182" y="4321193"/>
            <a:ext cx="4037926" cy="22465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6524844" y="5119803"/>
            <a:ext cx="5158264" cy="22465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397336" y="2493536"/>
            <a:ext cx="4505927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397337" y="3484651"/>
            <a:ext cx="3724097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397338" y="4163032"/>
            <a:ext cx="4567238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397337" y="4875822"/>
            <a:ext cx="3811777" cy="224656"/>
          </a:xfrm>
        </p:spPr>
        <p:txBody>
          <a:bodyPr lIns="0" tIns="0" rIns="0" bIns="0" anchor="ctr">
            <a:normAutofit/>
          </a:bodyPr>
          <a:lstStyle>
            <a:lvl1pPr marL="0" indent="0" algn="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19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  <p:bldP spid="35" grpId="0" animBg="1" advAuto="0"/>
      <p:bldP spid="36" grpId="0" animBg="1" advAuto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00" name="Rectangle 199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238" name="Group 3420"/>
          <p:cNvGrpSpPr/>
          <p:nvPr userDrawn="1"/>
        </p:nvGrpSpPr>
        <p:grpSpPr>
          <a:xfrm>
            <a:off x="695301" y="1148681"/>
            <a:ext cx="10801398" cy="5324047"/>
            <a:chOff x="0" y="0"/>
            <a:chExt cx="21602794" cy="10648092"/>
          </a:xfrm>
        </p:grpSpPr>
        <p:sp>
          <p:nvSpPr>
            <p:cNvPr id="239" name="Shape 3235"/>
            <p:cNvSpPr/>
            <p:nvPr/>
          </p:nvSpPr>
          <p:spPr>
            <a:xfrm>
              <a:off x="10837571" y="7909035"/>
              <a:ext cx="761269" cy="756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9" h="21447" extrusionOk="0">
                  <a:moveTo>
                    <a:pt x="7962" y="20644"/>
                  </a:moveTo>
                  <a:cubicBezTo>
                    <a:pt x="7962" y="20293"/>
                    <a:pt x="8565" y="19639"/>
                    <a:pt x="8915" y="20141"/>
                  </a:cubicBezTo>
                  <a:cubicBezTo>
                    <a:pt x="9268" y="20644"/>
                    <a:pt x="9117" y="21349"/>
                    <a:pt x="9819" y="21349"/>
                  </a:cubicBezTo>
                  <a:cubicBezTo>
                    <a:pt x="10521" y="21349"/>
                    <a:pt x="11776" y="21600"/>
                    <a:pt x="11977" y="21298"/>
                  </a:cubicBezTo>
                  <a:cubicBezTo>
                    <a:pt x="12177" y="20996"/>
                    <a:pt x="13081" y="20746"/>
                    <a:pt x="13081" y="20192"/>
                  </a:cubicBezTo>
                  <a:cubicBezTo>
                    <a:pt x="13081" y="19639"/>
                    <a:pt x="13081" y="9378"/>
                    <a:pt x="13081" y="8976"/>
                  </a:cubicBezTo>
                  <a:cubicBezTo>
                    <a:pt x="13081" y="8572"/>
                    <a:pt x="14787" y="8976"/>
                    <a:pt x="14787" y="8321"/>
                  </a:cubicBezTo>
                  <a:cubicBezTo>
                    <a:pt x="14787" y="7667"/>
                    <a:pt x="14787" y="2487"/>
                    <a:pt x="14787" y="2487"/>
                  </a:cubicBezTo>
                  <a:cubicBezTo>
                    <a:pt x="14787" y="2487"/>
                    <a:pt x="16042" y="2387"/>
                    <a:pt x="16393" y="2287"/>
                  </a:cubicBezTo>
                  <a:cubicBezTo>
                    <a:pt x="16745" y="2186"/>
                    <a:pt x="18000" y="1531"/>
                    <a:pt x="18301" y="1733"/>
                  </a:cubicBezTo>
                  <a:cubicBezTo>
                    <a:pt x="18603" y="1933"/>
                    <a:pt x="19003" y="2638"/>
                    <a:pt x="19204" y="2385"/>
                  </a:cubicBezTo>
                  <a:cubicBezTo>
                    <a:pt x="19404" y="2134"/>
                    <a:pt x="19907" y="1631"/>
                    <a:pt x="20409" y="1631"/>
                  </a:cubicBezTo>
                  <a:cubicBezTo>
                    <a:pt x="20682" y="1631"/>
                    <a:pt x="21131" y="1513"/>
                    <a:pt x="21549" y="1413"/>
                  </a:cubicBezTo>
                  <a:cubicBezTo>
                    <a:pt x="21466" y="1265"/>
                    <a:pt x="21413" y="1127"/>
                    <a:pt x="21413" y="1022"/>
                  </a:cubicBezTo>
                  <a:cubicBezTo>
                    <a:pt x="21413" y="595"/>
                    <a:pt x="18358" y="1105"/>
                    <a:pt x="17848" y="1275"/>
                  </a:cubicBezTo>
                  <a:cubicBezTo>
                    <a:pt x="17339" y="1445"/>
                    <a:pt x="15728" y="1700"/>
                    <a:pt x="15218" y="1445"/>
                  </a:cubicBezTo>
                  <a:cubicBezTo>
                    <a:pt x="14709" y="1191"/>
                    <a:pt x="11484" y="1445"/>
                    <a:pt x="11484" y="1445"/>
                  </a:cubicBezTo>
                  <a:lnTo>
                    <a:pt x="10889" y="849"/>
                  </a:lnTo>
                  <a:cubicBezTo>
                    <a:pt x="10889" y="849"/>
                    <a:pt x="5627" y="849"/>
                    <a:pt x="5034" y="849"/>
                  </a:cubicBezTo>
                  <a:cubicBezTo>
                    <a:pt x="4439" y="849"/>
                    <a:pt x="4014" y="764"/>
                    <a:pt x="3506" y="426"/>
                  </a:cubicBezTo>
                  <a:cubicBezTo>
                    <a:pt x="2995" y="85"/>
                    <a:pt x="2488" y="85"/>
                    <a:pt x="1892" y="339"/>
                  </a:cubicBezTo>
                  <a:cubicBezTo>
                    <a:pt x="1299" y="595"/>
                    <a:pt x="1554" y="0"/>
                    <a:pt x="1130" y="0"/>
                  </a:cubicBezTo>
                  <a:cubicBezTo>
                    <a:pt x="705" y="0"/>
                    <a:pt x="535" y="426"/>
                    <a:pt x="535" y="426"/>
                  </a:cubicBezTo>
                  <a:lnTo>
                    <a:pt x="5" y="565"/>
                  </a:lnTo>
                  <a:cubicBezTo>
                    <a:pt x="-51" y="1084"/>
                    <a:pt x="407" y="2039"/>
                    <a:pt x="961" y="2789"/>
                  </a:cubicBezTo>
                  <a:cubicBezTo>
                    <a:pt x="1539" y="3569"/>
                    <a:pt x="2240" y="5027"/>
                    <a:pt x="2617" y="6260"/>
                  </a:cubicBezTo>
                  <a:cubicBezTo>
                    <a:pt x="2994" y="7492"/>
                    <a:pt x="4074" y="8874"/>
                    <a:pt x="4349" y="9805"/>
                  </a:cubicBezTo>
                  <a:cubicBezTo>
                    <a:pt x="4626" y="10736"/>
                    <a:pt x="4149" y="12069"/>
                    <a:pt x="4424" y="12672"/>
                  </a:cubicBezTo>
                  <a:cubicBezTo>
                    <a:pt x="4700" y="13276"/>
                    <a:pt x="4875" y="14307"/>
                    <a:pt x="5027" y="15339"/>
                  </a:cubicBezTo>
                  <a:cubicBezTo>
                    <a:pt x="5177" y="16370"/>
                    <a:pt x="5252" y="18557"/>
                    <a:pt x="6180" y="19462"/>
                  </a:cubicBezTo>
                  <a:cubicBezTo>
                    <a:pt x="6533" y="19807"/>
                    <a:pt x="6898" y="20285"/>
                    <a:pt x="7235" y="20821"/>
                  </a:cubicBezTo>
                  <a:cubicBezTo>
                    <a:pt x="7648" y="20860"/>
                    <a:pt x="7962" y="20910"/>
                    <a:pt x="7962" y="2064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0" name="Shape 3236"/>
            <p:cNvSpPr/>
            <p:nvPr/>
          </p:nvSpPr>
          <p:spPr>
            <a:xfrm>
              <a:off x="11594607" y="7829347"/>
              <a:ext cx="471730" cy="417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4" h="21600" extrusionOk="0">
                  <a:moveTo>
                    <a:pt x="14301" y="1003"/>
                  </a:moveTo>
                  <a:lnTo>
                    <a:pt x="13904" y="0"/>
                  </a:lnTo>
                  <a:lnTo>
                    <a:pt x="11590" y="88"/>
                  </a:lnTo>
                  <a:cubicBezTo>
                    <a:pt x="10073" y="545"/>
                    <a:pt x="10073" y="1095"/>
                    <a:pt x="10073" y="1646"/>
                  </a:cubicBezTo>
                  <a:cubicBezTo>
                    <a:pt x="10073" y="2196"/>
                    <a:pt x="8637" y="3478"/>
                    <a:pt x="7600" y="3845"/>
                  </a:cubicBezTo>
                  <a:cubicBezTo>
                    <a:pt x="6564" y="4212"/>
                    <a:pt x="5446" y="6964"/>
                    <a:pt x="4808" y="7329"/>
                  </a:cubicBezTo>
                  <a:cubicBezTo>
                    <a:pt x="4171" y="7696"/>
                    <a:pt x="2017" y="6778"/>
                    <a:pt x="1378" y="6688"/>
                  </a:cubicBezTo>
                  <a:cubicBezTo>
                    <a:pt x="1086" y="6646"/>
                    <a:pt x="560" y="6777"/>
                    <a:pt x="0" y="6930"/>
                  </a:cubicBezTo>
                  <a:cubicBezTo>
                    <a:pt x="400" y="7736"/>
                    <a:pt x="1233" y="8694"/>
                    <a:pt x="1539" y="8694"/>
                  </a:cubicBezTo>
                  <a:cubicBezTo>
                    <a:pt x="1942" y="8694"/>
                    <a:pt x="2076" y="11952"/>
                    <a:pt x="3021" y="12417"/>
                  </a:cubicBezTo>
                  <a:cubicBezTo>
                    <a:pt x="3965" y="12881"/>
                    <a:pt x="5719" y="13967"/>
                    <a:pt x="5719" y="14586"/>
                  </a:cubicBezTo>
                  <a:cubicBezTo>
                    <a:pt x="5719" y="15208"/>
                    <a:pt x="6801" y="15982"/>
                    <a:pt x="6801" y="16913"/>
                  </a:cubicBezTo>
                  <a:cubicBezTo>
                    <a:pt x="6801" y="17844"/>
                    <a:pt x="7868" y="19115"/>
                    <a:pt x="8687" y="19082"/>
                  </a:cubicBezTo>
                  <a:cubicBezTo>
                    <a:pt x="10412" y="19019"/>
                    <a:pt x="10592" y="19843"/>
                    <a:pt x="10592" y="20394"/>
                  </a:cubicBezTo>
                  <a:cubicBezTo>
                    <a:pt x="10592" y="20943"/>
                    <a:pt x="12865" y="20394"/>
                    <a:pt x="13163" y="20943"/>
                  </a:cubicBezTo>
                  <a:cubicBezTo>
                    <a:pt x="13440" y="21451"/>
                    <a:pt x="15684" y="21259"/>
                    <a:pt x="16230" y="21600"/>
                  </a:cubicBezTo>
                  <a:cubicBezTo>
                    <a:pt x="17167" y="20553"/>
                    <a:pt x="18507" y="19174"/>
                    <a:pt x="18968" y="18467"/>
                  </a:cubicBezTo>
                  <a:cubicBezTo>
                    <a:pt x="19685" y="17369"/>
                    <a:pt x="19087" y="15856"/>
                    <a:pt x="19685" y="15443"/>
                  </a:cubicBezTo>
                  <a:cubicBezTo>
                    <a:pt x="20283" y="15029"/>
                    <a:pt x="21600" y="13242"/>
                    <a:pt x="21122" y="13104"/>
                  </a:cubicBezTo>
                  <a:cubicBezTo>
                    <a:pt x="20642" y="12968"/>
                    <a:pt x="21001" y="11592"/>
                    <a:pt x="20283" y="10766"/>
                  </a:cubicBezTo>
                  <a:cubicBezTo>
                    <a:pt x="19567" y="9941"/>
                    <a:pt x="21122" y="9530"/>
                    <a:pt x="21001" y="8017"/>
                  </a:cubicBezTo>
                  <a:cubicBezTo>
                    <a:pt x="20882" y="6505"/>
                    <a:pt x="21241" y="3478"/>
                    <a:pt x="20882" y="3203"/>
                  </a:cubicBezTo>
                  <a:cubicBezTo>
                    <a:pt x="20523" y="2927"/>
                    <a:pt x="18847" y="2791"/>
                    <a:pt x="17771" y="1965"/>
                  </a:cubicBezTo>
                  <a:cubicBezTo>
                    <a:pt x="16694" y="1140"/>
                    <a:pt x="14301" y="1003"/>
                    <a:pt x="14301" y="100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1" name="Shape 3237"/>
            <p:cNvSpPr/>
            <p:nvPr/>
          </p:nvSpPr>
          <p:spPr>
            <a:xfrm>
              <a:off x="11295777" y="7968801"/>
              <a:ext cx="534764" cy="57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6" extrusionOk="0">
                  <a:moveTo>
                    <a:pt x="19882" y="8745"/>
                  </a:moveTo>
                  <a:cubicBezTo>
                    <a:pt x="19147" y="8769"/>
                    <a:pt x="18189" y="7854"/>
                    <a:pt x="18189" y="7184"/>
                  </a:cubicBezTo>
                  <a:cubicBezTo>
                    <a:pt x="18189" y="6515"/>
                    <a:pt x="17217" y="5957"/>
                    <a:pt x="17217" y="5510"/>
                  </a:cubicBezTo>
                  <a:cubicBezTo>
                    <a:pt x="17217" y="5064"/>
                    <a:pt x="15643" y="4282"/>
                    <a:pt x="14796" y="3949"/>
                  </a:cubicBezTo>
                  <a:cubicBezTo>
                    <a:pt x="13948" y="3614"/>
                    <a:pt x="13827" y="1269"/>
                    <a:pt x="13465" y="1269"/>
                  </a:cubicBezTo>
                  <a:cubicBezTo>
                    <a:pt x="13191" y="1269"/>
                    <a:pt x="12443" y="580"/>
                    <a:pt x="12084" y="0"/>
                  </a:cubicBezTo>
                  <a:cubicBezTo>
                    <a:pt x="11487" y="131"/>
                    <a:pt x="10846" y="287"/>
                    <a:pt x="10457" y="287"/>
                  </a:cubicBezTo>
                  <a:cubicBezTo>
                    <a:pt x="9740" y="287"/>
                    <a:pt x="9023" y="946"/>
                    <a:pt x="8737" y="1276"/>
                  </a:cubicBezTo>
                  <a:cubicBezTo>
                    <a:pt x="8450" y="1607"/>
                    <a:pt x="7879" y="682"/>
                    <a:pt x="7449" y="420"/>
                  </a:cubicBezTo>
                  <a:cubicBezTo>
                    <a:pt x="7019" y="155"/>
                    <a:pt x="5229" y="1014"/>
                    <a:pt x="4727" y="1146"/>
                  </a:cubicBezTo>
                  <a:cubicBezTo>
                    <a:pt x="4225" y="1278"/>
                    <a:pt x="2434" y="1409"/>
                    <a:pt x="2434" y="1409"/>
                  </a:cubicBezTo>
                  <a:cubicBezTo>
                    <a:pt x="2434" y="1409"/>
                    <a:pt x="2434" y="8204"/>
                    <a:pt x="2434" y="9062"/>
                  </a:cubicBezTo>
                  <a:cubicBezTo>
                    <a:pt x="2434" y="9921"/>
                    <a:pt x="0" y="9392"/>
                    <a:pt x="0" y="9921"/>
                  </a:cubicBezTo>
                  <a:cubicBezTo>
                    <a:pt x="0" y="10167"/>
                    <a:pt x="0" y="13217"/>
                    <a:pt x="0" y="16483"/>
                  </a:cubicBezTo>
                  <a:cubicBezTo>
                    <a:pt x="526" y="16659"/>
                    <a:pt x="1024" y="16894"/>
                    <a:pt x="1147" y="17178"/>
                  </a:cubicBezTo>
                  <a:cubicBezTo>
                    <a:pt x="1433" y="17839"/>
                    <a:pt x="2077" y="19290"/>
                    <a:pt x="1934" y="19686"/>
                  </a:cubicBezTo>
                  <a:cubicBezTo>
                    <a:pt x="1792" y="20081"/>
                    <a:pt x="1433" y="19818"/>
                    <a:pt x="1433" y="20214"/>
                  </a:cubicBezTo>
                  <a:cubicBezTo>
                    <a:pt x="1433" y="20610"/>
                    <a:pt x="1147" y="21204"/>
                    <a:pt x="1863" y="21204"/>
                  </a:cubicBezTo>
                  <a:cubicBezTo>
                    <a:pt x="2578" y="21204"/>
                    <a:pt x="3796" y="21600"/>
                    <a:pt x="4297" y="21071"/>
                  </a:cubicBezTo>
                  <a:cubicBezTo>
                    <a:pt x="4798" y="20543"/>
                    <a:pt x="6446" y="19355"/>
                    <a:pt x="6518" y="18762"/>
                  </a:cubicBezTo>
                  <a:cubicBezTo>
                    <a:pt x="6589" y="18168"/>
                    <a:pt x="6947" y="16849"/>
                    <a:pt x="8164" y="17575"/>
                  </a:cubicBezTo>
                  <a:cubicBezTo>
                    <a:pt x="9383" y="18299"/>
                    <a:pt x="9454" y="18432"/>
                    <a:pt x="11030" y="18432"/>
                  </a:cubicBezTo>
                  <a:cubicBezTo>
                    <a:pt x="12605" y="18432"/>
                    <a:pt x="13034" y="18365"/>
                    <a:pt x="13321" y="17443"/>
                  </a:cubicBezTo>
                  <a:cubicBezTo>
                    <a:pt x="13607" y="16519"/>
                    <a:pt x="13321" y="15793"/>
                    <a:pt x="14252" y="15793"/>
                  </a:cubicBezTo>
                  <a:cubicBezTo>
                    <a:pt x="15183" y="15793"/>
                    <a:pt x="16329" y="15001"/>
                    <a:pt x="16329" y="14407"/>
                  </a:cubicBezTo>
                  <a:cubicBezTo>
                    <a:pt x="16329" y="13813"/>
                    <a:pt x="16758" y="12891"/>
                    <a:pt x="17332" y="12891"/>
                  </a:cubicBezTo>
                  <a:cubicBezTo>
                    <a:pt x="17905" y="12891"/>
                    <a:pt x="19120" y="12230"/>
                    <a:pt x="19266" y="11570"/>
                  </a:cubicBezTo>
                  <a:cubicBezTo>
                    <a:pt x="19408" y="10911"/>
                    <a:pt x="20411" y="11174"/>
                    <a:pt x="20769" y="10778"/>
                  </a:cubicBezTo>
                  <a:cubicBezTo>
                    <a:pt x="20945" y="10584"/>
                    <a:pt x="21292" y="10122"/>
                    <a:pt x="21600" y="9700"/>
                  </a:cubicBezTo>
                  <a:cubicBezTo>
                    <a:pt x="21600" y="9696"/>
                    <a:pt x="21592" y="9693"/>
                    <a:pt x="21592" y="9693"/>
                  </a:cubicBezTo>
                  <a:cubicBezTo>
                    <a:pt x="21592" y="9293"/>
                    <a:pt x="21431" y="8700"/>
                    <a:pt x="19882" y="874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2" name="Shape 3238"/>
            <p:cNvSpPr/>
            <p:nvPr/>
          </p:nvSpPr>
          <p:spPr>
            <a:xfrm>
              <a:off x="11933280" y="8466851"/>
              <a:ext cx="80564" cy="99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4" extrusionOk="0">
                  <a:moveTo>
                    <a:pt x="10933" y="0"/>
                  </a:moveTo>
                  <a:cubicBezTo>
                    <a:pt x="6958" y="0"/>
                    <a:pt x="0" y="7735"/>
                    <a:pt x="0" y="9330"/>
                  </a:cubicBezTo>
                  <a:cubicBezTo>
                    <a:pt x="0" y="10934"/>
                    <a:pt x="4966" y="21071"/>
                    <a:pt x="9932" y="21335"/>
                  </a:cubicBezTo>
                  <a:cubicBezTo>
                    <a:pt x="14913" y="21600"/>
                    <a:pt x="18543" y="21335"/>
                    <a:pt x="18888" y="18400"/>
                  </a:cubicBezTo>
                  <a:cubicBezTo>
                    <a:pt x="19044" y="16947"/>
                    <a:pt x="20332" y="15772"/>
                    <a:pt x="21600" y="14944"/>
                  </a:cubicBezTo>
                  <a:cubicBezTo>
                    <a:pt x="21209" y="12429"/>
                    <a:pt x="20390" y="7042"/>
                    <a:pt x="20098" y="3804"/>
                  </a:cubicBezTo>
                  <a:cubicBezTo>
                    <a:pt x="17177" y="2226"/>
                    <a:pt x="13499" y="0"/>
                    <a:pt x="10933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3" name="Shape 3239"/>
            <p:cNvSpPr/>
            <p:nvPr/>
          </p:nvSpPr>
          <p:spPr>
            <a:xfrm>
              <a:off x="11714140" y="8646150"/>
              <a:ext cx="134707" cy="135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121" extrusionOk="0">
                  <a:moveTo>
                    <a:pt x="15351" y="629"/>
                  </a:moveTo>
                  <a:cubicBezTo>
                    <a:pt x="14213" y="-1479"/>
                    <a:pt x="6826" y="2213"/>
                    <a:pt x="5684" y="4315"/>
                  </a:cubicBezTo>
                  <a:cubicBezTo>
                    <a:pt x="4551" y="6428"/>
                    <a:pt x="0" y="12219"/>
                    <a:pt x="0" y="12219"/>
                  </a:cubicBezTo>
                  <a:lnTo>
                    <a:pt x="5684" y="19598"/>
                  </a:lnTo>
                  <a:lnTo>
                    <a:pt x="9658" y="20121"/>
                  </a:lnTo>
                  <a:cubicBezTo>
                    <a:pt x="9658" y="20121"/>
                    <a:pt x="10803" y="17496"/>
                    <a:pt x="11942" y="15379"/>
                  </a:cubicBezTo>
                  <a:cubicBezTo>
                    <a:pt x="13074" y="13275"/>
                    <a:pt x="18190" y="15914"/>
                    <a:pt x="18190" y="13804"/>
                  </a:cubicBezTo>
                  <a:cubicBezTo>
                    <a:pt x="18190" y="11696"/>
                    <a:pt x="21600" y="9588"/>
                    <a:pt x="21600" y="7475"/>
                  </a:cubicBezTo>
                  <a:cubicBezTo>
                    <a:pt x="21600" y="5370"/>
                    <a:pt x="16487" y="2736"/>
                    <a:pt x="15351" y="62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4" name="Shape 3240"/>
            <p:cNvSpPr/>
            <p:nvPr/>
          </p:nvSpPr>
          <p:spPr>
            <a:xfrm>
              <a:off x="11096557" y="8227787"/>
              <a:ext cx="962658" cy="84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13" extrusionOk="0">
                  <a:moveTo>
                    <a:pt x="16449" y="13090"/>
                  </a:moveTo>
                  <a:cubicBezTo>
                    <a:pt x="16449" y="13452"/>
                    <a:pt x="15733" y="12999"/>
                    <a:pt x="15575" y="13360"/>
                  </a:cubicBezTo>
                  <a:cubicBezTo>
                    <a:pt x="15416" y="13724"/>
                    <a:pt x="15255" y="14174"/>
                    <a:pt x="15255" y="14174"/>
                  </a:cubicBezTo>
                  <a:lnTo>
                    <a:pt x="14699" y="14084"/>
                  </a:lnTo>
                  <a:lnTo>
                    <a:pt x="13904" y="12818"/>
                  </a:lnTo>
                  <a:cubicBezTo>
                    <a:pt x="13904" y="12818"/>
                    <a:pt x="14541" y="11823"/>
                    <a:pt x="14699" y="11460"/>
                  </a:cubicBezTo>
                  <a:cubicBezTo>
                    <a:pt x="14859" y="11100"/>
                    <a:pt x="15893" y="10466"/>
                    <a:pt x="16052" y="10828"/>
                  </a:cubicBezTo>
                  <a:cubicBezTo>
                    <a:pt x="16211" y="11189"/>
                    <a:pt x="16926" y="11642"/>
                    <a:pt x="16926" y="12003"/>
                  </a:cubicBezTo>
                  <a:cubicBezTo>
                    <a:pt x="16926" y="12366"/>
                    <a:pt x="16449" y="12728"/>
                    <a:pt x="16449" y="13090"/>
                  </a:cubicBezTo>
                  <a:close/>
                  <a:moveTo>
                    <a:pt x="20597" y="8033"/>
                  </a:moveTo>
                  <a:cubicBezTo>
                    <a:pt x="20597" y="8033"/>
                    <a:pt x="20590" y="7971"/>
                    <a:pt x="20580" y="7873"/>
                  </a:cubicBezTo>
                  <a:cubicBezTo>
                    <a:pt x="20474" y="7971"/>
                    <a:pt x="20366" y="8110"/>
                    <a:pt x="20353" y="8282"/>
                  </a:cubicBezTo>
                  <a:cubicBezTo>
                    <a:pt x="20324" y="8629"/>
                    <a:pt x="20020" y="8660"/>
                    <a:pt x="19603" y="8629"/>
                  </a:cubicBezTo>
                  <a:cubicBezTo>
                    <a:pt x="19188" y="8598"/>
                    <a:pt x="18772" y="7399"/>
                    <a:pt x="18772" y="7210"/>
                  </a:cubicBezTo>
                  <a:cubicBezTo>
                    <a:pt x="18772" y="7021"/>
                    <a:pt x="19354" y="6107"/>
                    <a:pt x="19687" y="6107"/>
                  </a:cubicBezTo>
                  <a:cubicBezTo>
                    <a:pt x="19902" y="6107"/>
                    <a:pt x="20210" y="6370"/>
                    <a:pt x="20454" y="6556"/>
                  </a:cubicBezTo>
                  <a:cubicBezTo>
                    <a:pt x="20445" y="6418"/>
                    <a:pt x="20443" y="6313"/>
                    <a:pt x="20448" y="6270"/>
                  </a:cubicBezTo>
                  <a:cubicBezTo>
                    <a:pt x="20478" y="6066"/>
                    <a:pt x="20687" y="3724"/>
                    <a:pt x="20328" y="3487"/>
                  </a:cubicBezTo>
                  <a:cubicBezTo>
                    <a:pt x="19970" y="3249"/>
                    <a:pt x="19612" y="875"/>
                    <a:pt x="19493" y="636"/>
                  </a:cubicBezTo>
                  <a:cubicBezTo>
                    <a:pt x="19374" y="400"/>
                    <a:pt x="18061" y="535"/>
                    <a:pt x="17911" y="264"/>
                  </a:cubicBezTo>
                  <a:cubicBezTo>
                    <a:pt x="17764" y="-5"/>
                    <a:pt x="16657" y="256"/>
                    <a:pt x="16633" y="0"/>
                  </a:cubicBezTo>
                  <a:cubicBezTo>
                    <a:pt x="16462" y="289"/>
                    <a:pt x="16269" y="606"/>
                    <a:pt x="16172" y="739"/>
                  </a:cubicBezTo>
                  <a:cubicBezTo>
                    <a:pt x="15973" y="1011"/>
                    <a:pt x="15416" y="830"/>
                    <a:pt x="15337" y="1282"/>
                  </a:cubicBezTo>
                  <a:cubicBezTo>
                    <a:pt x="15255" y="1734"/>
                    <a:pt x="14581" y="2188"/>
                    <a:pt x="14262" y="2188"/>
                  </a:cubicBezTo>
                  <a:cubicBezTo>
                    <a:pt x="13943" y="2188"/>
                    <a:pt x="13705" y="2820"/>
                    <a:pt x="13705" y="3227"/>
                  </a:cubicBezTo>
                  <a:cubicBezTo>
                    <a:pt x="13705" y="3635"/>
                    <a:pt x="13068" y="4178"/>
                    <a:pt x="12551" y="4178"/>
                  </a:cubicBezTo>
                  <a:cubicBezTo>
                    <a:pt x="12034" y="4178"/>
                    <a:pt x="12193" y="4675"/>
                    <a:pt x="12034" y="5309"/>
                  </a:cubicBezTo>
                  <a:cubicBezTo>
                    <a:pt x="11875" y="5941"/>
                    <a:pt x="11637" y="5987"/>
                    <a:pt x="10761" y="5987"/>
                  </a:cubicBezTo>
                  <a:cubicBezTo>
                    <a:pt x="9886" y="5987"/>
                    <a:pt x="9846" y="5896"/>
                    <a:pt x="9169" y="5399"/>
                  </a:cubicBezTo>
                  <a:cubicBezTo>
                    <a:pt x="8493" y="4901"/>
                    <a:pt x="8295" y="5806"/>
                    <a:pt x="8255" y="6213"/>
                  </a:cubicBezTo>
                  <a:cubicBezTo>
                    <a:pt x="8215" y="6620"/>
                    <a:pt x="7300" y="7434"/>
                    <a:pt x="7021" y="7796"/>
                  </a:cubicBezTo>
                  <a:cubicBezTo>
                    <a:pt x="6743" y="8159"/>
                    <a:pt x="6066" y="7887"/>
                    <a:pt x="5669" y="7887"/>
                  </a:cubicBezTo>
                  <a:cubicBezTo>
                    <a:pt x="5271" y="7887"/>
                    <a:pt x="5430" y="7480"/>
                    <a:pt x="5430" y="7209"/>
                  </a:cubicBezTo>
                  <a:cubicBezTo>
                    <a:pt x="5430" y="6937"/>
                    <a:pt x="5630" y="7117"/>
                    <a:pt x="5709" y="6846"/>
                  </a:cubicBezTo>
                  <a:cubicBezTo>
                    <a:pt x="5788" y="6575"/>
                    <a:pt x="5430" y="5580"/>
                    <a:pt x="5271" y="5127"/>
                  </a:cubicBezTo>
                  <a:cubicBezTo>
                    <a:pt x="5203" y="4932"/>
                    <a:pt x="4926" y="4771"/>
                    <a:pt x="4634" y="4650"/>
                  </a:cubicBezTo>
                  <a:cubicBezTo>
                    <a:pt x="4634" y="7216"/>
                    <a:pt x="4634" y="9974"/>
                    <a:pt x="4634" y="10240"/>
                  </a:cubicBezTo>
                  <a:cubicBezTo>
                    <a:pt x="4634" y="10738"/>
                    <a:pt x="3918" y="10963"/>
                    <a:pt x="3759" y="11235"/>
                  </a:cubicBezTo>
                  <a:cubicBezTo>
                    <a:pt x="3600" y="11506"/>
                    <a:pt x="2605" y="11281"/>
                    <a:pt x="2049" y="11281"/>
                  </a:cubicBezTo>
                  <a:cubicBezTo>
                    <a:pt x="1492" y="11281"/>
                    <a:pt x="1612" y="10646"/>
                    <a:pt x="1332" y="10194"/>
                  </a:cubicBezTo>
                  <a:cubicBezTo>
                    <a:pt x="1055" y="9742"/>
                    <a:pt x="576" y="10330"/>
                    <a:pt x="576" y="10646"/>
                  </a:cubicBezTo>
                  <a:cubicBezTo>
                    <a:pt x="576" y="10885"/>
                    <a:pt x="327" y="10841"/>
                    <a:pt x="0" y="10805"/>
                  </a:cubicBezTo>
                  <a:cubicBezTo>
                    <a:pt x="437" y="11589"/>
                    <a:pt x="817" y="12505"/>
                    <a:pt x="1015" y="13248"/>
                  </a:cubicBezTo>
                  <a:cubicBezTo>
                    <a:pt x="1332" y="14448"/>
                    <a:pt x="2108" y="15578"/>
                    <a:pt x="2307" y="16279"/>
                  </a:cubicBezTo>
                  <a:cubicBezTo>
                    <a:pt x="2506" y="16980"/>
                    <a:pt x="2724" y="17636"/>
                    <a:pt x="2307" y="17703"/>
                  </a:cubicBezTo>
                  <a:cubicBezTo>
                    <a:pt x="1889" y="17771"/>
                    <a:pt x="1889" y="18179"/>
                    <a:pt x="2326" y="18949"/>
                  </a:cubicBezTo>
                  <a:cubicBezTo>
                    <a:pt x="2765" y="19717"/>
                    <a:pt x="2387" y="20170"/>
                    <a:pt x="2765" y="20260"/>
                  </a:cubicBezTo>
                  <a:cubicBezTo>
                    <a:pt x="3142" y="20350"/>
                    <a:pt x="3023" y="20622"/>
                    <a:pt x="3321" y="20645"/>
                  </a:cubicBezTo>
                  <a:cubicBezTo>
                    <a:pt x="3620" y="20667"/>
                    <a:pt x="3839" y="21006"/>
                    <a:pt x="4037" y="21300"/>
                  </a:cubicBezTo>
                  <a:cubicBezTo>
                    <a:pt x="4236" y="21595"/>
                    <a:pt x="4694" y="21595"/>
                    <a:pt x="4912" y="21232"/>
                  </a:cubicBezTo>
                  <a:cubicBezTo>
                    <a:pt x="5132" y="20870"/>
                    <a:pt x="5808" y="20758"/>
                    <a:pt x="6504" y="20758"/>
                  </a:cubicBezTo>
                  <a:cubicBezTo>
                    <a:pt x="7200" y="20758"/>
                    <a:pt x="7061" y="20418"/>
                    <a:pt x="7737" y="20192"/>
                  </a:cubicBezTo>
                  <a:cubicBezTo>
                    <a:pt x="8413" y="19967"/>
                    <a:pt x="9229" y="19943"/>
                    <a:pt x="9806" y="20170"/>
                  </a:cubicBezTo>
                  <a:cubicBezTo>
                    <a:pt x="10383" y="20395"/>
                    <a:pt x="10820" y="20192"/>
                    <a:pt x="11099" y="19989"/>
                  </a:cubicBezTo>
                  <a:cubicBezTo>
                    <a:pt x="11378" y="19785"/>
                    <a:pt x="11914" y="20305"/>
                    <a:pt x="11955" y="19785"/>
                  </a:cubicBezTo>
                  <a:cubicBezTo>
                    <a:pt x="11995" y="19264"/>
                    <a:pt x="12551" y="19355"/>
                    <a:pt x="13068" y="19355"/>
                  </a:cubicBezTo>
                  <a:cubicBezTo>
                    <a:pt x="13585" y="19355"/>
                    <a:pt x="14838" y="18427"/>
                    <a:pt x="15833" y="17364"/>
                  </a:cubicBezTo>
                  <a:cubicBezTo>
                    <a:pt x="16829" y="16302"/>
                    <a:pt x="18479" y="13971"/>
                    <a:pt x="19036" y="12909"/>
                  </a:cubicBezTo>
                  <a:cubicBezTo>
                    <a:pt x="19593" y="11846"/>
                    <a:pt x="20508" y="10940"/>
                    <a:pt x="20965" y="10466"/>
                  </a:cubicBezTo>
                  <a:cubicBezTo>
                    <a:pt x="21307" y="10110"/>
                    <a:pt x="21505" y="8859"/>
                    <a:pt x="21600" y="7947"/>
                  </a:cubicBezTo>
                  <a:cubicBezTo>
                    <a:pt x="21129" y="7940"/>
                    <a:pt x="20597" y="8033"/>
                    <a:pt x="20597" y="80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5" name="Shape 3241"/>
            <p:cNvSpPr/>
            <p:nvPr/>
          </p:nvSpPr>
          <p:spPr>
            <a:xfrm>
              <a:off x="10837571" y="7231687"/>
              <a:ext cx="701551" cy="737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407" extrusionOk="0">
                  <a:moveTo>
                    <a:pt x="1223" y="19818"/>
                  </a:moveTo>
                  <a:cubicBezTo>
                    <a:pt x="1685" y="19818"/>
                    <a:pt x="1407" y="20426"/>
                    <a:pt x="2052" y="20164"/>
                  </a:cubicBezTo>
                  <a:cubicBezTo>
                    <a:pt x="2700" y="19905"/>
                    <a:pt x="3252" y="19905"/>
                    <a:pt x="3807" y="20253"/>
                  </a:cubicBezTo>
                  <a:cubicBezTo>
                    <a:pt x="4360" y="20600"/>
                    <a:pt x="4822" y="20687"/>
                    <a:pt x="5469" y="20687"/>
                  </a:cubicBezTo>
                  <a:cubicBezTo>
                    <a:pt x="6114" y="20687"/>
                    <a:pt x="11837" y="20687"/>
                    <a:pt x="11837" y="20687"/>
                  </a:cubicBezTo>
                  <a:lnTo>
                    <a:pt x="12484" y="21296"/>
                  </a:lnTo>
                  <a:cubicBezTo>
                    <a:pt x="12484" y="21296"/>
                    <a:pt x="15992" y="21036"/>
                    <a:pt x="16546" y="21296"/>
                  </a:cubicBezTo>
                  <a:cubicBezTo>
                    <a:pt x="17100" y="21557"/>
                    <a:pt x="18852" y="21296"/>
                    <a:pt x="19406" y="21122"/>
                  </a:cubicBezTo>
                  <a:cubicBezTo>
                    <a:pt x="19502" y="21091"/>
                    <a:pt x="19683" y="21052"/>
                    <a:pt x="19912" y="21008"/>
                  </a:cubicBezTo>
                  <a:lnTo>
                    <a:pt x="17807" y="18295"/>
                  </a:lnTo>
                  <a:lnTo>
                    <a:pt x="17996" y="12507"/>
                  </a:lnTo>
                  <a:lnTo>
                    <a:pt x="20736" y="12597"/>
                  </a:lnTo>
                  <a:lnTo>
                    <a:pt x="21208" y="12150"/>
                  </a:lnTo>
                  <a:lnTo>
                    <a:pt x="21598" y="8694"/>
                  </a:lnTo>
                  <a:cubicBezTo>
                    <a:pt x="21454" y="8629"/>
                    <a:pt x="21288" y="8602"/>
                    <a:pt x="21098" y="8677"/>
                  </a:cubicBezTo>
                  <a:cubicBezTo>
                    <a:pt x="20525" y="8908"/>
                    <a:pt x="20035" y="8831"/>
                    <a:pt x="19461" y="8831"/>
                  </a:cubicBezTo>
                  <a:cubicBezTo>
                    <a:pt x="18888" y="8831"/>
                    <a:pt x="18807" y="9372"/>
                    <a:pt x="18479" y="9294"/>
                  </a:cubicBezTo>
                  <a:cubicBezTo>
                    <a:pt x="18151" y="9217"/>
                    <a:pt x="18397" y="8291"/>
                    <a:pt x="18479" y="7905"/>
                  </a:cubicBezTo>
                  <a:cubicBezTo>
                    <a:pt x="18561" y="7519"/>
                    <a:pt x="17988" y="6825"/>
                    <a:pt x="17578" y="6516"/>
                  </a:cubicBezTo>
                  <a:cubicBezTo>
                    <a:pt x="17169" y="6208"/>
                    <a:pt x="18068" y="4278"/>
                    <a:pt x="17824" y="4047"/>
                  </a:cubicBezTo>
                  <a:cubicBezTo>
                    <a:pt x="17578" y="3815"/>
                    <a:pt x="17496" y="3198"/>
                    <a:pt x="17496" y="2658"/>
                  </a:cubicBezTo>
                  <a:cubicBezTo>
                    <a:pt x="17496" y="2117"/>
                    <a:pt x="17087" y="2427"/>
                    <a:pt x="16268" y="2427"/>
                  </a:cubicBezTo>
                  <a:cubicBezTo>
                    <a:pt x="15449" y="2427"/>
                    <a:pt x="15368" y="2041"/>
                    <a:pt x="15368" y="2041"/>
                  </a:cubicBezTo>
                  <a:cubicBezTo>
                    <a:pt x="15368" y="2041"/>
                    <a:pt x="14385" y="1809"/>
                    <a:pt x="13894" y="2041"/>
                  </a:cubicBezTo>
                  <a:cubicBezTo>
                    <a:pt x="13403" y="2273"/>
                    <a:pt x="13484" y="3661"/>
                    <a:pt x="13158" y="3584"/>
                  </a:cubicBezTo>
                  <a:cubicBezTo>
                    <a:pt x="12829" y="3506"/>
                    <a:pt x="11846" y="3661"/>
                    <a:pt x="11028" y="3893"/>
                  </a:cubicBezTo>
                  <a:cubicBezTo>
                    <a:pt x="10210" y="4124"/>
                    <a:pt x="9882" y="3738"/>
                    <a:pt x="9472" y="2813"/>
                  </a:cubicBezTo>
                  <a:cubicBezTo>
                    <a:pt x="9063" y="1886"/>
                    <a:pt x="8571" y="2195"/>
                    <a:pt x="8735" y="1501"/>
                  </a:cubicBezTo>
                  <a:cubicBezTo>
                    <a:pt x="8899" y="805"/>
                    <a:pt x="8408" y="34"/>
                    <a:pt x="8408" y="34"/>
                  </a:cubicBezTo>
                  <a:cubicBezTo>
                    <a:pt x="8408" y="34"/>
                    <a:pt x="3005" y="-43"/>
                    <a:pt x="2431" y="34"/>
                  </a:cubicBezTo>
                  <a:cubicBezTo>
                    <a:pt x="2199" y="65"/>
                    <a:pt x="1791" y="301"/>
                    <a:pt x="1388" y="570"/>
                  </a:cubicBezTo>
                  <a:cubicBezTo>
                    <a:pt x="1722" y="1757"/>
                    <a:pt x="2769" y="3737"/>
                    <a:pt x="3005" y="4202"/>
                  </a:cubicBezTo>
                  <a:cubicBezTo>
                    <a:pt x="3250" y="4691"/>
                    <a:pt x="2704" y="5127"/>
                    <a:pt x="2704" y="6028"/>
                  </a:cubicBezTo>
                  <a:cubicBezTo>
                    <a:pt x="2704" y="6928"/>
                    <a:pt x="3741" y="8574"/>
                    <a:pt x="3850" y="9681"/>
                  </a:cubicBezTo>
                  <a:cubicBezTo>
                    <a:pt x="3961" y="10787"/>
                    <a:pt x="3196" y="11480"/>
                    <a:pt x="2540" y="12201"/>
                  </a:cubicBezTo>
                  <a:cubicBezTo>
                    <a:pt x="1885" y="12922"/>
                    <a:pt x="1204" y="14542"/>
                    <a:pt x="1204" y="15545"/>
                  </a:cubicBezTo>
                  <a:cubicBezTo>
                    <a:pt x="1204" y="16548"/>
                    <a:pt x="220" y="17526"/>
                    <a:pt x="247" y="17988"/>
                  </a:cubicBezTo>
                  <a:cubicBezTo>
                    <a:pt x="276" y="18452"/>
                    <a:pt x="112" y="19816"/>
                    <a:pt x="3" y="20329"/>
                  </a:cubicBezTo>
                  <a:cubicBezTo>
                    <a:pt x="-2" y="20350"/>
                    <a:pt x="1" y="20375"/>
                    <a:pt x="0" y="20395"/>
                  </a:cubicBezTo>
                  <a:lnTo>
                    <a:pt x="577" y="20253"/>
                  </a:lnTo>
                  <a:cubicBezTo>
                    <a:pt x="577" y="20253"/>
                    <a:pt x="761" y="19818"/>
                    <a:pt x="1223" y="1981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6" name="Shape 3242"/>
            <p:cNvSpPr/>
            <p:nvPr/>
          </p:nvSpPr>
          <p:spPr>
            <a:xfrm>
              <a:off x="11415309" y="7371140"/>
              <a:ext cx="690520" cy="602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07" extrusionOk="0">
                  <a:moveTo>
                    <a:pt x="16608" y="876"/>
                  </a:moveTo>
                  <a:cubicBezTo>
                    <a:pt x="16357" y="876"/>
                    <a:pt x="15763" y="426"/>
                    <a:pt x="15253" y="0"/>
                  </a:cubicBezTo>
                  <a:cubicBezTo>
                    <a:pt x="14892" y="457"/>
                    <a:pt x="13620" y="381"/>
                    <a:pt x="12995" y="381"/>
                  </a:cubicBezTo>
                  <a:cubicBezTo>
                    <a:pt x="12330" y="381"/>
                    <a:pt x="12913" y="1419"/>
                    <a:pt x="12496" y="1798"/>
                  </a:cubicBezTo>
                  <a:cubicBezTo>
                    <a:pt x="12080" y="2175"/>
                    <a:pt x="11914" y="2742"/>
                    <a:pt x="12247" y="2930"/>
                  </a:cubicBezTo>
                  <a:cubicBezTo>
                    <a:pt x="12580" y="3119"/>
                    <a:pt x="12164" y="4724"/>
                    <a:pt x="12164" y="5292"/>
                  </a:cubicBezTo>
                  <a:cubicBezTo>
                    <a:pt x="12164" y="5858"/>
                    <a:pt x="11498" y="7086"/>
                    <a:pt x="11747" y="7274"/>
                  </a:cubicBezTo>
                  <a:cubicBezTo>
                    <a:pt x="11997" y="7463"/>
                    <a:pt x="12412" y="8786"/>
                    <a:pt x="12995" y="8975"/>
                  </a:cubicBezTo>
                  <a:cubicBezTo>
                    <a:pt x="13578" y="9164"/>
                    <a:pt x="13994" y="8503"/>
                    <a:pt x="14243" y="8503"/>
                  </a:cubicBezTo>
                  <a:cubicBezTo>
                    <a:pt x="14493" y="8503"/>
                    <a:pt x="14493" y="9352"/>
                    <a:pt x="14493" y="10014"/>
                  </a:cubicBezTo>
                  <a:cubicBezTo>
                    <a:pt x="14493" y="10675"/>
                    <a:pt x="14160" y="10958"/>
                    <a:pt x="14160" y="10958"/>
                  </a:cubicBezTo>
                  <a:cubicBezTo>
                    <a:pt x="14160" y="10958"/>
                    <a:pt x="13244" y="11336"/>
                    <a:pt x="12829" y="10958"/>
                  </a:cubicBezTo>
                  <a:cubicBezTo>
                    <a:pt x="12412" y="10581"/>
                    <a:pt x="12080" y="9543"/>
                    <a:pt x="12080" y="9164"/>
                  </a:cubicBezTo>
                  <a:cubicBezTo>
                    <a:pt x="12080" y="8786"/>
                    <a:pt x="11083" y="8786"/>
                    <a:pt x="10666" y="8786"/>
                  </a:cubicBezTo>
                  <a:cubicBezTo>
                    <a:pt x="10251" y="8786"/>
                    <a:pt x="9835" y="7935"/>
                    <a:pt x="9668" y="7558"/>
                  </a:cubicBezTo>
                  <a:cubicBezTo>
                    <a:pt x="9501" y="7181"/>
                    <a:pt x="9003" y="7653"/>
                    <a:pt x="9003" y="7935"/>
                  </a:cubicBezTo>
                  <a:cubicBezTo>
                    <a:pt x="9003" y="8220"/>
                    <a:pt x="8586" y="8220"/>
                    <a:pt x="8171" y="8220"/>
                  </a:cubicBezTo>
                  <a:cubicBezTo>
                    <a:pt x="7754" y="8220"/>
                    <a:pt x="6922" y="7463"/>
                    <a:pt x="6590" y="7653"/>
                  </a:cubicBezTo>
                  <a:cubicBezTo>
                    <a:pt x="6257" y="7842"/>
                    <a:pt x="5924" y="6992"/>
                    <a:pt x="6007" y="6613"/>
                  </a:cubicBezTo>
                  <a:cubicBezTo>
                    <a:pt x="6091" y="6235"/>
                    <a:pt x="5175" y="6520"/>
                    <a:pt x="4842" y="6709"/>
                  </a:cubicBezTo>
                  <a:cubicBezTo>
                    <a:pt x="4510" y="6898"/>
                    <a:pt x="4344" y="6235"/>
                    <a:pt x="4344" y="6235"/>
                  </a:cubicBezTo>
                  <a:cubicBezTo>
                    <a:pt x="4344" y="6235"/>
                    <a:pt x="4152" y="5856"/>
                    <a:pt x="3852" y="5690"/>
                  </a:cubicBezTo>
                  <a:lnTo>
                    <a:pt x="3456" y="9921"/>
                  </a:lnTo>
                  <a:lnTo>
                    <a:pt x="2976" y="10467"/>
                  </a:lnTo>
                  <a:lnTo>
                    <a:pt x="192" y="10357"/>
                  </a:lnTo>
                  <a:lnTo>
                    <a:pt x="0" y="17442"/>
                  </a:lnTo>
                  <a:lnTo>
                    <a:pt x="2139" y="20762"/>
                  </a:lnTo>
                  <a:cubicBezTo>
                    <a:pt x="3253" y="20504"/>
                    <a:pt x="5565" y="20142"/>
                    <a:pt x="5565" y="20584"/>
                  </a:cubicBezTo>
                  <a:cubicBezTo>
                    <a:pt x="5565" y="20716"/>
                    <a:pt x="5623" y="20889"/>
                    <a:pt x="5715" y="21074"/>
                  </a:cubicBezTo>
                  <a:cubicBezTo>
                    <a:pt x="6105" y="20969"/>
                    <a:pt x="6470" y="20879"/>
                    <a:pt x="6673" y="20908"/>
                  </a:cubicBezTo>
                  <a:cubicBezTo>
                    <a:pt x="7117" y="20970"/>
                    <a:pt x="8615" y="21600"/>
                    <a:pt x="9058" y="21348"/>
                  </a:cubicBezTo>
                  <a:cubicBezTo>
                    <a:pt x="9501" y="21097"/>
                    <a:pt x="10279" y="19207"/>
                    <a:pt x="10999" y="18955"/>
                  </a:cubicBezTo>
                  <a:cubicBezTo>
                    <a:pt x="11720" y="18703"/>
                    <a:pt x="12719" y="17823"/>
                    <a:pt x="12719" y="17445"/>
                  </a:cubicBezTo>
                  <a:cubicBezTo>
                    <a:pt x="12719" y="17066"/>
                    <a:pt x="12719" y="16689"/>
                    <a:pt x="13773" y="16375"/>
                  </a:cubicBezTo>
                  <a:lnTo>
                    <a:pt x="15382" y="16315"/>
                  </a:lnTo>
                  <a:lnTo>
                    <a:pt x="15491" y="16311"/>
                  </a:lnTo>
                  <a:lnTo>
                    <a:pt x="15104" y="14736"/>
                  </a:lnTo>
                  <a:cubicBezTo>
                    <a:pt x="15104" y="14736"/>
                    <a:pt x="20018" y="12652"/>
                    <a:pt x="20299" y="12601"/>
                  </a:cubicBezTo>
                  <a:cubicBezTo>
                    <a:pt x="20083" y="12099"/>
                    <a:pt x="19861" y="11726"/>
                    <a:pt x="19968" y="11665"/>
                  </a:cubicBezTo>
                  <a:cubicBezTo>
                    <a:pt x="20160" y="11556"/>
                    <a:pt x="20255" y="10030"/>
                    <a:pt x="20255" y="9595"/>
                  </a:cubicBezTo>
                  <a:cubicBezTo>
                    <a:pt x="20255" y="9159"/>
                    <a:pt x="21408" y="9486"/>
                    <a:pt x="21023" y="9048"/>
                  </a:cubicBezTo>
                  <a:cubicBezTo>
                    <a:pt x="20640" y="8614"/>
                    <a:pt x="20736" y="6108"/>
                    <a:pt x="20928" y="5561"/>
                  </a:cubicBezTo>
                  <a:cubicBezTo>
                    <a:pt x="21120" y="5017"/>
                    <a:pt x="21600" y="5561"/>
                    <a:pt x="21600" y="5127"/>
                  </a:cubicBezTo>
                  <a:cubicBezTo>
                    <a:pt x="21600" y="4689"/>
                    <a:pt x="21023" y="3272"/>
                    <a:pt x="20736" y="2837"/>
                  </a:cubicBezTo>
                  <a:cubicBezTo>
                    <a:pt x="20528" y="2523"/>
                    <a:pt x="18816" y="1746"/>
                    <a:pt x="18336" y="1638"/>
                  </a:cubicBezTo>
                  <a:cubicBezTo>
                    <a:pt x="17856" y="1530"/>
                    <a:pt x="17087" y="876"/>
                    <a:pt x="16608" y="87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7" name="Shape 3243"/>
            <p:cNvSpPr/>
            <p:nvPr/>
          </p:nvSpPr>
          <p:spPr>
            <a:xfrm>
              <a:off x="11833671" y="6932858"/>
              <a:ext cx="115169" cy="97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4" h="20517" extrusionOk="0">
                  <a:moveTo>
                    <a:pt x="17539" y="0"/>
                  </a:moveTo>
                  <a:cubicBezTo>
                    <a:pt x="15120" y="776"/>
                    <a:pt x="12532" y="1673"/>
                    <a:pt x="11466" y="2278"/>
                  </a:cubicBezTo>
                  <a:cubicBezTo>
                    <a:pt x="9899" y="3184"/>
                    <a:pt x="9092" y="3739"/>
                    <a:pt x="5981" y="3380"/>
                  </a:cubicBezTo>
                  <a:cubicBezTo>
                    <a:pt x="5606" y="3898"/>
                    <a:pt x="5178" y="4343"/>
                    <a:pt x="4639" y="4559"/>
                  </a:cubicBezTo>
                  <a:cubicBezTo>
                    <a:pt x="1956" y="5678"/>
                    <a:pt x="2437" y="12649"/>
                    <a:pt x="2437" y="12649"/>
                  </a:cubicBezTo>
                  <a:cubicBezTo>
                    <a:pt x="2437" y="12649"/>
                    <a:pt x="0" y="12931"/>
                    <a:pt x="0" y="16278"/>
                  </a:cubicBezTo>
                  <a:cubicBezTo>
                    <a:pt x="0" y="18551"/>
                    <a:pt x="1342" y="19531"/>
                    <a:pt x="2202" y="19922"/>
                  </a:cubicBezTo>
                  <a:cubicBezTo>
                    <a:pt x="3579" y="19984"/>
                    <a:pt x="4846" y="20110"/>
                    <a:pt x="5834" y="20310"/>
                  </a:cubicBezTo>
                  <a:cubicBezTo>
                    <a:pt x="12026" y="21600"/>
                    <a:pt x="11466" y="16449"/>
                    <a:pt x="11466" y="16449"/>
                  </a:cubicBezTo>
                  <a:cubicBezTo>
                    <a:pt x="11466" y="16449"/>
                    <a:pt x="20479" y="17090"/>
                    <a:pt x="21033" y="13869"/>
                  </a:cubicBezTo>
                  <a:cubicBezTo>
                    <a:pt x="21600" y="10653"/>
                    <a:pt x="19345" y="5506"/>
                    <a:pt x="19345" y="5506"/>
                  </a:cubicBezTo>
                  <a:cubicBezTo>
                    <a:pt x="19345" y="5506"/>
                    <a:pt x="17539" y="0"/>
                    <a:pt x="17539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8" name="Shape 3244"/>
            <p:cNvSpPr/>
            <p:nvPr/>
          </p:nvSpPr>
          <p:spPr>
            <a:xfrm>
              <a:off x="12550863" y="6135977"/>
              <a:ext cx="619177" cy="827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4" h="21385" extrusionOk="0">
                  <a:moveTo>
                    <a:pt x="5027" y="3875"/>
                  </a:moveTo>
                  <a:cubicBezTo>
                    <a:pt x="5396" y="4012"/>
                    <a:pt x="5998" y="4733"/>
                    <a:pt x="6414" y="4803"/>
                  </a:cubicBezTo>
                  <a:cubicBezTo>
                    <a:pt x="6830" y="4871"/>
                    <a:pt x="9139" y="5456"/>
                    <a:pt x="10618" y="5902"/>
                  </a:cubicBezTo>
                  <a:cubicBezTo>
                    <a:pt x="12096" y="6349"/>
                    <a:pt x="13021" y="6384"/>
                    <a:pt x="13483" y="6384"/>
                  </a:cubicBezTo>
                  <a:cubicBezTo>
                    <a:pt x="13945" y="6384"/>
                    <a:pt x="14639" y="6487"/>
                    <a:pt x="14222" y="6727"/>
                  </a:cubicBezTo>
                  <a:cubicBezTo>
                    <a:pt x="13806" y="6967"/>
                    <a:pt x="9279" y="10370"/>
                    <a:pt x="8678" y="10851"/>
                  </a:cubicBezTo>
                  <a:cubicBezTo>
                    <a:pt x="8077" y="11332"/>
                    <a:pt x="7707" y="11160"/>
                    <a:pt x="6367" y="11160"/>
                  </a:cubicBezTo>
                  <a:cubicBezTo>
                    <a:pt x="5027" y="11160"/>
                    <a:pt x="4011" y="12260"/>
                    <a:pt x="3642" y="12226"/>
                  </a:cubicBezTo>
                  <a:cubicBezTo>
                    <a:pt x="3423" y="12205"/>
                    <a:pt x="2635" y="12307"/>
                    <a:pt x="1954" y="12421"/>
                  </a:cubicBezTo>
                  <a:lnTo>
                    <a:pt x="959" y="13505"/>
                  </a:lnTo>
                  <a:lnTo>
                    <a:pt x="0" y="14615"/>
                  </a:lnTo>
                  <a:lnTo>
                    <a:pt x="107" y="20168"/>
                  </a:lnTo>
                  <a:lnTo>
                    <a:pt x="1140" y="21385"/>
                  </a:lnTo>
                  <a:cubicBezTo>
                    <a:pt x="1955" y="20575"/>
                    <a:pt x="4147" y="19016"/>
                    <a:pt x="5766" y="17749"/>
                  </a:cubicBezTo>
                  <a:cubicBezTo>
                    <a:pt x="7523" y="16374"/>
                    <a:pt x="8417" y="16053"/>
                    <a:pt x="9401" y="15686"/>
                  </a:cubicBezTo>
                  <a:cubicBezTo>
                    <a:pt x="10387" y="15320"/>
                    <a:pt x="12882" y="13509"/>
                    <a:pt x="14578" y="11905"/>
                  </a:cubicBezTo>
                  <a:cubicBezTo>
                    <a:pt x="15645" y="10895"/>
                    <a:pt x="16825" y="9774"/>
                    <a:pt x="16980" y="9042"/>
                  </a:cubicBezTo>
                  <a:cubicBezTo>
                    <a:pt x="17133" y="8308"/>
                    <a:pt x="18119" y="7346"/>
                    <a:pt x="18858" y="6636"/>
                  </a:cubicBezTo>
                  <a:cubicBezTo>
                    <a:pt x="19598" y="5926"/>
                    <a:pt x="20830" y="4116"/>
                    <a:pt x="20800" y="3566"/>
                  </a:cubicBezTo>
                  <a:cubicBezTo>
                    <a:pt x="20769" y="3016"/>
                    <a:pt x="21415" y="1847"/>
                    <a:pt x="21509" y="862"/>
                  </a:cubicBezTo>
                  <a:cubicBezTo>
                    <a:pt x="21600" y="-122"/>
                    <a:pt x="20492" y="-215"/>
                    <a:pt x="20153" y="336"/>
                  </a:cubicBezTo>
                  <a:cubicBezTo>
                    <a:pt x="19813" y="885"/>
                    <a:pt x="17165" y="1252"/>
                    <a:pt x="15470" y="1274"/>
                  </a:cubicBezTo>
                  <a:cubicBezTo>
                    <a:pt x="13776" y="1297"/>
                    <a:pt x="12760" y="1413"/>
                    <a:pt x="12144" y="1847"/>
                  </a:cubicBezTo>
                  <a:cubicBezTo>
                    <a:pt x="11526" y="2283"/>
                    <a:pt x="9987" y="1733"/>
                    <a:pt x="9433" y="2214"/>
                  </a:cubicBezTo>
                  <a:cubicBezTo>
                    <a:pt x="8879" y="2695"/>
                    <a:pt x="6690" y="3108"/>
                    <a:pt x="5983" y="2008"/>
                  </a:cubicBezTo>
                  <a:cubicBezTo>
                    <a:pt x="5684" y="1544"/>
                    <a:pt x="5288" y="1287"/>
                    <a:pt x="4914" y="1124"/>
                  </a:cubicBezTo>
                  <a:cubicBezTo>
                    <a:pt x="4317" y="1577"/>
                    <a:pt x="3604" y="2249"/>
                    <a:pt x="3733" y="2465"/>
                  </a:cubicBezTo>
                  <a:cubicBezTo>
                    <a:pt x="3919" y="2775"/>
                    <a:pt x="4658" y="3737"/>
                    <a:pt x="5027" y="387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49" name="Shape 3245"/>
            <p:cNvSpPr/>
            <p:nvPr/>
          </p:nvSpPr>
          <p:spPr>
            <a:xfrm>
              <a:off x="9343420" y="4601983"/>
              <a:ext cx="720552" cy="570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6" h="21412" extrusionOk="0">
                  <a:moveTo>
                    <a:pt x="7957" y="21412"/>
                  </a:moveTo>
                  <a:cubicBezTo>
                    <a:pt x="7928" y="19937"/>
                    <a:pt x="7888" y="18483"/>
                    <a:pt x="7917" y="18341"/>
                  </a:cubicBezTo>
                  <a:cubicBezTo>
                    <a:pt x="7975" y="18047"/>
                    <a:pt x="10372" y="16286"/>
                    <a:pt x="10782" y="15992"/>
                  </a:cubicBezTo>
                  <a:cubicBezTo>
                    <a:pt x="11191" y="15699"/>
                    <a:pt x="11951" y="16139"/>
                    <a:pt x="11951" y="15552"/>
                  </a:cubicBezTo>
                  <a:cubicBezTo>
                    <a:pt x="11951" y="14965"/>
                    <a:pt x="12945" y="15259"/>
                    <a:pt x="13531" y="15111"/>
                  </a:cubicBezTo>
                  <a:cubicBezTo>
                    <a:pt x="14115" y="14965"/>
                    <a:pt x="14466" y="14451"/>
                    <a:pt x="14466" y="13791"/>
                  </a:cubicBezTo>
                  <a:cubicBezTo>
                    <a:pt x="14466" y="13130"/>
                    <a:pt x="15285" y="13276"/>
                    <a:pt x="15810" y="13202"/>
                  </a:cubicBezTo>
                  <a:cubicBezTo>
                    <a:pt x="16338" y="13130"/>
                    <a:pt x="16278" y="12543"/>
                    <a:pt x="16630" y="12543"/>
                  </a:cubicBezTo>
                  <a:cubicBezTo>
                    <a:pt x="16981" y="12543"/>
                    <a:pt x="16805" y="11883"/>
                    <a:pt x="16863" y="11149"/>
                  </a:cubicBezTo>
                  <a:cubicBezTo>
                    <a:pt x="16922" y="10416"/>
                    <a:pt x="16922" y="10562"/>
                    <a:pt x="17448" y="10562"/>
                  </a:cubicBezTo>
                  <a:cubicBezTo>
                    <a:pt x="17973" y="10562"/>
                    <a:pt x="18501" y="10195"/>
                    <a:pt x="18501" y="9754"/>
                  </a:cubicBezTo>
                  <a:cubicBezTo>
                    <a:pt x="18501" y="9314"/>
                    <a:pt x="20781" y="9606"/>
                    <a:pt x="21133" y="9606"/>
                  </a:cubicBezTo>
                  <a:cubicBezTo>
                    <a:pt x="21483" y="9606"/>
                    <a:pt x="21600" y="9094"/>
                    <a:pt x="21542" y="8726"/>
                  </a:cubicBezTo>
                  <a:cubicBezTo>
                    <a:pt x="21483" y="8360"/>
                    <a:pt x="21191" y="7259"/>
                    <a:pt x="20839" y="7185"/>
                  </a:cubicBezTo>
                  <a:cubicBezTo>
                    <a:pt x="20489" y="7112"/>
                    <a:pt x="20723" y="6012"/>
                    <a:pt x="20723" y="5130"/>
                  </a:cubicBezTo>
                  <a:cubicBezTo>
                    <a:pt x="20723" y="4250"/>
                    <a:pt x="20606" y="3442"/>
                    <a:pt x="20197" y="2783"/>
                  </a:cubicBezTo>
                  <a:cubicBezTo>
                    <a:pt x="20111" y="2642"/>
                    <a:pt x="20009" y="2390"/>
                    <a:pt x="19902" y="2089"/>
                  </a:cubicBezTo>
                  <a:cubicBezTo>
                    <a:pt x="19262" y="2104"/>
                    <a:pt x="18487" y="1501"/>
                    <a:pt x="17821" y="1477"/>
                  </a:cubicBezTo>
                  <a:cubicBezTo>
                    <a:pt x="16892" y="1444"/>
                    <a:pt x="15460" y="2044"/>
                    <a:pt x="14772" y="1078"/>
                  </a:cubicBezTo>
                  <a:cubicBezTo>
                    <a:pt x="14081" y="112"/>
                    <a:pt x="13604" y="-188"/>
                    <a:pt x="13101" y="112"/>
                  </a:cubicBezTo>
                  <a:cubicBezTo>
                    <a:pt x="12597" y="411"/>
                    <a:pt x="11669" y="3741"/>
                    <a:pt x="11138" y="4705"/>
                  </a:cubicBezTo>
                  <a:cubicBezTo>
                    <a:pt x="10607" y="5672"/>
                    <a:pt x="9123" y="6338"/>
                    <a:pt x="8407" y="6338"/>
                  </a:cubicBezTo>
                  <a:cubicBezTo>
                    <a:pt x="7690" y="6338"/>
                    <a:pt x="7611" y="7701"/>
                    <a:pt x="7054" y="8268"/>
                  </a:cubicBezTo>
                  <a:cubicBezTo>
                    <a:pt x="6497" y="8833"/>
                    <a:pt x="6709" y="9733"/>
                    <a:pt x="6046" y="10397"/>
                  </a:cubicBezTo>
                  <a:cubicBezTo>
                    <a:pt x="5383" y="11063"/>
                    <a:pt x="5701" y="13094"/>
                    <a:pt x="6046" y="13827"/>
                  </a:cubicBezTo>
                  <a:cubicBezTo>
                    <a:pt x="6390" y="14558"/>
                    <a:pt x="4826" y="16856"/>
                    <a:pt x="3925" y="17522"/>
                  </a:cubicBezTo>
                  <a:cubicBezTo>
                    <a:pt x="3023" y="18187"/>
                    <a:pt x="2732" y="19451"/>
                    <a:pt x="1299" y="19752"/>
                  </a:cubicBezTo>
                  <a:cubicBezTo>
                    <a:pt x="742" y="19869"/>
                    <a:pt x="325" y="20168"/>
                    <a:pt x="0" y="20550"/>
                  </a:cubicBezTo>
                  <a:cubicBezTo>
                    <a:pt x="2230" y="20550"/>
                    <a:pt x="5537" y="20550"/>
                    <a:pt x="6670" y="20550"/>
                  </a:cubicBezTo>
                  <a:cubicBezTo>
                    <a:pt x="8053" y="20550"/>
                    <a:pt x="7735" y="20939"/>
                    <a:pt x="7957" y="2141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0" name="Shape 3246"/>
            <p:cNvSpPr/>
            <p:nvPr/>
          </p:nvSpPr>
          <p:spPr>
            <a:xfrm>
              <a:off x="10578585" y="4502373"/>
              <a:ext cx="249434" cy="479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6" h="21297" extrusionOk="0">
                  <a:moveTo>
                    <a:pt x="5221" y="5167"/>
                  </a:moveTo>
                  <a:cubicBezTo>
                    <a:pt x="6409" y="6113"/>
                    <a:pt x="4926" y="7685"/>
                    <a:pt x="3736" y="8001"/>
                  </a:cubicBezTo>
                  <a:cubicBezTo>
                    <a:pt x="2549" y="8316"/>
                    <a:pt x="1659" y="9734"/>
                    <a:pt x="471" y="9734"/>
                  </a:cubicBezTo>
                  <a:cubicBezTo>
                    <a:pt x="-714" y="9734"/>
                    <a:pt x="471" y="12095"/>
                    <a:pt x="2549" y="12568"/>
                  </a:cubicBezTo>
                  <a:cubicBezTo>
                    <a:pt x="4627" y="13040"/>
                    <a:pt x="4627" y="13825"/>
                    <a:pt x="4627" y="14298"/>
                  </a:cubicBezTo>
                  <a:cubicBezTo>
                    <a:pt x="4627" y="14770"/>
                    <a:pt x="7599" y="15243"/>
                    <a:pt x="8489" y="15874"/>
                  </a:cubicBezTo>
                  <a:cubicBezTo>
                    <a:pt x="9380" y="16503"/>
                    <a:pt x="10862" y="19494"/>
                    <a:pt x="10862" y="20597"/>
                  </a:cubicBezTo>
                  <a:cubicBezTo>
                    <a:pt x="10862" y="20879"/>
                    <a:pt x="11042" y="21110"/>
                    <a:pt x="11307" y="21297"/>
                  </a:cubicBezTo>
                  <a:cubicBezTo>
                    <a:pt x="12070" y="21021"/>
                    <a:pt x="13006" y="20705"/>
                    <a:pt x="13388" y="20321"/>
                  </a:cubicBezTo>
                  <a:cubicBezTo>
                    <a:pt x="14056" y="19652"/>
                    <a:pt x="14575" y="18510"/>
                    <a:pt x="14279" y="18195"/>
                  </a:cubicBezTo>
                  <a:cubicBezTo>
                    <a:pt x="13980" y="17881"/>
                    <a:pt x="14056" y="17330"/>
                    <a:pt x="14725" y="17014"/>
                  </a:cubicBezTo>
                  <a:cubicBezTo>
                    <a:pt x="15391" y="16700"/>
                    <a:pt x="18065" y="15204"/>
                    <a:pt x="18583" y="15086"/>
                  </a:cubicBezTo>
                  <a:cubicBezTo>
                    <a:pt x="19102" y="14967"/>
                    <a:pt x="20808" y="15127"/>
                    <a:pt x="20735" y="14260"/>
                  </a:cubicBezTo>
                  <a:cubicBezTo>
                    <a:pt x="20705" y="13914"/>
                    <a:pt x="20783" y="13385"/>
                    <a:pt x="20886" y="12872"/>
                  </a:cubicBezTo>
                  <a:cubicBezTo>
                    <a:pt x="19682" y="12461"/>
                    <a:pt x="18955" y="11979"/>
                    <a:pt x="18955" y="11740"/>
                  </a:cubicBezTo>
                  <a:cubicBezTo>
                    <a:pt x="18955" y="11230"/>
                    <a:pt x="17618" y="10362"/>
                    <a:pt x="16878" y="10835"/>
                  </a:cubicBezTo>
                  <a:cubicBezTo>
                    <a:pt x="16134" y="11307"/>
                    <a:pt x="13315" y="10914"/>
                    <a:pt x="12942" y="9930"/>
                  </a:cubicBezTo>
                  <a:cubicBezTo>
                    <a:pt x="12571" y="8946"/>
                    <a:pt x="14797" y="8985"/>
                    <a:pt x="16878" y="8081"/>
                  </a:cubicBezTo>
                  <a:cubicBezTo>
                    <a:pt x="18955" y="7174"/>
                    <a:pt x="19250" y="5441"/>
                    <a:pt x="17024" y="4497"/>
                  </a:cubicBezTo>
                  <a:cubicBezTo>
                    <a:pt x="14797" y="3552"/>
                    <a:pt x="16357" y="3041"/>
                    <a:pt x="17915" y="2176"/>
                  </a:cubicBezTo>
                  <a:cubicBezTo>
                    <a:pt x="19474" y="1311"/>
                    <a:pt x="18065" y="838"/>
                    <a:pt x="17248" y="1231"/>
                  </a:cubicBezTo>
                  <a:cubicBezTo>
                    <a:pt x="16429" y="1624"/>
                    <a:pt x="15096" y="1743"/>
                    <a:pt x="14873" y="797"/>
                  </a:cubicBezTo>
                  <a:cubicBezTo>
                    <a:pt x="14652" y="-147"/>
                    <a:pt x="9824" y="-303"/>
                    <a:pt x="7970" y="601"/>
                  </a:cubicBezTo>
                  <a:cubicBezTo>
                    <a:pt x="7320" y="918"/>
                    <a:pt x="6324" y="1015"/>
                    <a:pt x="5271" y="1011"/>
                  </a:cubicBezTo>
                  <a:cubicBezTo>
                    <a:pt x="4828" y="2576"/>
                    <a:pt x="4430" y="4536"/>
                    <a:pt x="5221" y="516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1" name="Shape 3247"/>
            <p:cNvSpPr/>
            <p:nvPr/>
          </p:nvSpPr>
          <p:spPr>
            <a:xfrm>
              <a:off x="9622328" y="4522295"/>
              <a:ext cx="1249360" cy="1198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9" h="21551" extrusionOk="0">
                  <a:moveTo>
                    <a:pt x="7403" y="4077"/>
                  </a:moveTo>
                  <a:cubicBezTo>
                    <a:pt x="7403" y="4499"/>
                    <a:pt x="7267" y="5026"/>
                    <a:pt x="7470" y="5062"/>
                  </a:cubicBezTo>
                  <a:cubicBezTo>
                    <a:pt x="7673" y="5097"/>
                    <a:pt x="7842" y="5624"/>
                    <a:pt x="7876" y="5800"/>
                  </a:cubicBezTo>
                  <a:cubicBezTo>
                    <a:pt x="7909" y="5976"/>
                    <a:pt x="7842" y="6222"/>
                    <a:pt x="7640" y="6222"/>
                  </a:cubicBezTo>
                  <a:cubicBezTo>
                    <a:pt x="7436" y="6222"/>
                    <a:pt x="6119" y="6081"/>
                    <a:pt x="6119" y="6292"/>
                  </a:cubicBezTo>
                  <a:cubicBezTo>
                    <a:pt x="6119" y="6503"/>
                    <a:pt x="5815" y="6680"/>
                    <a:pt x="5511" y="6680"/>
                  </a:cubicBezTo>
                  <a:cubicBezTo>
                    <a:pt x="5207" y="6680"/>
                    <a:pt x="5207" y="6609"/>
                    <a:pt x="5173" y="6960"/>
                  </a:cubicBezTo>
                  <a:cubicBezTo>
                    <a:pt x="5140" y="7312"/>
                    <a:pt x="5241" y="7628"/>
                    <a:pt x="5039" y="7628"/>
                  </a:cubicBezTo>
                  <a:cubicBezTo>
                    <a:pt x="4835" y="7628"/>
                    <a:pt x="4870" y="7910"/>
                    <a:pt x="4565" y="7944"/>
                  </a:cubicBezTo>
                  <a:cubicBezTo>
                    <a:pt x="4261" y="7980"/>
                    <a:pt x="3788" y="7910"/>
                    <a:pt x="3788" y="8226"/>
                  </a:cubicBezTo>
                  <a:cubicBezTo>
                    <a:pt x="3788" y="8543"/>
                    <a:pt x="3586" y="8789"/>
                    <a:pt x="3248" y="8859"/>
                  </a:cubicBezTo>
                  <a:cubicBezTo>
                    <a:pt x="2910" y="8930"/>
                    <a:pt x="2336" y="8789"/>
                    <a:pt x="2336" y="9070"/>
                  </a:cubicBezTo>
                  <a:cubicBezTo>
                    <a:pt x="2336" y="9351"/>
                    <a:pt x="1897" y="9140"/>
                    <a:pt x="1661" y="9281"/>
                  </a:cubicBezTo>
                  <a:cubicBezTo>
                    <a:pt x="1424" y="9422"/>
                    <a:pt x="39" y="10265"/>
                    <a:pt x="6" y="10406"/>
                  </a:cubicBezTo>
                  <a:cubicBezTo>
                    <a:pt x="-11" y="10474"/>
                    <a:pt x="12" y="11171"/>
                    <a:pt x="29" y="11878"/>
                  </a:cubicBezTo>
                  <a:cubicBezTo>
                    <a:pt x="64" y="11940"/>
                    <a:pt x="122" y="12005"/>
                    <a:pt x="232" y="12071"/>
                  </a:cubicBezTo>
                  <a:cubicBezTo>
                    <a:pt x="742" y="12374"/>
                    <a:pt x="9994" y="18745"/>
                    <a:pt x="10286" y="19049"/>
                  </a:cubicBezTo>
                  <a:cubicBezTo>
                    <a:pt x="10577" y="19351"/>
                    <a:pt x="10941" y="20034"/>
                    <a:pt x="10941" y="20034"/>
                  </a:cubicBezTo>
                  <a:cubicBezTo>
                    <a:pt x="10941" y="20034"/>
                    <a:pt x="11597" y="20110"/>
                    <a:pt x="12107" y="20414"/>
                  </a:cubicBezTo>
                  <a:cubicBezTo>
                    <a:pt x="12617" y="20717"/>
                    <a:pt x="12617" y="21551"/>
                    <a:pt x="12617" y="21551"/>
                  </a:cubicBezTo>
                  <a:cubicBezTo>
                    <a:pt x="12617" y="21551"/>
                    <a:pt x="13272" y="21399"/>
                    <a:pt x="13637" y="21324"/>
                  </a:cubicBezTo>
                  <a:cubicBezTo>
                    <a:pt x="14001" y="21248"/>
                    <a:pt x="15240" y="20792"/>
                    <a:pt x="15240" y="20792"/>
                  </a:cubicBezTo>
                  <a:lnTo>
                    <a:pt x="17133" y="19201"/>
                  </a:lnTo>
                  <a:lnTo>
                    <a:pt x="21578" y="16318"/>
                  </a:lnTo>
                  <a:cubicBezTo>
                    <a:pt x="21578" y="16318"/>
                    <a:pt x="21582" y="16318"/>
                    <a:pt x="21589" y="16318"/>
                  </a:cubicBezTo>
                  <a:cubicBezTo>
                    <a:pt x="21452" y="15808"/>
                    <a:pt x="21305" y="15398"/>
                    <a:pt x="21067" y="15398"/>
                  </a:cubicBezTo>
                  <a:cubicBezTo>
                    <a:pt x="20799" y="15398"/>
                    <a:pt x="20608" y="15160"/>
                    <a:pt x="20302" y="15160"/>
                  </a:cubicBezTo>
                  <a:cubicBezTo>
                    <a:pt x="19996" y="15160"/>
                    <a:pt x="19614" y="15001"/>
                    <a:pt x="19576" y="14722"/>
                  </a:cubicBezTo>
                  <a:cubicBezTo>
                    <a:pt x="19538" y="14444"/>
                    <a:pt x="19690" y="14244"/>
                    <a:pt x="19461" y="13887"/>
                  </a:cubicBezTo>
                  <a:cubicBezTo>
                    <a:pt x="19232" y="13528"/>
                    <a:pt x="19003" y="13369"/>
                    <a:pt x="19003" y="13210"/>
                  </a:cubicBezTo>
                  <a:cubicBezTo>
                    <a:pt x="19003" y="13051"/>
                    <a:pt x="19392" y="12741"/>
                    <a:pt x="19453" y="12677"/>
                  </a:cubicBezTo>
                  <a:cubicBezTo>
                    <a:pt x="19514" y="12613"/>
                    <a:pt x="19299" y="12358"/>
                    <a:pt x="19299" y="12182"/>
                  </a:cubicBezTo>
                  <a:cubicBezTo>
                    <a:pt x="19299" y="12007"/>
                    <a:pt x="19146" y="11704"/>
                    <a:pt x="19299" y="11513"/>
                  </a:cubicBezTo>
                  <a:cubicBezTo>
                    <a:pt x="19453" y="11321"/>
                    <a:pt x="19544" y="11130"/>
                    <a:pt x="19376" y="10779"/>
                  </a:cubicBezTo>
                  <a:cubicBezTo>
                    <a:pt x="19207" y="10428"/>
                    <a:pt x="19606" y="10109"/>
                    <a:pt x="19407" y="9646"/>
                  </a:cubicBezTo>
                  <a:cubicBezTo>
                    <a:pt x="19207" y="9184"/>
                    <a:pt x="18901" y="8818"/>
                    <a:pt x="18931" y="8658"/>
                  </a:cubicBezTo>
                  <a:cubicBezTo>
                    <a:pt x="18945" y="8590"/>
                    <a:pt x="19043" y="8515"/>
                    <a:pt x="19161" y="8432"/>
                  </a:cubicBezTo>
                  <a:cubicBezTo>
                    <a:pt x="19106" y="8356"/>
                    <a:pt x="19069" y="8262"/>
                    <a:pt x="19069" y="8148"/>
                  </a:cubicBezTo>
                  <a:cubicBezTo>
                    <a:pt x="19069" y="7701"/>
                    <a:pt x="18763" y="6489"/>
                    <a:pt x="18579" y="6234"/>
                  </a:cubicBezTo>
                  <a:cubicBezTo>
                    <a:pt x="18396" y="5979"/>
                    <a:pt x="17782" y="5787"/>
                    <a:pt x="17782" y="5596"/>
                  </a:cubicBezTo>
                  <a:cubicBezTo>
                    <a:pt x="17782" y="5404"/>
                    <a:pt x="17782" y="5086"/>
                    <a:pt x="17354" y="4895"/>
                  </a:cubicBezTo>
                  <a:cubicBezTo>
                    <a:pt x="16925" y="4703"/>
                    <a:pt x="16680" y="3747"/>
                    <a:pt x="16925" y="3747"/>
                  </a:cubicBezTo>
                  <a:cubicBezTo>
                    <a:pt x="17170" y="3747"/>
                    <a:pt x="17354" y="3172"/>
                    <a:pt x="17598" y="3044"/>
                  </a:cubicBezTo>
                  <a:cubicBezTo>
                    <a:pt x="17844" y="2917"/>
                    <a:pt x="18150" y="2279"/>
                    <a:pt x="17905" y="1896"/>
                  </a:cubicBezTo>
                  <a:cubicBezTo>
                    <a:pt x="17742" y="1641"/>
                    <a:pt x="17824" y="846"/>
                    <a:pt x="17915" y="212"/>
                  </a:cubicBezTo>
                  <a:cubicBezTo>
                    <a:pt x="17510" y="209"/>
                    <a:pt x="17060" y="56"/>
                    <a:pt x="16940" y="15"/>
                  </a:cubicBezTo>
                  <a:cubicBezTo>
                    <a:pt x="16756" y="-49"/>
                    <a:pt x="16220" y="110"/>
                    <a:pt x="15883" y="126"/>
                  </a:cubicBezTo>
                  <a:cubicBezTo>
                    <a:pt x="15546" y="142"/>
                    <a:pt x="14719" y="700"/>
                    <a:pt x="14443" y="429"/>
                  </a:cubicBezTo>
                  <a:cubicBezTo>
                    <a:pt x="14168" y="159"/>
                    <a:pt x="11348" y="636"/>
                    <a:pt x="10552" y="668"/>
                  </a:cubicBezTo>
                  <a:cubicBezTo>
                    <a:pt x="9755" y="700"/>
                    <a:pt x="9418" y="1562"/>
                    <a:pt x="8944" y="1562"/>
                  </a:cubicBezTo>
                  <a:cubicBezTo>
                    <a:pt x="8469" y="1562"/>
                    <a:pt x="7718" y="1976"/>
                    <a:pt x="7320" y="2438"/>
                  </a:cubicBezTo>
                  <a:cubicBezTo>
                    <a:pt x="7207" y="2569"/>
                    <a:pt x="7074" y="2617"/>
                    <a:pt x="6928" y="2620"/>
                  </a:cubicBezTo>
                  <a:cubicBezTo>
                    <a:pt x="6990" y="2764"/>
                    <a:pt x="7049" y="2885"/>
                    <a:pt x="7099" y="2952"/>
                  </a:cubicBezTo>
                  <a:cubicBezTo>
                    <a:pt x="7335" y="3268"/>
                    <a:pt x="7403" y="3655"/>
                    <a:pt x="7403" y="407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2" name="Shape 3248"/>
            <p:cNvSpPr/>
            <p:nvPr/>
          </p:nvSpPr>
          <p:spPr>
            <a:xfrm>
              <a:off x="10718039" y="4801203"/>
              <a:ext cx="906959" cy="874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1600" extrusionOk="0">
                  <a:moveTo>
                    <a:pt x="2370" y="1232"/>
                  </a:moveTo>
                  <a:cubicBezTo>
                    <a:pt x="2224" y="1297"/>
                    <a:pt x="1470" y="2130"/>
                    <a:pt x="1282" y="2305"/>
                  </a:cubicBezTo>
                  <a:cubicBezTo>
                    <a:pt x="1093" y="2480"/>
                    <a:pt x="1071" y="2787"/>
                    <a:pt x="1156" y="2962"/>
                  </a:cubicBezTo>
                  <a:cubicBezTo>
                    <a:pt x="1239" y="3137"/>
                    <a:pt x="1093" y="3773"/>
                    <a:pt x="905" y="4145"/>
                  </a:cubicBezTo>
                  <a:cubicBezTo>
                    <a:pt x="716" y="4517"/>
                    <a:pt x="45" y="4780"/>
                    <a:pt x="3" y="4999"/>
                  </a:cubicBezTo>
                  <a:cubicBezTo>
                    <a:pt x="-38" y="5218"/>
                    <a:pt x="380" y="5721"/>
                    <a:pt x="653" y="6356"/>
                  </a:cubicBezTo>
                  <a:cubicBezTo>
                    <a:pt x="925" y="6992"/>
                    <a:pt x="380" y="7430"/>
                    <a:pt x="611" y="7912"/>
                  </a:cubicBezTo>
                  <a:cubicBezTo>
                    <a:pt x="842" y="8393"/>
                    <a:pt x="716" y="8656"/>
                    <a:pt x="506" y="8920"/>
                  </a:cubicBezTo>
                  <a:cubicBezTo>
                    <a:pt x="297" y="9182"/>
                    <a:pt x="506" y="9598"/>
                    <a:pt x="506" y="9839"/>
                  </a:cubicBezTo>
                  <a:cubicBezTo>
                    <a:pt x="506" y="10080"/>
                    <a:pt x="800" y="10430"/>
                    <a:pt x="716" y="10518"/>
                  </a:cubicBezTo>
                  <a:cubicBezTo>
                    <a:pt x="632" y="10606"/>
                    <a:pt x="102" y="11032"/>
                    <a:pt x="102" y="11251"/>
                  </a:cubicBezTo>
                  <a:cubicBezTo>
                    <a:pt x="102" y="11469"/>
                    <a:pt x="415" y="11687"/>
                    <a:pt x="728" y="12180"/>
                  </a:cubicBezTo>
                  <a:cubicBezTo>
                    <a:pt x="1041" y="12670"/>
                    <a:pt x="833" y="12945"/>
                    <a:pt x="885" y="13326"/>
                  </a:cubicBezTo>
                  <a:cubicBezTo>
                    <a:pt x="937" y="13709"/>
                    <a:pt x="1460" y="13928"/>
                    <a:pt x="1877" y="13928"/>
                  </a:cubicBezTo>
                  <a:cubicBezTo>
                    <a:pt x="2296" y="13928"/>
                    <a:pt x="2557" y="14255"/>
                    <a:pt x="2923" y="14255"/>
                  </a:cubicBezTo>
                  <a:cubicBezTo>
                    <a:pt x="3248" y="14255"/>
                    <a:pt x="3450" y="14818"/>
                    <a:pt x="3637" y="15518"/>
                  </a:cubicBezTo>
                  <a:cubicBezTo>
                    <a:pt x="3793" y="15521"/>
                    <a:pt x="5150" y="15543"/>
                    <a:pt x="5712" y="15935"/>
                  </a:cubicBezTo>
                  <a:cubicBezTo>
                    <a:pt x="6311" y="16352"/>
                    <a:pt x="6609" y="16873"/>
                    <a:pt x="6609" y="16873"/>
                  </a:cubicBezTo>
                  <a:lnTo>
                    <a:pt x="8999" y="15518"/>
                  </a:lnTo>
                  <a:lnTo>
                    <a:pt x="19814" y="21600"/>
                  </a:lnTo>
                  <a:lnTo>
                    <a:pt x="19814" y="20816"/>
                  </a:lnTo>
                  <a:lnTo>
                    <a:pt x="21125" y="20816"/>
                  </a:lnTo>
                  <a:cubicBezTo>
                    <a:pt x="21125" y="20816"/>
                    <a:pt x="21125" y="7295"/>
                    <a:pt x="21125" y="6290"/>
                  </a:cubicBezTo>
                  <a:cubicBezTo>
                    <a:pt x="21125" y="5286"/>
                    <a:pt x="20688" y="4646"/>
                    <a:pt x="21125" y="4098"/>
                  </a:cubicBezTo>
                  <a:cubicBezTo>
                    <a:pt x="21562" y="3550"/>
                    <a:pt x="20950" y="3276"/>
                    <a:pt x="21300" y="2271"/>
                  </a:cubicBezTo>
                  <a:cubicBezTo>
                    <a:pt x="21341" y="2153"/>
                    <a:pt x="21384" y="2029"/>
                    <a:pt x="21429" y="1903"/>
                  </a:cubicBezTo>
                  <a:cubicBezTo>
                    <a:pt x="21416" y="1884"/>
                    <a:pt x="21396" y="1865"/>
                    <a:pt x="21389" y="1845"/>
                  </a:cubicBezTo>
                  <a:cubicBezTo>
                    <a:pt x="21284" y="1539"/>
                    <a:pt x="20719" y="1516"/>
                    <a:pt x="19483" y="1319"/>
                  </a:cubicBezTo>
                  <a:cubicBezTo>
                    <a:pt x="18247" y="1123"/>
                    <a:pt x="18707" y="246"/>
                    <a:pt x="17325" y="159"/>
                  </a:cubicBezTo>
                  <a:cubicBezTo>
                    <a:pt x="15943" y="71"/>
                    <a:pt x="14184" y="1232"/>
                    <a:pt x="14163" y="1845"/>
                  </a:cubicBezTo>
                  <a:cubicBezTo>
                    <a:pt x="14142" y="2459"/>
                    <a:pt x="14811" y="3137"/>
                    <a:pt x="14351" y="3773"/>
                  </a:cubicBezTo>
                  <a:cubicBezTo>
                    <a:pt x="13891" y="4407"/>
                    <a:pt x="12886" y="4473"/>
                    <a:pt x="12172" y="3794"/>
                  </a:cubicBezTo>
                  <a:cubicBezTo>
                    <a:pt x="11461" y="3116"/>
                    <a:pt x="10413" y="2808"/>
                    <a:pt x="9555" y="2808"/>
                  </a:cubicBezTo>
                  <a:cubicBezTo>
                    <a:pt x="8696" y="2808"/>
                    <a:pt x="8089" y="2239"/>
                    <a:pt x="8151" y="1758"/>
                  </a:cubicBezTo>
                  <a:cubicBezTo>
                    <a:pt x="8214" y="1277"/>
                    <a:pt x="7942" y="1056"/>
                    <a:pt x="7230" y="904"/>
                  </a:cubicBezTo>
                  <a:cubicBezTo>
                    <a:pt x="6518" y="751"/>
                    <a:pt x="5911" y="137"/>
                    <a:pt x="4655" y="356"/>
                  </a:cubicBezTo>
                  <a:cubicBezTo>
                    <a:pt x="3982" y="473"/>
                    <a:pt x="3411" y="263"/>
                    <a:pt x="3020" y="0"/>
                  </a:cubicBezTo>
                  <a:cubicBezTo>
                    <a:pt x="2991" y="286"/>
                    <a:pt x="2969" y="580"/>
                    <a:pt x="2977" y="772"/>
                  </a:cubicBezTo>
                  <a:cubicBezTo>
                    <a:pt x="2998" y="1255"/>
                    <a:pt x="2517" y="1166"/>
                    <a:pt x="2370" y="123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3" name="Shape 3249"/>
            <p:cNvSpPr/>
            <p:nvPr/>
          </p:nvSpPr>
          <p:spPr>
            <a:xfrm>
              <a:off x="9144201" y="6036367"/>
              <a:ext cx="173424" cy="51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8159" extrusionOk="0">
                  <a:moveTo>
                    <a:pt x="10704" y="10096"/>
                  </a:moveTo>
                  <a:cubicBezTo>
                    <a:pt x="12241" y="6113"/>
                    <a:pt x="14758" y="14072"/>
                    <a:pt x="16986" y="14866"/>
                  </a:cubicBezTo>
                  <a:cubicBezTo>
                    <a:pt x="19223" y="15667"/>
                    <a:pt x="21600" y="11290"/>
                    <a:pt x="21600" y="11290"/>
                  </a:cubicBezTo>
                  <a:cubicBezTo>
                    <a:pt x="21600" y="11290"/>
                    <a:pt x="21178" y="10496"/>
                    <a:pt x="17546" y="9703"/>
                  </a:cubicBezTo>
                  <a:cubicBezTo>
                    <a:pt x="13917" y="8909"/>
                    <a:pt x="13636" y="-3441"/>
                    <a:pt x="10424" y="936"/>
                  </a:cubicBezTo>
                  <a:cubicBezTo>
                    <a:pt x="7225" y="5312"/>
                    <a:pt x="4988" y="6500"/>
                    <a:pt x="967" y="5340"/>
                  </a:cubicBezTo>
                  <a:cubicBezTo>
                    <a:pt x="911" y="8833"/>
                    <a:pt x="217" y="13513"/>
                    <a:pt x="0" y="18159"/>
                  </a:cubicBezTo>
                  <a:cubicBezTo>
                    <a:pt x="1031" y="17413"/>
                    <a:pt x="1817" y="16923"/>
                    <a:pt x="2184" y="16854"/>
                  </a:cubicBezTo>
                  <a:cubicBezTo>
                    <a:pt x="4421" y="16461"/>
                    <a:pt x="9166" y="14065"/>
                    <a:pt x="10704" y="1009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4" name="Shape 3250"/>
            <p:cNvSpPr/>
            <p:nvPr/>
          </p:nvSpPr>
          <p:spPr>
            <a:xfrm>
              <a:off x="9104357" y="5857069"/>
              <a:ext cx="341760" cy="267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9" h="20769" extrusionOk="0">
                  <a:moveTo>
                    <a:pt x="4138" y="20279"/>
                  </a:moveTo>
                  <a:cubicBezTo>
                    <a:pt x="4821" y="20365"/>
                    <a:pt x="6187" y="19233"/>
                    <a:pt x="6187" y="19233"/>
                  </a:cubicBezTo>
                  <a:cubicBezTo>
                    <a:pt x="6187" y="19233"/>
                    <a:pt x="10760" y="18799"/>
                    <a:pt x="11510" y="18714"/>
                  </a:cubicBezTo>
                  <a:cubicBezTo>
                    <a:pt x="11776" y="18682"/>
                    <a:pt x="12110" y="18829"/>
                    <a:pt x="12431" y="19023"/>
                  </a:cubicBezTo>
                  <a:cubicBezTo>
                    <a:pt x="12445" y="18777"/>
                    <a:pt x="12442" y="18593"/>
                    <a:pt x="12442" y="18593"/>
                  </a:cubicBezTo>
                  <a:cubicBezTo>
                    <a:pt x="12442" y="18593"/>
                    <a:pt x="14869" y="19211"/>
                    <a:pt x="15032" y="19933"/>
                  </a:cubicBezTo>
                  <a:cubicBezTo>
                    <a:pt x="15193" y="20656"/>
                    <a:pt x="18511" y="21171"/>
                    <a:pt x="20372" y="20347"/>
                  </a:cubicBezTo>
                  <a:cubicBezTo>
                    <a:pt x="20509" y="20287"/>
                    <a:pt x="20640" y="20225"/>
                    <a:pt x="20775" y="20164"/>
                  </a:cubicBezTo>
                  <a:cubicBezTo>
                    <a:pt x="20797" y="19220"/>
                    <a:pt x="20825" y="17685"/>
                    <a:pt x="20752" y="17218"/>
                  </a:cubicBezTo>
                  <a:cubicBezTo>
                    <a:pt x="20643" y="16530"/>
                    <a:pt x="19456" y="15019"/>
                    <a:pt x="18810" y="14192"/>
                  </a:cubicBezTo>
                  <a:cubicBezTo>
                    <a:pt x="18162" y="13368"/>
                    <a:pt x="18268" y="11305"/>
                    <a:pt x="18268" y="11305"/>
                  </a:cubicBezTo>
                  <a:lnTo>
                    <a:pt x="17598" y="10037"/>
                  </a:lnTo>
                  <a:cubicBezTo>
                    <a:pt x="17598" y="10037"/>
                    <a:pt x="17084" y="7419"/>
                    <a:pt x="15544" y="6765"/>
                  </a:cubicBezTo>
                  <a:cubicBezTo>
                    <a:pt x="14004" y="6112"/>
                    <a:pt x="12977" y="2514"/>
                    <a:pt x="12977" y="2514"/>
                  </a:cubicBezTo>
                  <a:lnTo>
                    <a:pt x="11694" y="2514"/>
                  </a:lnTo>
                  <a:cubicBezTo>
                    <a:pt x="11694" y="2514"/>
                    <a:pt x="10669" y="879"/>
                    <a:pt x="9644" y="224"/>
                  </a:cubicBezTo>
                  <a:cubicBezTo>
                    <a:pt x="8617" y="-429"/>
                    <a:pt x="6822" y="552"/>
                    <a:pt x="6822" y="552"/>
                  </a:cubicBezTo>
                  <a:cubicBezTo>
                    <a:pt x="6822" y="552"/>
                    <a:pt x="4769" y="879"/>
                    <a:pt x="3486" y="552"/>
                  </a:cubicBezTo>
                  <a:cubicBezTo>
                    <a:pt x="2203" y="224"/>
                    <a:pt x="2460" y="2514"/>
                    <a:pt x="1433" y="2841"/>
                  </a:cubicBezTo>
                  <a:cubicBezTo>
                    <a:pt x="1392" y="2855"/>
                    <a:pt x="1314" y="2882"/>
                    <a:pt x="1246" y="2902"/>
                  </a:cubicBezTo>
                  <a:cubicBezTo>
                    <a:pt x="1129" y="4233"/>
                    <a:pt x="952" y="5596"/>
                    <a:pt x="411" y="6625"/>
                  </a:cubicBezTo>
                  <a:cubicBezTo>
                    <a:pt x="-775" y="8896"/>
                    <a:pt x="896" y="12197"/>
                    <a:pt x="1759" y="13228"/>
                  </a:cubicBezTo>
                  <a:cubicBezTo>
                    <a:pt x="1938" y="13442"/>
                    <a:pt x="1991" y="13750"/>
                    <a:pt x="1975" y="14106"/>
                  </a:cubicBezTo>
                  <a:cubicBezTo>
                    <a:pt x="3940" y="14360"/>
                    <a:pt x="5033" y="14100"/>
                    <a:pt x="6597" y="13143"/>
                  </a:cubicBezTo>
                  <a:cubicBezTo>
                    <a:pt x="8166" y="12187"/>
                    <a:pt x="8303" y="14887"/>
                    <a:pt x="10077" y="15060"/>
                  </a:cubicBezTo>
                  <a:cubicBezTo>
                    <a:pt x="11851" y="15234"/>
                    <a:pt x="12057" y="15407"/>
                    <a:pt x="12057" y="15407"/>
                  </a:cubicBezTo>
                  <a:cubicBezTo>
                    <a:pt x="12057" y="15407"/>
                    <a:pt x="10896" y="16364"/>
                    <a:pt x="9803" y="16189"/>
                  </a:cubicBezTo>
                  <a:cubicBezTo>
                    <a:pt x="8714" y="16015"/>
                    <a:pt x="7484" y="14275"/>
                    <a:pt x="6733" y="15146"/>
                  </a:cubicBezTo>
                  <a:cubicBezTo>
                    <a:pt x="5982" y="16014"/>
                    <a:pt x="3663" y="16538"/>
                    <a:pt x="2570" y="16624"/>
                  </a:cubicBezTo>
                  <a:cubicBezTo>
                    <a:pt x="2391" y="16639"/>
                    <a:pt x="2007" y="16746"/>
                    <a:pt x="1503" y="16909"/>
                  </a:cubicBezTo>
                  <a:cubicBezTo>
                    <a:pt x="1424" y="17680"/>
                    <a:pt x="1478" y="18439"/>
                    <a:pt x="1920" y="19078"/>
                  </a:cubicBezTo>
                  <a:cubicBezTo>
                    <a:pt x="2059" y="19275"/>
                    <a:pt x="2175" y="19455"/>
                    <a:pt x="2287" y="19633"/>
                  </a:cubicBezTo>
                  <a:cubicBezTo>
                    <a:pt x="4136" y="19037"/>
                    <a:pt x="3567" y="20205"/>
                    <a:pt x="4138" y="2027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5" name="Shape 3251"/>
            <p:cNvSpPr/>
            <p:nvPr/>
          </p:nvSpPr>
          <p:spPr>
            <a:xfrm>
              <a:off x="9144201" y="6096133"/>
              <a:ext cx="166673" cy="99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4" extrusionOk="0">
                  <a:moveTo>
                    <a:pt x="11283" y="20133"/>
                  </a:moveTo>
                  <a:cubicBezTo>
                    <a:pt x="13006" y="18121"/>
                    <a:pt x="16451" y="12927"/>
                    <a:pt x="17658" y="13791"/>
                  </a:cubicBezTo>
                  <a:cubicBezTo>
                    <a:pt x="18863" y="14660"/>
                    <a:pt x="20418" y="12927"/>
                    <a:pt x="20418" y="11776"/>
                  </a:cubicBezTo>
                  <a:cubicBezTo>
                    <a:pt x="20418" y="10629"/>
                    <a:pt x="18003" y="6877"/>
                    <a:pt x="19898" y="5721"/>
                  </a:cubicBezTo>
                  <a:cubicBezTo>
                    <a:pt x="21202" y="4941"/>
                    <a:pt x="21519" y="2407"/>
                    <a:pt x="21600" y="877"/>
                  </a:cubicBezTo>
                  <a:cubicBezTo>
                    <a:pt x="20917" y="333"/>
                    <a:pt x="20206" y="-76"/>
                    <a:pt x="19640" y="13"/>
                  </a:cubicBezTo>
                  <a:cubicBezTo>
                    <a:pt x="18041" y="249"/>
                    <a:pt x="8304" y="1463"/>
                    <a:pt x="8304" y="1463"/>
                  </a:cubicBezTo>
                  <a:cubicBezTo>
                    <a:pt x="8304" y="1463"/>
                    <a:pt x="5394" y="4625"/>
                    <a:pt x="3941" y="4385"/>
                  </a:cubicBezTo>
                  <a:cubicBezTo>
                    <a:pt x="2724" y="4178"/>
                    <a:pt x="3936" y="915"/>
                    <a:pt x="0" y="2580"/>
                  </a:cubicBezTo>
                  <a:cubicBezTo>
                    <a:pt x="1970" y="6691"/>
                    <a:pt x="2229" y="8740"/>
                    <a:pt x="6230" y="10629"/>
                  </a:cubicBezTo>
                  <a:cubicBezTo>
                    <a:pt x="10710" y="12737"/>
                    <a:pt x="5887" y="16587"/>
                    <a:pt x="9557" y="20424"/>
                  </a:cubicBezTo>
                  <a:cubicBezTo>
                    <a:pt x="9902" y="20782"/>
                    <a:pt x="10172" y="21157"/>
                    <a:pt x="10447" y="21524"/>
                  </a:cubicBezTo>
                  <a:cubicBezTo>
                    <a:pt x="10792" y="20870"/>
                    <a:pt x="11089" y="20369"/>
                    <a:pt x="11283" y="201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6" name="Shape 3252"/>
            <p:cNvSpPr/>
            <p:nvPr/>
          </p:nvSpPr>
          <p:spPr>
            <a:xfrm>
              <a:off x="10996948" y="6195743"/>
              <a:ext cx="736414" cy="514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84" extrusionOk="0">
                  <a:moveTo>
                    <a:pt x="19973" y="12077"/>
                  </a:moveTo>
                  <a:cubicBezTo>
                    <a:pt x="19973" y="11615"/>
                    <a:pt x="19974" y="11154"/>
                    <a:pt x="19323" y="10385"/>
                  </a:cubicBezTo>
                  <a:cubicBezTo>
                    <a:pt x="18673" y="9616"/>
                    <a:pt x="18238" y="9462"/>
                    <a:pt x="18238" y="9000"/>
                  </a:cubicBezTo>
                  <a:cubicBezTo>
                    <a:pt x="18238" y="8539"/>
                    <a:pt x="18021" y="8385"/>
                    <a:pt x="17479" y="7464"/>
                  </a:cubicBezTo>
                  <a:cubicBezTo>
                    <a:pt x="16937" y="6541"/>
                    <a:pt x="16069" y="6541"/>
                    <a:pt x="16069" y="6541"/>
                  </a:cubicBezTo>
                  <a:lnTo>
                    <a:pt x="15851" y="5773"/>
                  </a:lnTo>
                  <a:lnTo>
                    <a:pt x="15092" y="5618"/>
                  </a:lnTo>
                  <a:cubicBezTo>
                    <a:pt x="15092" y="5618"/>
                    <a:pt x="14658" y="5157"/>
                    <a:pt x="15310" y="4696"/>
                  </a:cubicBezTo>
                  <a:cubicBezTo>
                    <a:pt x="15960" y="4234"/>
                    <a:pt x="15310" y="3003"/>
                    <a:pt x="15201" y="2542"/>
                  </a:cubicBezTo>
                  <a:cubicBezTo>
                    <a:pt x="15107" y="2141"/>
                    <a:pt x="14191" y="574"/>
                    <a:pt x="13955" y="176"/>
                  </a:cubicBezTo>
                  <a:cubicBezTo>
                    <a:pt x="13840" y="169"/>
                    <a:pt x="13731" y="146"/>
                    <a:pt x="13650" y="79"/>
                  </a:cubicBezTo>
                  <a:cubicBezTo>
                    <a:pt x="13287" y="-216"/>
                    <a:pt x="12558" y="375"/>
                    <a:pt x="12195" y="890"/>
                  </a:cubicBezTo>
                  <a:cubicBezTo>
                    <a:pt x="11831" y="1407"/>
                    <a:pt x="12090" y="1702"/>
                    <a:pt x="11831" y="2071"/>
                  </a:cubicBezTo>
                  <a:cubicBezTo>
                    <a:pt x="11571" y="2439"/>
                    <a:pt x="10686" y="3545"/>
                    <a:pt x="10115" y="4579"/>
                  </a:cubicBezTo>
                  <a:cubicBezTo>
                    <a:pt x="9542" y="5610"/>
                    <a:pt x="8086" y="4947"/>
                    <a:pt x="7619" y="5315"/>
                  </a:cubicBezTo>
                  <a:cubicBezTo>
                    <a:pt x="7151" y="5684"/>
                    <a:pt x="7826" y="6274"/>
                    <a:pt x="7514" y="6643"/>
                  </a:cubicBezTo>
                  <a:cubicBezTo>
                    <a:pt x="7203" y="7011"/>
                    <a:pt x="6266" y="7601"/>
                    <a:pt x="5955" y="7822"/>
                  </a:cubicBezTo>
                  <a:cubicBezTo>
                    <a:pt x="5643" y="8044"/>
                    <a:pt x="4394" y="7969"/>
                    <a:pt x="4030" y="8634"/>
                  </a:cubicBezTo>
                  <a:cubicBezTo>
                    <a:pt x="3667" y="9296"/>
                    <a:pt x="3250" y="7896"/>
                    <a:pt x="2885" y="8634"/>
                  </a:cubicBezTo>
                  <a:cubicBezTo>
                    <a:pt x="2522" y="9371"/>
                    <a:pt x="2105" y="9445"/>
                    <a:pt x="1899" y="9224"/>
                  </a:cubicBezTo>
                  <a:cubicBezTo>
                    <a:pt x="1848" y="9171"/>
                    <a:pt x="1798" y="9080"/>
                    <a:pt x="1744" y="8961"/>
                  </a:cubicBezTo>
                  <a:cubicBezTo>
                    <a:pt x="1406" y="9404"/>
                    <a:pt x="995" y="9901"/>
                    <a:pt x="858" y="10513"/>
                  </a:cubicBezTo>
                  <a:cubicBezTo>
                    <a:pt x="624" y="11563"/>
                    <a:pt x="0" y="12504"/>
                    <a:pt x="0" y="13001"/>
                  </a:cubicBezTo>
                  <a:cubicBezTo>
                    <a:pt x="0" y="13499"/>
                    <a:pt x="234" y="14163"/>
                    <a:pt x="234" y="15047"/>
                  </a:cubicBezTo>
                  <a:cubicBezTo>
                    <a:pt x="234" y="15932"/>
                    <a:pt x="390" y="16374"/>
                    <a:pt x="741" y="17038"/>
                  </a:cubicBezTo>
                  <a:cubicBezTo>
                    <a:pt x="1092" y="17701"/>
                    <a:pt x="1014" y="18532"/>
                    <a:pt x="1014" y="18532"/>
                  </a:cubicBezTo>
                  <a:cubicBezTo>
                    <a:pt x="1014" y="18532"/>
                    <a:pt x="1130" y="18864"/>
                    <a:pt x="1404" y="19360"/>
                  </a:cubicBezTo>
                  <a:cubicBezTo>
                    <a:pt x="1677" y="19858"/>
                    <a:pt x="2456" y="20577"/>
                    <a:pt x="2534" y="20965"/>
                  </a:cubicBezTo>
                  <a:cubicBezTo>
                    <a:pt x="2571" y="21143"/>
                    <a:pt x="2704" y="21283"/>
                    <a:pt x="2838" y="21384"/>
                  </a:cubicBezTo>
                  <a:cubicBezTo>
                    <a:pt x="2872" y="21305"/>
                    <a:pt x="2906" y="21218"/>
                    <a:pt x="2945" y="21149"/>
                  </a:cubicBezTo>
                  <a:cubicBezTo>
                    <a:pt x="3379" y="20380"/>
                    <a:pt x="3270" y="19303"/>
                    <a:pt x="3270" y="19303"/>
                  </a:cubicBezTo>
                  <a:lnTo>
                    <a:pt x="4246" y="18997"/>
                  </a:lnTo>
                  <a:lnTo>
                    <a:pt x="5005" y="18691"/>
                  </a:lnTo>
                  <a:lnTo>
                    <a:pt x="6524" y="18997"/>
                  </a:lnTo>
                  <a:lnTo>
                    <a:pt x="6524" y="17307"/>
                  </a:lnTo>
                  <a:cubicBezTo>
                    <a:pt x="6524" y="17307"/>
                    <a:pt x="7608" y="15306"/>
                    <a:pt x="8368" y="15306"/>
                  </a:cubicBezTo>
                  <a:cubicBezTo>
                    <a:pt x="9127" y="15306"/>
                    <a:pt x="9779" y="16691"/>
                    <a:pt x="9779" y="16691"/>
                  </a:cubicBezTo>
                  <a:lnTo>
                    <a:pt x="13140" y="17614"/>
                  </a:lnTo>
                  <a:cubicBezTo>
                    <a:pt x="13140" y="17614"/>
                    <a:pt x="13358" y="16230"/>
                    <a:pt x="13682" y="15922"/>
                  </a:cubicBezTo>
                  <a:cubicBezTo>
                    <a:pt x="14008" y="15615"/>
                    <a:pt x="14658" y="16230"/>
                    <a:pt x="15092" y="15922"/>
                  </a:cubicBezTo>
                  <a:cubicBezTo>
                    <a:pt x="15526" y="15615"/>
                    <a:pt x="16177" y="15153"/>
                    <a:pt x="16937" y="15153"/>
                  </a:cubicBezTo>
                  <a:cubicBezTo>
                    <a:pt x="17696" y="15153"/>
                    <a:pt x="18021" y="15767"/>
                    <a:pt x="18347" y="14845"/>
                  </a:cubicBezTo>
                  <a:cubicBezTo>
                    <a:pt x="18673" y="13923"/>
                    <a:pt x="20298" y="15153"/>
                    <a:pt x="20298" y="15153"/>
                  </a:cubicBezTo>
                  <a:lnTo>
                    <a:pt x="21600" y="14845"/>
                  </a:lnTo>
                  <a:lnTo>
                    <a:pt x="21166" y="13308"/>
                  </a:lnTo>
                  <a:cubicBezTo>
                    <a:pt x="21166" y="13308"/>
                    <a:pt x="19973" y="12538"/>
                    <a:pt x="19973" y="1207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7" name="Shape 3253"/>
            <p:cNvSpPr/>
            <p:nvPr/>
          </p:nvSpPr>
          <p:spPr>
            <a:xfrm>
              <a:off x="10299677" y="6036367"/>
              <a:ext cx="707400" cy="577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8" h="21063" extrusionOk="0">
                  <a:moveTo>
                    <a:pt x="13211" y="15447"/>
                  </a:moveTo>
                  <a:cubicBezTo>
                    <a:pt x="13427" y="15382"/>
                    <a:pt x="13908" y="15576"/>
                    <a:pt x="14284" y="15253"/>
                  </a:cubicBezTo>
                  <a:cubicBezTo>
                    <a:pt x="14660" y="14930"/>
                    <a:pt x="15464" y="15706"/>
                    <a:pt x="15571" y="16352"/>
                  </a:cubicBezTo>
                  <a:cubicBezTo>
                    <a:pt x="15679" y="17000"/>
                    <a:pt x="16001" y="16093"/>
                    <a:pt x="16322" y="15382"/>
                  </a:cubicBezTo>
                  <a:cubicBezTo>
                    <a:pt x="16644" y="14670"/>
                    <a:pt x="17662" y="12537"/>
                    <a:pt x="17662" y="12020"/>
                  </a:cubicBezTo>
                  <a:cubicBezTo>
                    <a:pt x="17662" y="11502"/>
                    <a:pt x="18522" y="11050"/>
                    <a:pt x="18522" y="10726"/>
                  </a:cubicBezTo>
                  <a:cubicBezTo>
                    <a:pt x="18522" y="10403"/>
                    <a:pt x="18467" y="9692"/>
                    <a:pt x="18736" y="9562"/>
                  </a:cubicBezTo>
                  <a:cubicBezTo>
                    <a:pt x="19004" y="9433"/>
                    <a:pt x="19218" y="8463"/>
                    <a:pt x="19165" y="8139"/>
                  </a:cubicBezTo>
                  <a:cubicBezTo>
                    <a:pt x="19111" y="7816"/>
                    <a:pt x="20076" y="6006"/>
                    <a:pt x="20237" y="5745"/>
                  </a:cubicBezTo>
                  <a:cubicBezTo>
                    <a:pt x="20398" y="5486"/>
                    <a:pt x="21256" y="5618"/>
                    <a:pt x="21311" y="5035"/>
                  </a:cubicBezTo>
                  <a:cubicBezTo>
                    <a:pt x="21363" y="4454"/>
                    <a:pt x="21524" y="3806"/>
                    <a:pt x="21202" y="3678"/>
                  </a:cubicBezTo>
                  <a:cubicBezTo>
                    <a:pt x="20880" y="3548"/>
                    <a:pt x="20452" y="3095"/>
                    <a:pt x="20452" y="2771"/>
                  </a:cubicBezTo>
                  <a:cubicBezTo>
                    <a:pt x="20452" y="2590"/>
                    <a:pt x="20471" y="2058"/>
                    <a:pt x="20564" y="1593"/>
                  </a:cubicBezTo>
                  <a:cubicBezTo>
                    <a:pt x="20134" y="1520"/>
                    <a:pt x="20112" y="1002"/>
                    <a:pt x="19860" y="702"/>
                  </a:cubicBezTo>
                  <a:cubicBezTo>
                    <a:pt x="19594" y="380"/>
                    <a:pt x="19594" y="121"/>
                    <a:pt x="19218" y="250"/>
                  </a:cubicBezTo>
                  <a:cubicBezTo>
                    <a:pt x="18842" y="380"/>
                    <a:pt x="18414" y="1479"/>
                    <a:pt x="17931" y="1672"/>
                  </a:cubicBezTo>
                  <a:cubicBezTo>
                    <a:pt x="17449" y="1866"/>
                    <a:pt x="16751" y="1413"/>
                    <a:pt x="16429" y="1220"/>
                  </a:cubicBezTo>
                  <a:cubicBezTo>
                    <a:pt x="16108" y="1025"/>
                    <a:pt x="14605" y="1220"/>
                    <a:pt x="14123" y="1156"/>
                  </a:cubicBezTo>
                  <a:cubicBezTo>
                    <a:pt x="13640" y="1090"/>
                    <a:pt x="13157" y="1931"/>
                    <a:pt x="12783" y="2189"/>
                  </a:cubicBezTo>
                  <a:cubicBezTo>
                    <a:pt x="12407" y="2449"/>
                    <a:pt x="11335" y="2319"/>
                    <a:pt x="11013" y="2189"/>
                  </a:cubicBezTo>
                  <a:cubicBezTo>
                    <a:pt x="10691" y="2060"/>
                    <a:pt x="9940" y="1285"/>
                    <a:pt x="9618" y="1285"/>
                  </a:cubicBezTo>
                  <a:cubicBezTo>
                    <a:pt x="9296" y="1285"/>
                    <a:pt x="8653" y="1413"/>
                    <a:pt x="8117" y="1801"/>
                  </a:cubicBezTo>
                  <a:cubicBezTo>
                    <a:pt x="7580" y="2189"/>
                    <a:pt x="7419" y="1090"/>
                    <a:pt x="7098" y="638"/>
                  </a:cubicBezTo>
                  <a:cubicBezTo>
                    <a:pt x="6776" y="186"/>
                    <a:pt x="6078" y="573"/>
                    <a:pt x="5649" y="121"/>
                  </a:cubicBezTo>
                  <a:cubicBezTo>
                    <a:pt x="5220" y="-333"/>
                    <a:pt x="4952" y="638"/>
                    <a:pt x="4577" y="573"/>
                  </a:cubicBezTo>
                  <a:cubicBezTo>
                    <a:pt x="4202" y="509"/>
                    <a:pt x="3236" y="250"/>
                    <a:pt x="2914" y="573"/>
                  </a:cubicBezTo>
                  <a:cubicBezTo>
                    <a:pt x="2593" y="897"/>
                    <a:pt x="2646" y="2125"/>
                    <a:pt x="2486" y="2319"/>
                  </a:cubicBezTo>
                  <a:cubicBezTo>
                    <a:pt x="2325" y="2514"/>
                    <a:pt x="1681" y="3418"/>
                    <a:pt x="1681" y="3872"/>
                  </a:cubicBezTo>
                  <a:cubicBezTo>
                    <a:pt x="1681" y="4081"/>
                    <a:pt x="1617" y="4227"/>
                    <a:pt x="1509" y="4305"/>
                  </a:cubicBezTo>
                  <a:cubicBezTo>
                    <a:pt x="1581" y="4841"/>
                    <a:pt x="1671" y="5527"/>
                    <a:pt x="1694" y="5779"/>
                  </a:cubicBezTo>
                  <a:cubicBezTo>
                    <a:pt x="1734" y="6215"/>
                    <a:pt x="1895" y="8397"/>
                    <a:pt x="1492" y="8882"/>
                  </a:cubicBezTo>
                  <a:cubicBezTo>
                    <a:pt x="1090" y="9367"/>
                    <a:pt x="809" y="10143"/>
                    <a:pt x="809" y="10143"/>
                  </a:cubicBezTo>
                  <a:cubicBezTo>
                    <a:pt x="809" y="10143"/>
                    <a:pt x="165" y="10677"/>
                    <a:pt x="44" y="11744"/>
                  </a:cubicBezTo>
                  <a:cubicBezTo>
                    <a:pt x="-76" y="12811"/>
                    <a:pt x="85" y="13491"/>
                    <a:pt x="85" y="14315"/>
                  </a:cubicBezTo>
                  <a:cubicBezTo>
                    <a:pt x="85" y="14898"/>
                    <a:pt x="443" y="15317"/>
                    <a:pt x="640" y="16039"/>
                  </a:cubicBezTo>
                  <a:cubicBezTo>
                    <a:pt x="648" y="16049"/>
                    <a:pt x="655" y="16050"/>
                    <a:pt x="662" y="16061"/>
                  </a:cubicBezTo>
                  <a:cubicBezTo>
                    <a:pt x="983" y="16579"/>
                    <a:pt x="2512" y="16676"/>
                    <a:pt x="3369" y="16902"/>
                  </a:cubicBezTo>
                  <a:cubicBezTo>
                    <a:pt x="4228" y="17129"/>
                    <a:pt x="5112" y="18583"/>
                    <a:pt x="5087" y="19133"/>
                  </a:cubicBezTo>
                  <a:cubicBezTo>
                    <a:pt x="5060" y="19683"/>
                    <a:pt x="5649" y="20750"/>
                    <a:pt x="6052" y="21008"/>
                  </a:cubicBezTo>
                  <a:cubicBezTo>
                    <a:pt x="6454" y="21267"/>
                    <a:pt x="7446" y="20523"/>
                    <a:pt x="7902" y="20523"/>
                  </a:cubicBezTo>
                  <a:cubicBezTo>
                    <a:pt x="8358" y="20523"/>
                    <a:pt x="9993" y="20557"/>
                    <a:pt x="10315" y="20200"/>
                  </a:cubicBezTo>
                  <a:cubicBezTo>
                    <a:pt x="10410" y="20095"/>
                    <a:pt x="10507" y="20108"/>
                    <a:pt x="10606" y="20183"/>
                  </a:cubicBezTo>
                  <a:cubicBezTo>
                    <a:pt x="10993" y="18939"/>
                    <a:pt x="11134" y="17837"/>
                    <a:pt x="11134" y="17837"/>
                  </a:cubicBezTo>
                  <a:cubicBezTo>
                    <a:pt x="11134" y="17837"/>
                    <a:pt x="12996" y="15512"/>
                    <a:pt x="13211" y="154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8" name="Shape 3254"/>
            <p:cNvSpPr/>
            <p:nvPr/>
          </p:nvSpPr>
          <p:spPr>
            <a:xfrm>
              <a:off x="10180146" y="6116055"/>
              <a:ext cx="177007" cy="368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8" h="21344" extrusionOk="0">
                  <a:moveTo>
                    <a:pt x="14319" y="13568"/>
                  </a:moveTo>
                  <a:cubicBezTo>
                    <a:pt x="14796" y="11875"/>
                    <a:pt x="17328" y="11028"/>
                    <a:pt x="17328" y="11028"/>
                  </a:cubicBezTo>
                  <a:cubicBezTo>
                    <a:pt x="17328" y="11028"/>
                    <a:pt x="18436" y="9797"/>
                    <a:pt x="20017" y="9027"/>
                  </a:cubicBezTo>
                  <a:cubicBezTo>
                    <a:pt x="21600" y="8258"/>
                    <a:pt x="20968" y="4796"/>
                    <a:pt x="20810" y="4104"/>
                  </a:cubicBezTo>
                  <a:cubicBezTo>
                    <a:pt x="20721" y="3704"/>
                    <a:pt x="20365" y="2617"/>
                    <a:pt x="20083" y="1766"/>
                  </a:cubicBezTo>
                  <a:cubicBezTo>
                    <a:pt x="19583" y="1913"/>
                    <a:pt x="18825" y="1917"/>
                    <a:pt x="17802" y="1696"/>
                  </a:cubicBezTo>
                  <a:cubicBezTo>
                    <a:pt x="15902" y="1284"/>
                    <a:pt x="17595" y="359"/>
                    <a:pt x="15483" y="52"/>
                  </a:cubicBezTo>
                  <a:cubicBezTo>
                    <a:pt x="13370" y="-256"/>
                    <a:pt x="12530" y="872"/>
                    <a:pt x="12951" y="1696"/>
                  </a:cubicBezTo>
                  <a:cubicBezTo>
                    <a:pt x="13370" y="2513"/>
                    <a:pt x="11898" y="2513"/>
                    <a:pt x="11051" y="3027"/>
                  </a:cubicBezTo>
                  <a:cubicBezTo>
                    <a:pt x="10206" y="3541"/>
                    <a:pt x="6408" y="3640"/>
                    <a:pt x="5141" y="3640"/>
                  </a:cubicBezTo>
                  <a:cubicBezTo>
                    <a:pt x="3874" y="3640"/>
                    <a:pt x="2400" y="4771"/>
                    <a:pt x="1133" y="4976"/>
                  </a:cubicBezTo>
                  <a:cubicBezTo>
                    <a:pt x="848" y="5022"/>
                    <a:pt x="453" y="5029"/>
                    <a:pt x="0" y="5013"/>
                  </a:cubicBezTo>
                  <a:cubicBezTo>
                    <a:pt x="293" y="7718"/>
                    <a:pt x="1218" y="7511"/>
                    <a:pt x="3874" y="8258"/>
                  </a:cubicBezTo>
                  <a:cubicBezTo>
                    <a:pt x="6881" y="9105"/>
                    <a:pt x="4034" y="10258"/>
                    <a:pt x="5299" y="10874"/>
                  </a:cubicBezTo>
                  <a:cubicBezTo>
                    <a:pt x="6564" y="11491"/>
                    <a:pt x="6089" y="13028"/>
                    <a:pt x="6408" y="14952"/>
                  </a:cubicBezTo>
                  <a:cubicBezTo>
                    <a:pt x="6598" y="16116"/>
                    <a:pt x="6846" y="19136"/>
                    <a:pt x="7015" y="21344"/>
                  </a:cubicBezTo>
                  <a:cubicBezTo>
                    <a:pt x="8752" y="21181"/>
                    <a:pt x="10563" y="21135"/>
                    <a:pt x="11788" y="21135"/>
                  </a:cubicBezTo>
                  <a:cubicBezTo>
                    <a:pt x="14057" y="21135"/>
                    <a:pt x="15424" y="19676"/>
                    <a:pt x="16664" y="20382"/>
                  </a:cubicBezTo>
                  <a:cubicBezTo>
                    <a:pt x="15889" y="19236"/>
                    <a:pt x="14478" y="18570"/>
                    <a:pt x="14478" y="17646"/>
                  </a:cubicBezTo>
                  <a:cubicBezTo>
                    <a:pt x="14478" y="16339"/>
                    <a:pt x="13846" y="15261"/>
                    <a:pt x="14319" y="1356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59" name="Shape 3255"/>
            <p:cNvSpPr/>
            <p:nvPr/>
          </p:nvSpPr>
          <p:spPr>
            <a:xfrm>
              <a:off x="10140301" y="6195743"/>
              <a:ext cx="111586" cy="311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4" extrusionOk="0">
                  <a:moveTo>
                    <a:pt x="18809" y="7570"/>
                  </a:moveTo>
                  <a:cubicBezTo>
                    <a:pt x="16751" y="6831"/>
                    <a:pt x="21382" y="5449"/>
                    <a:pt x="16491" y="4433"/>
                  </a:cubicBezTo>
                  <a:cubicBezTo>
                    <a:pt x="12172" y="3538"/>
                    <a:pt x="10667" y="3786"/>
                    <a:pt x="10191" y="543"/>
                  </a:cubicBezTo>
                  <a:cubicBezTo>
                    <a:pt x="7707" y="486"/>
                    <a:pt x="4048" y="101"/>
                    <a:pt x="1393" y="6"/>
                  </a:cubicBezTo>
                  <a:cubicBezTo>
                    <a:pt x="838" y="-16"/>
                    <a:pt x="395" y="30"/>
                    <a:pt x="0" y="95"/>
                  </a:cubicBezTo>
                  <a:cubicBezTo>
                    <a:pt x="555" y="1269"/>
                    <a:pt x="1371" y="2578"/>
                    <a:pt x="2335" y="2773"/>
                  </a:cubicBezTo>
                  <a:cubicBezTo>
                    <a:pt x="4139" y="3142"/>
                    <a:pt x="5423" y="3881"/>
                    <a:pt x="5167" y="5263"/>
                  </a:cubicBezTo>
                  <a:cubicBezTo>
                    <a:pt x="4907" y="6648"/>
                    <a:pt x="3879" y="9691"/>
                    <a:pt x="5423" y="11078"/>
                  </a:cubicBezTo>
                  <a:cubicBezTo>
                    <a:pt x="6969" y="12460"/>
                    <a:pt x="8513" y="14673"/>
                    <a:pt x="8513" y="16795"/>
                  </a:cubicBezTo>
                  <a:cubicBezTo>
                    <a:pt x="8513" y="18119"/>
                    <a:pt x="10611" y="20088"/>
                    <a:pt x="12759" y="21584"/>
                  </a:cubicBezTo>
                  <a:cubicBezTo>
                    <a:pt x="13652" y="21414"/>
                    <a:pt x="14463" y="21238"/>
                    <a:pt x="15115" y="21039"/>
                  </a:cubicBezTo>
                  <a:cubicBezTo>
                    <a:pt x="16651" y="20576"/>
                    <a:pt x="19082" y="20298"/>
                    <a:pt x="21600" y="20124"/>
                  </a:cubicBezTo>
                  <a:cubicBezTo>
                    <a:pt x="21325" y="17477"/>
                    <a:pt x="20922" y="13855"/>
                    <a:pt x="20613" y="12460"/>
                  </a:cubicBezTo>
                  <a:cubicBezTo>
                    <a:pt x="20094" y="10153"/>
                    <a:pt x="20866" y="8309"/>
                    <a:pt x="18809" y="757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0" name="Shape 3256"/>
            <p:cNvSpPr/>
            <p:nvPr/>
          </p:nvSpPr>
          <p:spPr>
            <a:xfrm>
              <a:off x="10658273" y="6076211"/>
              <a:ext cx="444433" cy="690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16" y="20558"/>
                  </a:moveTo>
                  <a:cubicBezTo>
                    <a:pt x="9016" y="20558"/>
                    <a:pt x="15847" y="20790"/>
                    <a:pt x="16746" y="20674"/>
                  </a:cubicBezTo>
                  <a:cubicBezTo>
                    <a:pt x="17643" y="20558"/>
                    <a:pt x="20878" y="21600"/>
                    <a:pt x="20878" y="21600"/>
                  </a:cubicBezTo>
                  <a:cubicBezTo>
                    <a:pt x="20878" y="21600"/>
                    <a:pt x="21032" y="20551"/>
                    <a:pt x="21600" y="19925"/>
                  </a:cubicBezTo>
                  <a:cubicBezTo>
                    <a:pt x="21377" y="19849"/>
                    <a:pt x="21157" y="19743"/>
                    <a:pt x="21096" y="19609"/>
                  </a:cubicBezTo>
                  <a:cubicBezTo>
                    <a:pt x="20966" y="19318"/>
                    <a:pt x="19675" y="18777"/>
                    <a:pt x="19223" y="18402"/>
                  </a:cubicBezTo>
                  <a:cubicBezTo>
                    <a:pt x="18770" y="18029"/>
                    <a:pt x="18577" y="17779"/>
                    <a:pt x="18577" y="17779"/>
                  </a:cubicBezTo>
                  <a:cubicBezTo>
                    <a:pt x="18577" y="17779"/>
                    <a:pt x="18707" y="17154"/>
                    <a:pt x="18124" y="16655"/>
                  </a:cubicBezTo>
                  <a:cubicBezTo>
                    <a:pt x="17543" y="16156"/>
                    <a:pt x="17285" y="15823"/>
                    <a:pt x="17285" y="15157"/>
                  </a:cubicBezTo>
                  <a:cubicBezTo>
                    <a:pt x="17285" y="14492"/>
                    <a:pt x="16897" y="13992"/>
                    <a:pt x="16897" y="13618"/>
                  </a:cubicBezTo>
                  <a:cubicBezTo>
                    <a:pt x="16897" y="13243"/>
                    <a:pt x="17930" y="12536"/>
                    <a:pt x="18318" y="11746"/>
                  </a:cubicBezTo>
                  <a:cubicBezTo>
                    <a:pt x="18545" y="11285"/>
                    <a:pt x="19227" y="10911"/>
                    <a:pt x="19786" y="10578"/>
                  </a:cubicBezTo>
                  <a:cubicBezTo>
                    <a:pt x="19499" y="10290"/>
                    <a:pt x="19186" y="9773"/>
                    <a:pt x="18921" y="9222"/>
                  </a:cubicBezTo>
                  <a:cubicBezTo>
                    <a:pt x="18577" y="8500"/>
                    <a:pt x="17631" y="8279"/>
                    <a:pt x="16508" y="7614"/>
                  </a:cubicBezTo>
                  <a:cubicBezTo>
                    <a:pt x="15388" y="6948"/>
                    <a:pt x="15820" y="6559"/>
                    <a:pt x="15820" y="6282"/>
                  </a:cubicBezTo>
                  <a:cubicBezTo>
                    <a:pt x="15820" y="6005"/>
                    <a:pt x="17285" y="6004"/>
                    <a:pt x="18318" y="6059"/>
                  </a:cubicBezTo>
                  <a:cubicBezTo>
                    <a:pt x="19351" y="6116"/>
                    <a:pt x="19955" y="5949"/>
                    <a:pt x="19525" y="5783"/>
                  </a:cubicBezTo>
                  <a:cubicBezTo>
                    <a:pt x="19092" y="5615"/>
                    <a:pt x="18232" y="4340"/>
                    <a:pt x="18318" y="3453"/>
                  </a:cubicBezTo>
                  <a:cubicBezTo>
                    <a:pt x="18405" y="2565"/>
                    <a:pt x="17888" y="2289"/>
                    <a:pt x="17973" y="1788"/>
                  </a:cubicBezTo>
                  <a:cubicBezTo>
                    <a:pt x="18059" y="1289"/>
                    <a:pt x="17025" y="13"/>
                    <a:pt x="16162" y="13"/>
                  </a:cubicBezTo>
                  <a:cubicBezTo>
                    <a:pt x="16103" y="13"/>
                    <a:pt x="16053" y="5"/>
                    <a:pt x="16000" y="0"/>
                  </a:cubicBezTo>
                  <a:cubicBezTo>
                    <a:pt x="15851" y="399"/>
                    <a:pt x="15820" y="855"/>
                    <a:pt x="15820" y="1011"/>
                  </a:cubicBezTo>
                  <a:cubicBezTo>
                    <a:pt x="15820" y="1289"/>
                    <a:pt x="16508" y="1677"/>
                    <a:pt x="17025" y="1788"/>
                  </a:cubicBezTo>
                  <a:cubicBezTo>
                    <a:pt x="17543" y="1899"/>
                    <a:pt x="17285" y="2454"/>
                    <a:pt x="17200" y="2953"/>
                  </a:cubicBezTo>
                  <a:cubicBezTo>
                    <a:pt x="17112" y="3453"/>
                    <a:pt x="15734" y="3340"/>
                    <a:pt x="15475" y="3562"/>
                  </a:cubicBezTo>
                  <a:cubicBezTo>
                    <a:pt x="15216" y="3786"/>
                    <a:pt x="13665" y="5339"/>
                    <a:pt x="13752" y="5615"/>
                  </a:cubicBezTo>
                  <a:cubicBezTo>
                    <a:pt x="13838" y="5894"/>
                    <a:pt x="13494" y="6726"/>
                    <a:pt x="13064" y="6836"/>
                  </a:cubicBezTo>
                  <a:cubicBezTo>
                    <a:pt x="12631" y="6948"/>
                    <a:pt x="12719" y="7558"/>
                    <a:pt x="12719" y="7835"/>
                  </a:cubicBezTo>
                  <a:cubicBezTo>
                    <a:pt x="12719" y="8112"/>
                    <a:pt x="11338" y="8500"/>
                    <a:pt x="11338" y="8945"/>
                  </a:cubicBezTo>
                  <a:cubicBezTo>
                    <a:pt x="11338" y="9388"/>
                    <a:pt x="9702" y="11218"/>
                    <a:pt x="9185" y="11829"/>
                  </a:cubicBezTo>
                  <a:cubicBezTo>
                    <a:pt x="8669" y="12439"/>
                    <a:pt x="8152" y="13217"/>
                    <a:pt x="7978" y="12661"/>
                  </a:cubicBezTo>
                  <a:cubicBezTo>
                    <a:pt x="7806" y="12107"/>
                    <a:pt x="6513" y="11442"/>
                    <a:pt x="5910" y="11719"/>
                  </a:cubicBezTo>
                  <a:cubicBezTo>
                    <a:pt x="5305" y="11996"/>
                    <a:pt x="4532" y="11829"/>
                    <a:pt x="4186" y="11885"/>
                  </a:cubicBezTo>
                  <a:cubicBezTo>
                    <a:pt x="3841" y="11941"/>
                    <a:pt x="849" y="13935"/>
                    <a:pt x="849" y="13935"/>
                  </a:cubicBezTo>
                  <a:cubicBezTo>
                    <a:pt x="849" y="13935"/>
                    <a:pt x="622" y="14880"/>
                    <a:pt x="0" y="15947"/>
                  </a:cubicBezTo>
                  <a:cubicBezTo>
                    <a:pt x="382" y="16100"/>
                    <a:pt x="788" y="16597"/>
                    <a:pt x="1215" y="16988"/>
                  </a:cubicBezTo>
                  <a:cubicBezTo>
                    <a:pt x="1817" y="17543"/>
                    <a:pt x="2979" y="17127"/>
                    <a:pt x="3454" y="17294"/>
                  </a:cubicBezTo>
                  <a:cubicBezTo>
                    <a:pt x="3929" y="17460"/>
                    <a:pt x="4445" y="18765"/>
                    <a:pt x="4272" y="19125"/>
                  </a:cubicBezTo>
                  <a:cubicBezTo>
                    <a:pt x="4106" y="19472"/>
                    <a:pt x="3393" y="20353"/>
                    <a:pt x="3723" y="20790"/>
                  </a:cubicBezTo>
                  <a:lnTo>
                    <a:pt x="7758" y="20790"/>
                  </a:lnTo>
                  <a:cubicBezTo>
                    <a:pt x="7758" y="20790"/>
                    <a:pt x="9016" y="20558"/>
                    <a:pt x="9016" y="2055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1" name="Shape 3257"/>
            <p:cNvSpPr/>
            <p:nvPr/>
          </p:nvSpPr>
          <p:spPr>
            <a:xfrm>
              <a:off x="9622328" y="6235587"/>
              <a:ext cx="365911" cy="373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03" h="21206" extrusionOk="0">
                  <a:moveTo>
                    <a:pt x="20141" y="17733"/>
                  </a:moveTo>
                  <a:cubicBezTo>
                    <a:pt x="19677" y="17128"/>
                    <a:pt x="18593" y="14563"/>
                    <a:pt x="18670" y="13960"/>
                  </a:cubicBezTo>
                  <a:cubicBezTo>
                    <a:pt x="18747" y="13355"/>
                    <a:pt x="20063" y="11544"/>
                    <a:pt x="19986" y="10640"/>
                  </a:cubicBezTo>
                  <a:cubicBezTo>
                    <a:pt x="19909" y="9735"/>
                    <a:pt x="21303" y="9131"/>
                    <a:pt x="21303" y="8376"/>
                  </a:cubicBezTo>
                  <a:cubicBezTo>
                    <a:pt x="21303" y="7801"/>
                    <a:pt x="20942" y="4951"/>
                    <a:pt x="20085" y="3093"/>
                  </a:cubicBezTo>
                  <a:cubicBezTo>
                    <a:pt x="19909" y="3103"/>
                    <a:pt x="19693" y="3014"/>
                    <a:pt x="19444" y="2770"/>
                  </a:cubicBezTo>
                  <a:cubicBezTo>
                    <a:pt x="18825" y="2166"/>
                    <a:pt x="16246" y="2265"/>
                    <a:pt x="15317" y="3272"/>
                  </a:cubicBezTo>
                  <a:cubicBezTo>
                    <a:pt x="14388" y="4279"/>
                    <a:pt x="12530" y="2366"/>
                    <a:pt x="12220" y="1866"/>
                  </a:cubicBezTo>
                  <a:cubicBezTo>
                    <a:pt x="11910" y="1360"/>
                    <a:pt x="10568" y="254"/>
                    <a:pt x="9535" y="958"/>
                  </a:cubicBezTo>
                  <a:cubicBezTo>
                    <a:pt x="8501" y="1662"/>
                    <a:pt x="8194" y="1463"/>
                    <a:pt x="8296" y="555"/>
                  </a:cubicBezTo>
                  <a:cubicBezTo>
                    <a:pt x="8401" y="-351"/>
                    <a:pt x="6748" y="-49"/>
                    <a:pt x="6542" y="756"/>
                  </a:cubicBezTo>
                  <a:cubicBezTo>
                    <a:pt x="6337" y="1561"/>
                    <a:pt x="4994" y="2265"/>
                    <a:pt x="4580" y="1662"/>
                  </a:cubicBezTo>
                  <a:cubicBezTo>
                    <a:pt x="4167" y="1059"/>
                    <a:pt x="3240" y="254"/>
                    <a:pt x="2826" y="1160"/>
                  </a:cubicBezTo>
                  <a:cubicBezTo>
                    <a:pt x="2539" y="1787"/>
                    <a:pt x="2052" y="1733"/>
                    <a:pt x="1644" y="1437"/>
                  </a:cubicBezTo>
                  <a:cubicBezTo>
                    <a:pt x="1384" y="2558"/>
                    <a:pt x="1064" y="3840"/>
                    <a:pt x="1639" y="4150"/>
                  </a:cubicBezTo>
                  <a:cubicBezTo>
                    <a:pt x="2335" y="4528"/>
                    <a:pt x="2412" y="5283"/>
                    <a:pt x="2258" y="5736"/>
                  </a:cubicBezTo>
                  <a:cubicBezTo>
                    <a:pt x="2103" y="6188"/>
                    <a:pt x="3419" y="7321"/>
                    <a:pt x="2877" y="7849"/>
                  </a:cubicBezTo>
                  <a:cubicBezTo>
                    <a:pt x="2335" y="8376"/>
                    <a:pt x="1639" y="7321"/>
                    <a:pt x="1251" y="8074"/>
                  </a:cubicBezTo>
                  <a:cubicBezTo>
                    <a:pt x="865" y="8830"/>
                    <a:pt x="2025" y="9509"/>
                    <a:pt x="1561" y="10113"/>
                  </a:cubicBezTo>
                  <a:cubicBezTo>
                    <a:pt x="1097" y="10715"/>
                    <a:pt x="400" y="10790"/>
                    <a:pt x="555" y="11999"/>
                  </a:cubicBezTo>
                  <a:cubicBezTo>
                    <a:pt x="709" y="13205"/>
                    <a:pt x="631" y="14034"/>
                    <a:pt x="167" y="14413"/>
                  </a:cubicBezTo>
                  <a:cubicBezTo>
                    <a:pt x="-297" y="14789"/>
                    <a:pt x="244" y="14789"/>
                    <a:pt x="1329" y="15469"/>
                  </a:cubicBezTo>
                  <a:cubicBezTo>
                    <a:pt x="2412" y="16146"/>
                    <a:pt x="4193" y="16902"/>
                    <a:pt x="4039" y="18034"/>
                  </a:cubicBezTo>
                  <a:cubicBezTo>
                    <a:pt x="3898" y="19064"/>
                    <a:pt x="3436" y="19301"/>
                    <a:pt x="3005" y="21206"/>
                  </a:cubicBezTo>
                  <a:cubicBezTo>
                    <a:pt x="5105" y="21249"/>
                    <a:pt x="8872" y="19758"/>
                    <a:pt x="13304" y="19015"/>
                  </a:cubicBezTo>
                  <a:cubicBezTo>
                    <a:pt x="16074" y="18552"/>
                    <a:pt x="18416" y="18932"/>
                    <a:pt x="20080" y="19402"/>
                  </a:cubicBezTo>
                  <a:cubicBezTo>
                    <a:pt x="20258" y="18759"/>
                    <a:pt x="20375" y="18037"/>
                    <a:pt x="20141" y="177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2" name="Shape 3258"/>
            <p:cNvSpPr/>
            <p:nvPr/>
          </p:nvSpPr>
          <p:spPr>
            <a:xfrm>
              <a:off x="9941081" y="6195743"/>
              <a:ext cx="254724" cy="386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21460" extrusionOk="0">
                  <a:moveTo>
                    <a:pt x="18297" y="8795"/>
                  </a:moveTo>
                  <a:cubicBezTo>
                    <a:pt x="17624" y="7685"/>
                    <a:pt x="18072" y="5248"/>
                    <a:pt x="18185" y="4139"/>
                  </a:cubicBezTo>
                  <a:cubicBezTo>
                    <a:pt x="18297" y="3032"/>
                    <a:pt x="17737" y="2441"/>
                    <a:pt x="16951" y="2144"/>
                  </a:cubicBezTo>
                  <a:cubicBezTo>
                    <a:pt x="16530" y="1989"/>
                    <a:pt x="16175" y="940"/>
                    <a:pt x="15933" y="0"/>
                  </a:cubicBezTo>
                  <a:cubicBezTo>
                    <a:pt x="15042" y="265"/>
                    <a:pt x="14969" y="1228"/>
                    <a:pt x="14595" y="816"/>
                  </a:cubicBezTo>
                  <a:cubicBezTo>
                    <a:pt x="14145" y="323"/>
                    <a:pt x="2474" y="27"/>
                    <a:pt x="1880" y="618"/>
                  </a:cubicBezTo>
                  <a:cubicBezTo>
                    <a:pt x="1280" y="1208"/>
                    <a:pt x="2924" y="3379"/>
                    <a:pt x="2777" y="3969"/>
                  </a:cubicBezTo>
                  <a:cubicBezTo>
                    <a:pt x="2686" y="4322"/>
                    <a:pt x="2434" y="4561"/>
                    <a:pt x="2058" y="4581"/>
                  </a:cubicBezTo>
                  <a:cubicBezTo>
                    <a:pt x="3299" y="6400"/>
                    <a:pt x="3823" y="9191"/>
                    <a:pt x="3823" y="9754"/>
                  </a:cubicBezTo>
                  <a:cubicBezTo>
                    <a:pt x="3823" y="10493"/>
                    <a:pt x="1802" y="11084"/>
                    <a:pt x="1913" y="11971"/>
                  </a:cubicBezTo>
                  <a:cubicBezTo>
                    <a:pt x="2026" y="12856"/>
                    <a:pt x="118" y="14630"/>
                    <a:pt x="6" y="15222"/>
                  </a:cubicBezTo>
                  <a:cubicBezTo>
                    <a:pt x="-105" y="15812"/>
                    <a:pt x="1465" y="18324"/>
                    <a:pt x="2138" y="18916"/>
                  </a:cubicBezTo>
                  <a:cubicBezTo>
                    <a:pt x="2478" y="19213"/>
                    <a:pt x="2307" y="19920"/>
                    <a:pt x="2051" y="20550"/>
                  </a:cubicBezTo>
                  <a:cubicBezTo>
                    <a:pt x="4089" y="20937"/>
                    <a:pt x="5431" y="21385"/>
                    <a:pt x="5841" y="21452"/>
                  </a:cubicBezTo>
                  <a:cubicBezTo>
                    <a:pt x="6740" y="21600"/>
                    <a:pt x="13097" y="19679"/>
                    <a:pt x="15643" y="18842"/>
                  </a:cubicBezTo>
                  <a:cubicBezTo>
                    <a:pt x="17676" y="18171"/>
                    <a:pt x="19938" y="17751"/>
                    <a:pt x="21495" y="17208"/>
                  </a:cubicBezTo>
                  <a:cubicBezTo>
                    <a:pt x="20558" y="16011"/>
                    <a:pt x="19644" y="14434"/>
                    <a:pt x="19644" y="13374"/>
                  </a:cubicBezTo>
                  <a:cubicBezTo>
                    <a:pt x="19644" y="11674"/>
                    <a:pt x="18971" y="9902"/>
                    <a:pt x="18297" y="879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3" name="Shape 3259"/>
            <p:cNvSpPr/>
            <p:nvPr/>
          </p:nvSpPr>
          <p:spPr>
            <a:xfrm>
              <a:off x="9223888" y="6096133"/>
              <a:ext cx="447529" cy="335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5" h="21094" extrusionOk="0">
                  <a:moveTo>
                    <a:pt x="7194" y="11449"/>
                  </a:moveTo>
                  <a:cubicBezTo>
                    <a:pt x="7257" y="10530"/>
                    <a:pt x="7826" y="10864"/>
                    <a:pt x="8521" y="11032"/>
                  </a:cubicBezTo>
                  <a:cubicBezTo>
                    <a:pt x="9216" y="11200"/>
                    <a:pt x="10037" y="10448"/>
                    <a:pt x="10669" y="10448"/>
                  </a:cubicBezTo>
                  <a:cubicBezTo>
                    <a:pt x="11301" y="10448"/>
                    <a:pt x="12943" y="13372"/>
                    <a:pt x="12943" y="14208"/>
                  </a:cubicBezTo>
                  <a:cubicBezTo>
                    <a:pt x="12943" y="15043"/>
                    <a:pt x="13007" y="15796"/>
                    <a:pt x="13323" y="16465"/>
                  </a:cubicBezTo>
                  <a:cubicBezTo>
                    <a:pt x="13364" y="16551"/>
                    <a:pt x="13392" y="16641"/>
                    <a:pt x="13411" y="16728"/>
                  </a:cubicBezTo>
                  <a:cubicBezTo>
                    <a:pt x="14430" y="16419"/>
                    <a:pt x="15274" y="16255"/>
                    <a:pt x="15471" y="16255"/>
                  </a:cubicBezTo>
                  <a:cubicBezTo>
                    <a:pt x="15781" y="16255"/>
                    <a:pt x="16404" y="18226"/>
                    <a:pt x="16278" y="19460"/>
                  </a:cubicBezTo>
                  <a:cubicBezTo>
                    <a:pt x="16154" y="20694"/>
                    <a:pt x="17210" y="21600"/>
                    <a:pt x="17647" y="20778"/>
                  </a:cubicBezTo>
                  <a:cubicBezTo>
                    <a:pt x="18082" y="19954"/>
                    <a:pt x="18640" y="18885"/>
                    <a:pt x="18765" y="19625"/>
                  </a:cubicBezTo>
                  <a:cubicBezTo>
                    <a:pt x="18803" y="19844"/>
                    <a:pt x="19035" y="20034"/>
                    <a:pt x="19331" y="20190"/>
                  </a:cubicBezTo>
                  <a:cubicBezTo>
                    <a:pt x="19488" y="19703"/>
                    <a:pt x="19827" y="19509"/>
                    <a:pt x="20084" y="19058"/>
                  </a:cubicBezTo>
                  <a:cubicBezTo>
                    <a:pt x="20462" y="18388"/>
                    <a:pt x="19515" y="17636"/>
                    <a:pt x="19831" y="16798"/>
                  </a:cubicBezTo>
                  <a:cubicBezTo>
                    <a:pt x="20147" y="15964"/>
                    <a:pt x="20715" y="17133"/>
                    <a:pt x="21158" y="16550"/>
                  </a:cubicBezTo>
                  <a:cubicBezTo>
                    <a:pt x="21600" y="15964"/>
                    <a:pt x="20526" y="14709"/>
                    <a:pt x="20652" y="14208"/>
                  </a:cubicBezTo>
                  <a:cubicBezTo>
                    <a:pt x="20779" y="13707"/>
                    <a:pt x="20715" y="12870"/>
                    <a:pt x="20147" y="12452"/>
                  </a:cubicBezTo>
                  <a:cubicBezTo>
                    <a:pt x="19679" y="12108"/>
                    <a:pt x="19940" y="10687"/>
                    <a:pt x="20151" y="9446"/>
                  </a:cubicBezTo>
                  <a:cubicBezTo>
                    <a:pt x="20007" y="9306"/>
                    <a:pt x="19870" y="9117"/>
                    <a:pt x="19768" y="8916"/>
                  </a:cubicBezTo>
                  <a:cubicBezTo>
                    <a:pt x="19430" y="8249"/>
                    <a:pt x="19685" y="6798"/>
                    <a:pt x="19095" y="6798"/>
                  </a:cubicBezTo>
                  <a:cubicBezTo>
                    <a:pt x="18504" y="6798"/>
                    <a:pt x="18589" y="5682"/>
                    <a:pt x="19095" y="5459"/>
                  </a:cubicBezTo>
                  <a:cubicBezTo>
                    <a:pt x="19600" y="5240"/>
                    <a:pt x="18083" y="4458"/>
                    <a:pt x="18083" y="3678"/>
                  </a:cubicBezTo>
                  <a:cubicBezTo>
                    <a:pt x="18083" y="2901"/>
                    <a:pt x="17325" y="1001"/>
                    <a:pt x="16987" y="891"/>
                  </a:cubicBezTo>
                  <a:cubicBezTo>
                    <a:pt x="16650" y="780"/>
                    <a:pt x="15471" y="2787"/>
                    <a:pt x="14966" y="2787"/>
                  </a:cubicBezTo>
                  <a:cubicBezTo>
                    <a:pt x="14459" y="2787"/>
                    <a:pt x="13366" y="1448"/>
                    <a:pt x="13028" y="2563"/>
                  </a:cubicBezTo>
                  <a:cubicBezTo>
                    <a:pt x="12691" y="3678"/>
                    <a:pt x="11933" y="2005"/>
                    <a:pt x="11427" y="2901"/>
                  </a:cubicBezTo>
                  <a:cubicBezTo>
                    <a:pt x="10922" y="3788"/>
                    <a:pt x="10586" y="1895"/>
                    <a:pt x="10586" y="1895"/>
                  </a:cubicBezTo>
                  <a:cubicBezTo>
                    <a:pt x="10586" y="1895"/>
                    <a:pt x="10594" y="1631"/>
                    <a:pt x="10604" y="1273"/>
                  </a:cubicBezTo>
                  <a:cubicBezTo>
                    <a:pt x="10499" y="1322"/>
                    <a:pt x="10396" y="1372"/>
                    <a:pt x="10290" y="1421"/>
                  </a:cubicBezTo>
                  <a:cubicBezTo>
                    <a:pt x="8836" y="2089"/>
                    <a:pt x="6246" y="1672"/>
                    <a:pt x="6120" y="1086"/>
                  </a:cubicBezTo>
                  <a:cubicBezTo>
                    <a:pt x="5993" y="500"/>
                    <a:pt x="4098" y="0"/>
                    <a:pt x="4098" y="0"/>
                  </a:cubicBezTo>
                  <a:cubicBezTo>
                    <a:pt x="4098" y="0"/>
                    <a:pt x="4160" y="1421"/>
                    <a:pt x="3465" y="1754"/>
                  </a:cubicBezTo>
                  <a:cubicBezTo>
                    <a:pt x="2771" y="2089"/>
                    <a:pt x="3656" y="3177"/>
                    <a:pt x="3656" y="3510"/>
                  </a:cubicBezTo>
                  <a:cubicBezTo>
                    <a:pt x="3656" y="3843"/>
                    <a:pt x="3086" y="4346"/>
                    <a:pt x="2644" y="4094"/>
                  </a:cubicBezTo>
                  <a:cubicBezTo>
                    <a:pt x="2202" y="3843"/>
                    <a:pt x="938" y="5350"/>
                    <a:pt x="306" y="5933"/>
                  </a:cubicBezTo>
                  <a:cubicBezTo>
                    <a:pt x="235" y="6002"/>
                    <a:pt x="127" y="6147"/>
                    <a:pt x="0" y="6337"/>
                  </a:cubicBezTo>
                  <a:cubicBezTo>
                    <a:pt x="975" y="7372"/>
                    <a:pt x="889" y="8529"/>
                    <a:pt x="2034" y="9638"/>
                  </a:cubicBezTo>
                  <a:cubicBezTo>
                    <a:pt x="3090" y="10665"/>
                    <a:pt x="4436" y="12053"/>
                    <a:pt x="5242" y="14268"/>
                  </a:cubicBezTo>
                  <a:cubicBezTo>
                    <a:pt x="6058" y="13354"/>
                    <a:pt x="7150" y="12077"/>
                    <a:pt x="7194" y="1144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4" name="Shape 3260"/>
            <p:cNvSpPr/>
            <p:nvPr/>
          </p:nvSpPr>
          <p:spPr>
            <a:xfrm>
              <a:off x="9443031" y="6355119"/>
              <a:ext cx="250500" cy="240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extrusionOk="0">
                  <a:moveTo>
                    <a:pt x="17400" y="12504"/>
                  </a:moveTo>
                  <a:cubicBezTo>
                    <a:pt x="15809" y="11426"/>
                    <a:pt x="15015" y="11426"/>
                    <a:pt x="15696" y="10829"/>
                  </a:cubicBezTo>
                  <a:cubicBezTo>
                    <a:pt x="16377" y="10229"/>
                    <a:pt x="16491" y="8914"/>
                    <a:pt x="16265" y="7001"/>
                  </a:cubicBezTo>
                  <a:cubicBezTo>
                    <a:pt x="16194" y="6388"/>
                    <a:pt x="16257" y="5968"/>
                    <a:pt x="16388" y="5632"/>
                  </a:cubicBezTo>
                  <a:cubicBezTo>
                    <a:pt x="15856" y="5408"/>
                    <a:pt x="15438" y="5137"/>
                    <a:pt x="15371" y="4824"/>
                  </a:cubicBezTo>
                  <a:cubicBezTo>
                    <a:pt x="15146" y="3765"/>
                    <a:pt x="14143" y="5295"/>
                    <a:pt x="13363" y="6474"/>
                  </a:cubicBezTo>
                  <a:cubicBezTo>
                    <a:pt x="12577" y="7650"/>
                    <a:pt x="10679" y="6353"/>
                    <a:pt x="10902" y="4587"/>
                  </a:cubicBezTo>
                  <a:cubicBezTo>
                    <a:pt x="11128" y="2821"/>
                    <a:pt x="10008" y="0"/>
                    <a:pt x="9452" y="0"/>
                  </a:cubicBezTo>
                  <a:cubicBezTo>
                    <a:pt x="9098" y="0"/>
                    <a:pt x="7582" y="235"/>
                    <a:pt x="5751" y="677"/>
                  </a:cubicBezTo>
                  <a:cubicBezTo>
                    <a:pt x="5993" y="1535"/>
                    <a:pt x="5450" y="2470"/>
                    <a:pt x="5251" y="3411"/>
                  </a:cubicBezTo>
                  <a:cubicBezTo>
                    <a:pt x="5025" y="4488"/>
                    <a:pt x="2298" y="6044"/>
                    <a:pt x="1164" y="7001"/>
                  </a:cubicBezTo>
                  <a:cubicBezTo>
                    <a:pt x="848" y="7269"/>
                    <a:pt x="433" y="7955"/>
                    <a:pt x="0" y="8816"/>
                  </a:cubicBezTo>
                  <a:cubicBezTo>
                    <a:pt x="2135" y="10237"/>
                    <a:pt x="4627" y="11888"/>
                    <a:pt x="6653" y="13502"/>
                  </a:cubicBezTo>
                  <a:cubicBezTo>
                    <a:pt x="10360" y="16452"/>
                    <a:pt x="15963" y="20361"/>
                    <a:pt x="18613" y="21397"/>
                  </a:cubicBezTo>
                  <a:cubicBezTo>
                    <a:pt x="18965" y="21535"/>
                    <a:pt x="19386" y="21593"/>
                    <a:pt x="19858" y="21600"/>
                  </a:cubicBezTo>
                  <a:cubicBezTo>
                    <a:pt x="20490" y="18579"/>
                    <a:pt x="21167" y="18204"/>
                    <a:pt x="21374" y="16570"/>
                  </a:cubicBezTo>
                  <a:cubicBezTo>
                    <a:pt x="21600" y="14776"/>
                    <a:pt x="18989" y="13577"/>
                    <a:pt x="17400" y="1250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5" name="Shape 3261"/>
            <p:cNvSpPr/>
            <p:nvPr/>
          </p:nvSpPr>
          <p:spPr>
            <a:xfrm>
              <a:off x="9343420" y="6275431"/>
              <a:ext cx="172639" cy="190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2" h="21600" extrusionOk="0">
                  <a:moveTo>
                    <a:pt x="20298" y="14784"/>
                  </a:moveTo>
                  <a:cubicBezTo>
                    <a:pt x="20623" y="13427"/>
                    <a:pt x="21600" y="12067"/>
                    <a:pt x="20787" y="10862"/>
                  </a:cubicBezTo>
                  <a:cubicBezTo>
                    <a:pt x="19975" y="9654"/>
                    <a:pt x="19811" y="8295"/>
                    <a:pt x="19811" y="6787"/>
                  </a:cubicBezTo>
                  <a:cubicBezTo>
                    <a:pt x="19811" y="5277"/>
                    <a:pt x="15585" y="0"/>
                    <a:pt x="13959" y="0"/>
                  </a:cubicBezTo>
                  <a:cubicBezTo>
                    <a:pt x="12334" y="0"/>
                    <a:pt x="10222" y="1357"/>
                    <a:pt x="8434" y="1055"/>
                  </a:cubicBezTo>
                  <a:cubicBezTo>
                    <a:pt x="6646" y="750"/>
                    <a:pt x="5182" y="148"/>
                    <a:pt x="5020" y="1808"/>
                  </a:cubicBezTo>
                  <a:cubicBezTo>
                    <a:pt x="4908" y="2940"/>
                    <a:pt x="2099" y="5247"/>
                    <a:pt x="0" y="6895"/>
                  </a:cubicBezTo>
                  <a:cubicBezTo>
                    <a:pt x="407" y="7679"/>
                    <a:pt x="784" y="8498"/>
                    <a:pt x="1069" y="9405"/>
                  </a:cubicBezTo>
                  <a:cubicBezTo>
                    <a:pt x="2799" y="14932"/>
                    <a:pt x="4424" y="16042"/>
                    <a:pt x="6919" y="17949"/>
                  </a:cubicBezTo>
                  <a:cubicBezTo>
                    <a:pt x="8046" y="18819"/>
                    <a:pt x="10246" y="20110"/>
                    <a:pt x="12781" y="21600"/>
                  </a:cubicBezTo>
                  <a:cubicBezTo>
                    <a:pt x="13400" y="20514"/>
                    <a:pt x="13995" y="19649"/>
                    <a:pt x="14448" y="19311"/>
                  </a:cubicBezTo>
                  <a:cubicBezTo>
                    <a:pt x="16071" y="18104"/>
                    <a:pt x="19975" y="16142"/>
                    <a:pt x="20298" y="1478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6" name="Shape 3262"/>
            <p:cNvSpPr/>
            <p:nvPr/>
          </p:nvSpPr>
          <p:spPr>
            <a:xfrm>
              <a:off x="9124279" y="5159799"/>
              <a:ext cx="502622" cy="408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21600" extrusionOk="0">
                  <a:moveTo>
                    <a:pt x="10115" y="16637"/>
                  </a:moveTo>
                  <a:cubicBezTo>
                    <a:pt x="10115" y="15912"/>
                    <a:pt x="12792" y="14984"/>
                    <a:pt x="12792" y="14260"/>
                  </a:cubicBezTo>
                  <a:cubicBezTo>
                    <a:pt x="12792" y="13537"/>
                    <a:pt x="12792" y="5782"/>
                    <a:pt x="12792" y="5782"/>
                  </a:cubicBezTo>
                  <a:cubicBezTo>
                    <a:pt x="12792" y="5782"/>
                    <a:pt x="21154" y="5988"/>
                    <a:pt x="21405" y="5782"/>
                  </a:cubicBezTo>
                  <a:cubicBezTo>
                    <a:pt x="21534" y="5674"/>
                    <a:pt x="21508" y="3425"/>
                    <a:pt x="21463" y="1214"/>
                  </a:cubicBezTo>
                  <a:cubicBezTo>
                    <a:pt x="21145" y="548"/>
                    <a:pt x="21600" y="0"/>
                    <a:pt x="19622" y="0"/>
                  </a:cubicBezTo>
                  <a:cubicBezTo>
                    <a:pt x="18002" y="0"/>
                    <a:pt x="13274" y="0"/>
                    <a:pt x="10085" y="0"/>
                  </a:cubicBezTo>
                  <a:cubicBezTo>
                    <a:pt x="9355" y="847"/>
                    <a:pt x="8960" y="1990"/>
                    <a:pt x="8681" y="2909"/>
                  </a:cubicBezTo>
                  <a:cubicBezTo>
                    <a:pt x="8226" y="4407"/>
                    <a:pt x="5382" y="6612"/>
                    <a:pt x="5268" y="8723"/>
                  </a:cubicBezTo>
                  <a:cubicBezTo>
                    <a:pt x="5154" y="10833"/>
                    <a:pt x="2499" y="14115"/>
                    <a:pt x="755" y="18617"/>
                  </a:cubicBezTo>
                  <a:cubicBezTo>
                    <a:pt x="275" y="19858"/>
                    <a:pt x="56" y="20822"/>
                    <a:pt x="0" y="21600"/>
                  </a:cubicBezTo>
                  <a:lnTo>
                    <a:pt x="10115" y="21600"/>
                  </a:lnTo>
                  <a:cubicBezTo>
                    <a:pt x="10115" y="21600"/>
                    <a:pt x="10115" y="17361"/>
                    <a:pt x="10115" y="1663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7" name="Shape 3263"/>
            <p:cNvSpPr/>
            <p:nvPr/>
          </p:nvSpPr>
          <p:spPr>
            <a:xfrm>
              <a:off x="9104357" y="5179721"/>
              <a:ext cx="725885" cy="7979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8" h="21600" extrusionOk="0">
                  <a:moveTo>
                    <a:pt x="1610" y="18665"/>
                  </a:moveTo>
                  <a:cubicBezTo>
                    <a:pt x="2234" y="18780"/>
                    <a:pt x="3234" y="18665"/>
                    <a:pt x="3234" y="18665"/>
                  </a:cubicBezTo>
                  <a:cubicBezTo>
                    <a:pt x="3234" y="18665"/>
                    <a:pt x="4108" y="18323"/>
                    <a:pt x="4608" y="18551"/>
                  </a:cubicBezTo>
                  <a:cubicBezTo>
                    <a:pt x="5107" y="18780"/>
                    <a:pt x="5606" y="19350"/>
                    <a:pt x="5606" y="19350"/>
                  </a:cubicBezTo>
                  <a:lnTo>
                    <a:pt x="6231" y="19350"/>
                  </a:lnTo>
                  <a:cubicBezTo>
                    <a:pt x="6231" y="19350"/>
                    <a:pt x="6731" y="20606"/>
                    <a:pt x="7480" y="20834"/>
                  </a:cubicBezTo>
                  <a:cubicBezTo>
                    <a:pt x="7911" y="20965"/>
                    <a:pt x="8174" y="21321"/>
                    <a:pt x="8322" y="21600"/>
                  </a:cubicBezTo>
                  <a:cubicBezTo>
                    <a:pt x="8856" y="21588"/>
                    <a:pt x="9270" y="21427"/>
                    <a:pt x="9270" y="21076"/>
                  </a:cubicBezTo>
                  <a:cubicBezTo>
                    <a:pt x="9270" y="20640"/>
                    <a:pt x="9510" y="20057"/>
                    <a:pt x="10306" y="20713"/>
                  </a:cubicBezTo>
                  <a:cubicBezTo>
                    <a:pt x="11103" y="21368"/>
                    <a:pt x="11103" y="20785"/>
                    <a:pt x="11262" y="20567"/>
                  </a:cubicBezTo>
                  <a:cubicBezTo>
                    <a:pt x="11422" y="20349"/>
                    <a:pt x="11980" y="20640"/>
                    <a:pt x="12457" y="20640"/>
                  </a:cubicBezTo>
                  <a:cubicBezTo>
                    <a:pt x="12936" y="20640"/>
                    <a:pt x="13573" y="20349"/>
                    <a:pt x="13573" y="20349"/>
                  </a:cubicBezTo>
                  <a:cubicBezTo>
                    <a:pt x="13573" y="20349"/>
                    <a:pt x="20188" y="20421"/>
                    <a:pt x="20507" y="20275"/>
                  </a:cubicBezTo>
                  <a:cubicBezTo>
                    <a:pt x="20824" y="20131"/>
                    <a:pt x="20746" y="18892"/>
                    <a:pt x="20746" y="18892"/>
                  </a:cubicBezTo>
                  <a:lnTo>
                    <a:pt x="20188" y="18384"/>
                  </a:lnTo>
                  <a:lnTo>
                    <a:pt x="18514" y="4041"/>
                  </a:lnTo>
                  <a:lnTo>
                    <a:pt x="21508" y="4041"/>
                  </a:lnTo>
                  <a:cubicBezTo>
                    <a:pt x="18313" y="2111"/>
                    <a:pt x="15574" y="473"/>
                    <a:pt x="15226" y="292"/>
                  </a:cubicBezTo>
                  <a:cubicBezTo>
                    <a:pt x="15036" y="192"/>
                    <a:pt x="14938" y="95"/>
                    <a:pt x="14877" y="0"/>
                  </a:cubicBezTo>
                  <a:cubicBezTo>
                    <a:pt x="14908" y="1131"/>
                    <a:pt x="14926" y="2283"/>
                    <a:pt x="14837" y="2338"/>
                  </a:cubicBezTo>
                  <a:cubicBezTo>
                    <a:pt x="14663" y="2443"/>
                    <a:pt x="8871" y="2338"/>
                    <a:pt x="8871" y="2338"/>
                  </a:cubicBezTo>
                  <a:cubicBezTo>
                    <a:pt x="8871" y="2338"/>
                    <a:pt x="8871" y="6307"/>
                    <a:pt x="8871" y="6676"/>
                  </a:cubicBezTo>
                  <a:cubicBezTo>
                    <a:pt x="8871" y="7047"/>
                    <a:pt x="7016" y="7522"/>
                    <a:pt x="7016" y="7893"/>
                  </a:cubicBezTo>
                  <a:cubicBezTo>
                    <a:pt x="7016" y="8264"/>
                    <a:pt x="7016" y="10433"/>
                    <a:pt x="7016" y="10433"/>
                  </a:cubicBezTo>
                  <a:lnTo>
                    <a:pt x="9" y="10433"/>
                  </a:lnTo>
                  <a:cubicBezTo>
                    <a:pt x="-92" y="11479"/>
                    <a:pt x="606" y="11849"/>
                    <a:pt x="1005" y="12266"/>
                  </a:cubicBezTo>
                  <a:cubicBezTo>
                    <a:pt x="1557" y="12842"/>
                    <a:pt x="585" y="13850"/>
                    <a:pt x="1399" y="14882"/>
                  </a:cubicBezTo>
                  <a:cubicBezTo>
                    <a:pt x="2213" y="15914"/>
                    <a:pt x="1216" y="17498"/>
                    <a:pt x="821" y="18074"/>
                  </a:cubicBezTo>
                  <a:cubicBezTo>
                    <a:pt x="608" y="18388"/>
                    <a:pt x="585" y="18930"/>
                    <a:pt x="519" y="19485"/>
                  </a:cubicBezTo>
                  <a:cubicBezTo>
                    <a:pt x="552" y="19479"/>
                    <a:pt x="590" y="19469"/>
                    <a:pt x="610" y="19464"/>
                  </a:cubicBezTo>
                  <a:cubicBezTo>
                    <a:pt x="1110" y="19350"/>
                    <a:pt x="985" y="18551"/>
                    <a:pt x="1610" y="1866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8" name="Shape 3264"/>
            <p:cNvSpPr/>
            <p:nvPr/>
          </p:nvSpPr>
          <p:spPr>
            <a:xfrm>
              <a:off x="9403187" y="5319175"/>
              <a:ext cx="1001298" cy="931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447" extrusionOk="0">
                  <a:moveTo>
                    <a:pt x="20461" y="8949"/>
                  </a:moveTo>
                  <a:cubicBezTo>
                    <a:pt x="20461" y="8949"/>
                    <a:pt x="20461" y="7881"/>
                    <a:pt x="19824" y="7492"/>
                  </a:cubicBezTo>
                  <a:cubicBezTo>
                    <a:pt x="19189" y="7104"/>
                    <a:pt x="18371" y="7006"/>
                    <a:pt x="18371" y="7006"/>
                  </a:cubicBezTo>
                  <a:cubicBezTo>
                    <a:pt x="18371" y="7006"/>
                    <a:pt x="17918" y="6132"/>
                    <a:pt x="17554" y="5744"/>
                  </a:cubicBezTo>
                  <a:cubicBezTo>
                    <a:pt x="17336" y="5511"/>
                    <a:pt x="13085" y="2472"/>
                    <a:pt x="9588" y="0"/>
                  </a:cubicBezTo>
                  <a:lnTo>
                    <a:pt x="7411" y="0"/>
                  </a:lnTo>
                  <a:lnTo>
                    <a:pt x="8628" y="12205"/>
                  </a:lnTo>
                  <a:lnTo>
                    <a:pt x="9034" y="12638"/>
                  </a:lnTo>
                  <a:cubicBezTo>
                    <a:pt x="9034" y="12638"/>
                    <a:pt x="9091" y="13691"/>
                    <a:pt x="8860" y="13815"/>
                  </a:cubicBezTo>
                  <a:cubicBezTo>
                    <a:pt x="8628" y="13939"/>
                    <a:pt x="3819" y="13877"/>
                    <a:pt x="3819" y="13877"/>
                  </a:cubicBezTo>
                  <a:cubicBezTo>
                    <a:pt x="3819" y="13877"/>
                    <a:pt x="3355" y="14125"/>
                    <a:pt x="3007" y="14125"/>
                  </a:cubicBezTo>
                  <a:cubicBezTo>
                    <a:pt x="2660" y="14125"/>
                    <a:pt x="2254" y="13877"/>
                    <a:pt x="2138" y="14063"/>
                  </a:cubicBezTo>
                  <a:cubicBezTo>
                    <a:pt x="2022" y="14248"/>
                    <a:pt x="2022" y="14744"/>
                    <a:pt x="1443" y="14187"/>
                  </a:cubicBezTo>
                  <a:cubicBezTo>
                    <a:pt x="864" y="13629"/>
                    <a:pt x="689" y="14125"/>
                    <a:pt x="689" y="14496"/>
                  </a:cubicBezTo>
                  <a:cubicBezTo>
                    <a:pt x="689" y="14795"/>
                    <a:pt x="389" y="14932"/>
                    <a:pt x="0" y="14942"/>
                  </a:cubicBezTo>
                  <a:cubicBezTo>
                    <a:pt x="80" y="15119"/>
                    <a:pt x="115" y="15261"/>
                    <a:pt x="115" y="15261"/>
                  </a:cubicBezTo>
                  <a:lnTo>
                    <a:pt x="353" y="15638"/>
                  </a:lnTo>
                  <a:cubicBezTo>
                    <a:pt x="353" y="15638"/>
                    <a:pt x="315" y="16250"/>
                    <a:pt x="544" y="16495"/>
                  </a:cubicBezTo>
                  <a:cubicBezTo>
                    <a:pt x="773" y="16741"/>
                    <a:pt x="1194" y="17189"/>
                    <a:pt x="1232" y="17394"/>
                  </a:cubicBezTo>
                  <a:cubicBezTo>
                    <a:pt x="1269" y="17598"/>
                    <a:pt x="1232" y="18497"/>
                    <a:pt x="1232" y="18497"/>
                  </a:cubicBezTo>
                  <a:cubicBezTo>
                    <a:pt x="1232" y="18497"/>
                    <a:pt x="1384" y="19190"/>
                    <a:pt x="1613" y="18865"/>
                  </a:cubicBezTo>
                  <a:cubicBezTo>
                    <a:pt x="1843" y="18537"/>
                    <a:pt x="2186" y="19150"/>
                    <a:pt x="2339" y="18741"/>
                  </a:cubicBezTo>
                  <a:cubicBezTo>
                    <a:pt x="2493" y="18333"/>
                    <a:pt x="2988" y="18823"/>
                    <a:pt x="3218" y="18823"/>
                  </a:cubicBezTo>
                  <a:cubicBezTo>
                    <a:pt x="3447" y="18823"/>
                    <a:pt x="3982" y="18088"/>
                    <a:pt x="4134" y="18129"/>
                  </a:cubicBezTo>
                  <a:cubicBezTo>
                    <a:pt x="4288" y="18169"/>
                    <a:pt x="4631" y="18865"/>
                    <a:pt x="4631" y="19150"/>
                  </a:cubicBezTo>
                  <a:cubicBezTo>
                    <a:pt x="4631" y="19436"/>
                    <a:pt x="5319" y="19722"/>
                    <a:pt x="5090" y="19802"/>
                  </a:cubicBezTo>
                  <a:cubicBezTo>
                    <a:pt x="4860" y="19884"/>
                    <a:pt x="4822" y="20293"/>
                    <a:pt x="5090" y="20293"/>
                  </a:cubicBezTo>
                  <a:cubicBezTo>
                    <a:pt x="5357" y="20293"/>
                    <a:pt x="5242" y="20825"/>
                    <a:pt x="5395" y="21069"/>
                  </a:cubicBezTo>
                  <a:cubicBezTo>
                    <a:pt x="5548" y="21314"/>
                    <a:pt x="5853" y="21519"/>
                    <a:pt x="6007" y="21151"/>
                  </a:cubicBezTo>
                  <a:cubicBezTo>
                    <a:pt x="6160" y="20783"/>
                    <a:pt x="6503" y="21110"/>
                    <a:pt x="6656" y="21355"/>
                  </a:cubicBezTo>
                  <a:cubicBezTo>
                    <a:pt x="6809" y="21600"/>
                    <a:pt x="7306" y="21314"/>
                    <a:pt x="7382" y="20987"/>
                  </a:cubicBezTo>
                  <a:cubicBezTo>
                    <a:pt x="7458" y="20661"/>
                    <a:pt x="8069" y="20538"/>
                    <a:pt x="8031" y="20906"/>
                  </a:cubicBezTo>
                  <a:cubicBezTo>
                    <a:pt x="7993" y="21274"/>
                    <a:pt x="8107" y="21355"/>
                    <a:pt x="8489" y="21069"/>
                  </a:cubicBezTo>
                  <a:cubicBezTo>
                    <a:pt x="8606" y="20983"/>
                    <a:pt x="8731" y="20969"/>
                    <a:pt x="8855" y="20989"/>
                  </a:cubicBezTo>
                  <a:cubicBezTo>
                    <a:pt x="8990" y="20514"/>
                    <a:pt x="9146" y="20075"/>
                    <a:pt x="9215" y="19926"/>
                  </a:cubicBezTo>
                  <a:cubicBezTo>
                    <a:pt x="9330" y="19681"/>
                    <a:pt x="8948" y="19110"/>
                    <a:pt x="9138" y="19027"/>
                  </a:cubicBezTo>
                  <a:cubicBezTo>
                    <a:pt x="9330" y="18945"/>
                    <a:pt x="9979" y="19110"/>
                    <a:pt x="10170" y="18537"/>
                  </a:cubicBezTo>
                  <a:cubicBezTo>
                    <a:pt x="10361" y="17966"/>
                    <a:pt x="10590" y="17679"/>
                    <a:pt x="10590" y="17679"/>
                  </a:cubicBezTo>
                  <a:cubicBezTo>
                    <a:pt x="10590" y="17679"/>
                    <a:pt x="10666" y="16455"/>
                    <a:pt x="11010" y="16659"/>
                  </a:cubicBezTo>
                  <a:cubicBezTo>
                    <a:pt x="11354" y="16863"/>
                    <a:pt x="11774" y="17189"/>
                    <a:pt x="11812" y="16699"/>
                  </a:cubicBezTo>
                  <a:cubicBezTo>
                    <a:pt x="11851" y="16209"/>
                    <a:pt x="12271" y="16495"/>
                    <a:pt x="12385" y="16046"/>
                  </a:cubicBezTo>
                  <a:cubicBezTo>
                    <a:pt x="12500" y="15596"/>
                    <a:pt x="12729" y="15638"/>
                    <a:pt x="12997" y="15719"/>
                  </a:cubicBezTo>
                  <a:cubicBezTo>
                    <a:pt x="13264" y="15801"/>
                    <a:pt x="13493" y="15679"/>
                    <a:pt x="13493" y="15433"/>
                  </a:cubicBezTo>
                  <a:cubicBezTo>
                    <a:pt x="13493" y="15189"/>
                    <a:pt x="14104" y="15311"/>
                    <a:pt x="14601" y="14943"/>
                  </a:cubicBezTo>
                  <a:cubicBezTo>
                    <a:pt x="15097" y="14576"/>
                    <a:pt x="15365" y="14290"/>
                    <a:pt x="15556" y="14493"/>
                  </a:cubicBezTo>
                  <a:cubicBezTo>
                    <a:pt x="15748" y="14698"/>
                    <a:pt x="17008" y="14657"/>
                    <a:pt x="17199" y="14576"/>
                  </a:cubicBezTo>
                  <a:cubicBezTo>
                    <a:pt x="17390" y="14493"/>
                    <a:pt x="17772" y="14127"/>
                    <a:pt x="18230" y="14208"/>
                  </a:cubicBezTo>
                  <a:cubicBezTo>
                    <a:pt x="18688" y="14290"/>
                    <a:pt x="19796" y="14003"/>
                    <a:pt x="20254" y="14003"/>
                  </a:cubicBezTo>
                  <a:cubicBezTo>
                    <a:pt x="20713" y="14003"/>
                    <a:pt x="20904" y="13554"/>
                    <a:pt x="21057" y="13391"/>
                  </a:cubicBezTo>
                  <a:cubicBezTo>
                    <a:pt x="21210" y="13229"/>
                    <a:pt x="21324" y="12493"/>
                    <a:pt x="21477" y="12370"/>
                  </a:cubicBezTo>
                  <a:cubicBezTo>
                    <a:pt x="21600" y="12272"/>
                    <a:pt x="21575" y="9707"/>
                    <a:pt x="21560" y="8695"/>
                  </a:cubicBezTo>
                  <a:cubicBezTo>
                    <a:pt x="21099" y="8797"/>
                    <a:pt x="20461" y="8949"/>
                    <a:pt x="20461" y="894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69" name="Shape 3265"/>
            <p:cNvSpPr/>
            <p:nvPr/>
          </p:nvSpPr>
          <p:spPr>
            <a:xfrm>
              <a:off x="9801627" y="5956680"/>
              <a:ext cx="490760" cy="334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3" h="20464" extrusionOk="0">
                  <a:moveTo>
                    <a:pt x="21442" y="11756"/>
                  </a:moveTo>
                  <a:cubicBezTo>
                    <a:pt x="21047" y="11245"/>
                    <a:pt x="20516" y="11088"/>
                    <a:pt x="20378" y="11088"/>
                  </a:cubicBezTo>
                  <a:cubicBezTo>
                    <a:pt x="20146" y="11088"/>
                    <a:pt x="20320" y="9298"/>
                    <a:pt x="20204" y="9054"/>
                  </a:cubicBezTo>
                  <a:cubicBezTo>
                    <a:pt x="20087" y="8810"/>
                    <a:pt x="19331" y="9542"/>
                    <a:pt x="18865" y="9298"/>
                  </a:cubicBezTo>
                  <a:cubicBezTo>
                    <a:pt x="18400" y="9054"/>
                    <a:pt x="18226" y="7996"/>
                    <a:pt x="17818" y="7996"/>
                  </a:cubicBezTo>
                  <a:cubicBezTo>
                    <a:pt x="17411" y="7996"/>
                    <a:pt x="17353" y="7345"/>
                    <a:pt x="17353" y="6611"/>
                  </a:cubicBezTo>
                  <a:cubicBezTo>
                    <a:pt x="17353" y="5877"/>
                    <a:pt x="16597" y="5147"/>
                    <a:pt x="16131" y="4658"/>
                  </a:cubicBezTo>
                  <a:cubicBezTo>
                    <a:pt x="15666" y="4170"/>
                    <a:pt x="15549" y="2787"/>
                    <a:pt x="15258" y="2541"/>
                  </a:cubicBezTo>
                  <a:cubicBezTo>
                    <a:pt x="15091" y="2401"/>
                    <a:pt x="15156" y="1403"/>
                    <a:pt x="15240" y="572"/>
                  </a:cubicBezTo>
                  <a:cubicBezTo>
                    <a:pt x="14516" y="557"/>
                    <a:pt x="13800" y="449"/>
                    <a:pt x="13608" y="180"/>
                  </a:cubicBezTo>
                  <a:cubicBezTo>
                    <a:pt x="13222" y="-361"/>
                    <a:pt x="12678" y="399"/>
                    <a:pt x="11671" y="1375"/>
                  </a:cubicBezTo>
                  <a:cubicBezTo>
                    <a:pt x="10661" y="2353"/>
                    <a:pt x="9420" y="2028"/>
                    <a:pt x="9420" y="2677"/>
                  </a:cubicBezTo>
                  <a:cubicBezTo>
                    <a:pt x="9420" y="3330"/>
                    <a:pt x="8954" y="3656"/>
                    <a:pt x="8412" y="3437"/>
                  </a:cubicBezTo>
                  <a:cubicBezTo>
                    <a:pt x="7869" y="3222"/>
                    <a:pt x="7403" y="3111"/>
                    <a:pt x="7170" y="4307"/>
                  </a:cubicBezTo>
                  <a:cubicBezTo>
                    <a:pt x="6938" y="5500"/>
                    <a:pt x="6085" y="4739"/>
                    <a:pt x="6007" y="6042"/>
                  </a:cubicBezTo>
                  <a:cubicBezTo>
                    <a:pt x="5929" y="7345"/>
                    <a:pt x="5076" y="6477"/>
                    <a:pt x="4378" y="5935"/>
                  </a:cubicBezTo>
                  <a:cubicBezTo>
                    <a:pt x="3679" y="5393"/>
                    <a:pt x="3525" y="8645"/>
                    <a:pt x="3525" y="8645"/>
                  </a:cubicBezTo>
                  <a:cubicBezTo>
                    <a:pt x="3525" y="8645"/>
                    <a:pt x="3060" y="9409"/>
                    <a:pt x="2670" y="10926"/>
                  </a:cubicBezTo>
                  <a:cubicBezTo>
                    <a:pt x="2283" y="12448"/>
                    <a:pt x="965" y="12011"/>
                    <a:pt x="576" y="12229"/>
                  </a:cubicBezTo>
                  <a:cubicBezTo>
                    <a:pt x="189" y="12448"/>
                    <a:pt x="965" y="13966"/>
                    <a:pt x="732" y="14618"/>
                  </a:cubicBezTo>
                  <a:cubicBezTo>
                    <a:pt x="591" y="15014"/>
                    <a:pt x="275" y="16180"/>
                    <a:pt x="0" y="17442"/>
                  </a:cubicBezTo>
                  <a:cubicBezTo>
                    <a:pt x="574" y="17574"/>
                    <a:pt x="1113" y="18256"/>
                    <a:pt x="1276" y="18635"/>
                  </a:cubicBezTo>
                  <a:cubicBezTo>
                    <a:pt x="1508" y="19175"/>
                    <a:pt x="2905" y="21239"/>
                    <a:pt x="3603" y="20153"/>
                  </a:cubicBezTo>
                  <a:cubicBezTo>
                    <a:pt x="4302" y="19067"/>
                    <a:pt x="6240" y="18959"/>
                    <a:pt x="6705" y="19611"/>
                  </a:cubicBezTo>
                  <a:cubicBezTo>
                    <a:pt x="7170" y="20264"/>
                    <a:pt x="7482" y="19935"/>
                    <a:pt x="7560" y="19286"/>
                  </a:cubicBezTo>
                  <a:cubicBezTo>
                    <a:pt x="7636" y="18635"/>
                    <a:pt x="6784" y="16244"/>
                    <a:pt x="7095" y="15594"/>
                  </a:cubicBezTo>
                  <a:cubicBezTo>
                    <a:pt x="7403" y="14942"/>
                    <a:pt x="13454" y="15269"/>
                    <a:pt x="13688" y="15812"/>
                  </a:cubicBezTo>
                  <a:cubicBezTo>
                    <a:pt x="13920" y="16355"/>
                    <a:pt x="13920" y="14727"/>
                    <a:pt x="14696" y="14834"/>
                  </a:cubicBezTo>
                  <a:cubicBezTo>
                    <a:pt x="15472" y="14942"/>
                    <a:pt x="16636" y="15485"/>
                    <a:pt x="17102" y="15269"/>
                  </a:cubicBezTo>
                  <a:cubicBezTo>
                    <a:pt x="17567" y="15052"/>
                    <a:pt x="18109" y="13855"/>
                    <a:pt x="18575" y="13855"/>
                  </a:cubicBezTo>
                  <a:cubicBezTo>
                    <a:pt x="19041" y="13855"/>
                    <a:pt x="20437" y="13750"/>
                    <a:pt x="20747" y="13206"/>
                  </a:cubicBezTo>
                  <a:cubicBezTo>
                    <a:pt x="21059" y="12663"/>
                    <a:pt x="21600" y="12663"/>
                    <a:pt x="21446" y="11798"/>
                  </a:cubicBezTo>
                  <a:cubicBezTo>
                    <a:pt x="21444" y="11784"/>
                    <a:pt x="21444" y="11771"/>
                    <a:pt x="21442" y="1175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0" name="Shape 3266"/>
            <p:cNvSpPr/>
            <p:nvPr/>
          </p:nvSpPr>
          <p:spPr>
            <a:xfrm>
              <a:off x="10160223" y="5418785"/>
              <a:ext cx="925438" cy="724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8" h="21484" extrusionOk="0">
                  <a:moveTo>
                    <a:pt x="20582" y="3146"/>
                  </a:moveTo>
                  <a:cubicBezTo>
                    <a:pt x="20582" y="2888"/>
                    <a:pt x="20535" y="1727"/>
                    <a:pt x="20501" y="862"/>
                  </a:cubicBezTo>
                  <a:lnTo>
                    <a:pt x="19398" y="1626"/>
                  </a:lnTo>
                  <a:cubicBezTo>
                    <a:pt x="19398" y="1626"/>
                    <a:pt x="19105" y="1001"/>
                    <a:pt x="18519" y="500"/>
                  </a:cubicBezTo>
                  <a:cubicBezTo>
                    <a:pt x="17934" y="0"/>
                    <a:pt x="16469" y="0"/>
                    <a:pt x="16469" y="0"/>
                  </a:cubicBezTo>
                  <a:lnTo>
                    <a:pt x="10511" y="4752"/>
                  </a:lnTo>
                  <a:lnTo>
                    <a:pt x="7972" y="7376"/>
                  </a:lnTo>
                  <a:cubicBezTo>
                    <a:pt x="7972" y="7376"/>
                    <a:pt x="6312" y="8126"/>
                    <a:pt x="5823" y="8251"/>
                  </a:cubicBezTo>
                  <a:cubicBezTo>
                    <a:pt x="5767" y="8266"/>
                    <a:pt x="5703" y="8282"/>
                    <a:pt x="5638" y="8300"/>
                  </a:cubicBezTo>
                  <a:cubicBezTo>
                    <a:pt x="5654" y="9602"/>
                    <a:pt x="5681" y="12904"/>
                    <a:pt x="5549" y="13031"/>
                  </a:cubicBezTo>
                  <a:cubicBezTo>
                    <a:pt x="5385" y="13189"/>
                    <a:pt x="5261" y="14136"/>
                    <a:pt x="5097" y="14344"/>
                  </a:cubicBezTo>
                  <a:cubicBezTo>
                    <a:pt x="4933" y="14555"/>
                    <a:pt x="4727" y="15133"/>
                    <a:pt x="4234" y="15133"/>
                  </a:cubicBezTo>
                  <a:cubicBezTo>
                    <a:pt x="3741" y="15133"/>
                    <a:pt x="2550" y="15502"/>
                    <a:pt x="2058" y="15396"/>
                  </a:cubicBezTo>
                  <a:cubicBezTo>
                    <a:pt x="1565" y="15292"/>
                    <a:pt x="1154" y="15764"/>
                    <a:pt x="949" y="15870"/>
                  </a:cubicBezTo>
                  <a:cubicBezTo>
                    <a:pt x="845" y="15922"/>
                    <a:pt x="442" y="15962"/>
                    <a:pt x="46" y="15953"/>
                  </a:cubicBezTo>
                  <a:cubicBezTo>
                    <a:pt x="1" y="16356"/>
                    <a:pt x="-33" y="16839"/>
                    <a:pt x="55" y="16908"/>
                  </a:cubicBezTo>
                  <a:cubicBezTo>
                    <a:pt x="209" y="17026"/>
                    <a:pt x="271" y="17696"/>
                    <a:pt x="518" y="17933"/>
                  </a:cubicBezTo>
                  <a:cubicBezTo>
                    <a:pt x="764" y="18170"/>
                    <a:pt x="1164" y="18523"/>
                    <a:pt x="1164" y="18879"/>
                  </a:cubicBezTo>
                  <a:cubicBezTo>
                    <a:pt x="1164" y="19234"/>
                    <a:pt x="1195" y="19550"/>
                    <a:pt x="1411" y="19550"/>
                  </a:cubicBezTo>
                  <a:cubicBezTo>
                    <a:pt x="1626" y="19550"/>
                    <a:pt x="1719" y="20062"/>
                    <a:pt x="1965" y="20180"/>
                  </a:cubicBezTo>
                  <a:cubicBezTo>
                    <a:pt x="2212" y="20299"/>
                    <a:pt x="2612" y="19944"/>
                    <a:pt x="2674" y="20062"/>
                  </a:cubicBezTo>
                  <a:cubicBezTo>
                    <a:pt x="2735" y="20180"/>
                    <a:pt x="2643" y="21047"/>
                    <a:pt x="2766" y="21047"/>
                  </a:cubicBezTo>
                  <a:cubicBezTo>
                    <a:pt x="2839" y="21047"/>
                    <a:pt x="3120" y="21123"/>
                    <a:pt x="3329" y="21371"/>
                  </a:cubicBezTo>
                  <a:cubicBezTo>
                    <a:pt x="3255" y="20952"/>
                    <a:pt x="3419" y="20393"/>
                    <a:pt x="3824" y="20549"/>
                  </a:cubicBezTo>
                  <a:cubicBezTo>
                    <a:pt x="4235" y="20706"/>
                    <a:pt x="3906" y="21180"/>
                    <a:pt x="4276" y="21391"/>
                  </a:cubicBezTo>
                  <a:cubicBezTo>
                    <a:pt x="4645" y="21600"/>
                    <a:pt x="4851" y="21443"/>
                    <a:pt x="4851" y="21075"/>
                  </a:cubicBezTo>
                  <a:cubicBezTo>
                    <a:pt x="4851" y="20706"/>
                    <a:pt x="5344" y="19971"/>
                    <a:pt x="5467" y="19813"/>
                  </a:cubicBezTo>
                  <a:cubicBezTo>
                    <a:pt x="5590" y="19655"/>
                    <a:pt x="5549" y="18657"/>
                    <a:pt x="5796" y="18393"/>
                  </a:cubicBezTo>
                  <a:cubicBezTo>
                    <a:pt x="6042" y="18130"/>
                    <a:pt x="6782" y="18341"/>
                    <a:pt x="7069" y="18393"/>
                  </a:cubicBezTo>
                  <a:cubicBezTo>
                    <a:pt x="7356" y="18446"/>
                    <a:pt x="7562" y="17656"/>
                    <a:pt x="7890" y="18026"/>
                  </a:cubicBezTo>
                  <a:cubicBezTo>
                    <a:pt x="8219" y="18393"/>
                    <a:pt x="8753" y="18078"/>
                    <a:pt x="9000" y="18446"/>
                  </a:cubicBezTo>
                  <a:cubicBezTo>
                    <a:pt x="9246" y="18814"/>
                    <a:pt x="9369" y="19707"/>
                    <a:pt x="9780" y="19392"/>
                  </a:cubicBezTo>
                  <a:cubicBezTo>
                    <a:pt x="10190" y="19076"/>
                    <a:pt x="10683" y="18972"/>
                    <a:pt x="10929" y="18972"/>
                  </a:cubicBezTo>
                  <a:cubicBezTo>
                    <a:pt x="11176" y="18972"/>
                    <a:pt x="11751" y="19602"/>
                    <a:pt x="11998" y="19707"/>
                  </a:cubicBezTo>
                  <a:cubicBezTo>
                    <a:pt x="12244" y="19813"/>
                    <a:pt x="13065" y="19918"/>
                    <a:pt x="13353" y="19707"/>
                  </a:cubicBezTo>
                  <a:cubicBezTo>
                    <a:pt x="13640" y="19497"/>
                    <a:pt x="14010" y="18814"/>
                    <a:pt x="14379" y="18867"/>
                  </a:cubicBezTo>
                  <a:cubicBezTo>
                    <a:pt x="14749" y="18919"/>
                    <a:pt x="15900" y="18761"/>
                    <a:pt x="16146" y="18919"/>
                  </a:cubicBezTo>
                  <a:cubicBezTo>
                    <a:pt x="16393" y="19076"/>
                    <a:pt x="16927" y="19444"/>
                    <a:pt x="17296" y="19286"/>
                  </a:cubicBezTo>
                  <a:cubicBezTo>
                    <a:pt x="17666" y="19129"/>
                    <a:pt x="17994" y="18236"/>
                    <a:pt x="18282" y="18130"/>
                  </a:cubicBezTo>
                  <a:cubicBezTo>
                    <a:pt x="18373" y="18097"/>
                    <a:pt x="18430" y="18104"/>
                    <a:pt x="18480" y="18125"/>
                  </a:cubicBezTo>
                  <a:cubicBezTo>
                    <a:pt x="18484" y="17920"/>
                    <a:pt x="18487" y="17725"/>
                    <a:pt x="18487" y="17552"/>
                  </a:cubicBezTo>
                  <a:cubicBezTo>
                    <a:pt x="18487" y="16605"/>
                    <a:pt x="18652" y="16973"/>
                    <a:pt x="18775" y="16028"/>
                  </a:cubicBezTo>
                  <a:cubicBezTo>
                    <a:pt x="18898" y="15081"/>
                    <a:pt x="20828" y="12610"/>
                    <a:pt x="20993" y="12452"/>
                  </a:cubicBezTo>
                  <a:cubicBezTo>
                    <a:pt x="21158" y="12294"/>
                    <a:pt x="21156" y="8562"/>
                    <a:pt x="21156" y="8036"/>
                  </a:cubicBezTo>
                  <a:cubicBezTo>
                    <a:pt x="21156" y="7511"/>
                    <a:pt x="21239" y="6880"/>
                    <a:pt x="21402" y="6143"/>
                  </a:cubicBezTo>
                  <a:cubicBezTo>
                    <a:pt x="21567" y="5407"/>
                    <a:pt x="21116" y="5460"/>
                    <a:pt x="21156" y="4776"/>
                  </a:cubicBezTo>
                  <a:cubicBezTo>
                    <a:pt x="21197" y="4094"/>
                    <a:pt x="20582" y="3568"/>
                    <a:pt x="20582" y="314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1" name="Shape 3267"/>
            <p:cNvSpPr/>
            <p:nvPr/>
          </p:nvSpPr>
          <p:spPr>
            <a:xfrm>
              <a:off x="10957103" y="5418785"/>
              <a:ext cx="599120" cy="995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8" h="21542" extrusionOk="0">
                  <a:moveTo>
                    <a:pt x="21466" y="5328"/>
                  </a:moveTo>
                  <a:lnTo>
                    <a:pt x="5050" y="0"/>
                  </a:lnTo>
                  <a:lnTo>
                    <a:pt x="3129" y="629"/>
                  </a:lnTo>
                  <a:cubicBezTo>
                    <a:pt x="3183" y="1260"/>
                    <a:pt x="3255" y="2108"/>
                    <a:pt x="3255" y="2296"/>
                  </a:cubicBezTo>
                  <a:cubicBezTo>
                    <a:pt x="3255" y="2604"/>
                    <a:pt x="4208" y="2988"/>
                    <a:pt x="4144" y="3486"/>
                  </a:cubicBezTo>
                  <a:cubicBezTo>
                    <a:pt x="4081" y="3986"/>
                    <a:pt x="4780" y="3946"/>
                    <a:pt x="4525" y="4484"/>
                  </a:cubicBezTo>
                  <a:cubicBezTo>
                    <a:pt x="4272" y="5022"/>
                    <a:pt x="4144" y="5482"/>
                    <a:pt x="4144" y="5865"/>
                  </a:cubicBezTo>
                  <a:cubicBezTo>
                    <a:pt x="4144" y="6249"/>
                    <a:pt x="4146" y="8974"/>
                    <a:pt x="3891" y="9089"/>
                  </a:cubicBezTo>
                  <a:cubicBezTo>
                    <a:pt x="3636" y="9204"/>
                    <a:pt x="648" y="11008"/>
                    <a:pt x="458" y="11699"/>
                  </a:cubicBezTo>
                  <a:cubicBezTo>
                    <a:pt x="267" y="12389"/>
                    <a:pt x="11" y="12121"/>
                    <a:pt x="11" y="12812"/>
                  </a:cubicBezTo>
                  <a:cubicBezTo>
                    <a:pt x="11" y="12938"/>
                    <a:pt x="7" y="13080"/>
                    <a:pt x="0" y="13230"/>
                  </a:cubicBezTo>
                  <a:cubicBezTo>
                    <a:pt x="164" y="13264"/>
                    <a:pt x="238" y="13371"/>
                    <a:pt x="455" y="13502"/>
                  </a:cubicBezTo>
                  <a:cubicBezTo>
                    <a:pt x="775" y="13694"/>
                    <a:pt x="775" y="14039"/>
                    <a:pt x="1409" y="14039"/>
                  </a:cubicBezTo>
                  <a:cubicBezTo>
                    <a:pt x="2045" y="14039"/>
                    <a:pt x="2809" y="14922"/>
                    <a:pt x="2745" y="15268"/>
                  </a:cubicBezTo>
                  <a:cubicBezTo>
                    <a:pt x="2682" y="15614"/>
                    <a:pt x="3064" y="15805"/>
                    <a:pt x="3000" y="16419"/>
                  </a:cubicBezTo>
                  <a:cubicBezTo>
                    <a:pt x="2936" y="17033"/>
                    <a:pt x="3571" y="17915"/>
                    <a:pt x="3891" y="18031"/>
                  </a:cubicBezTo>
                  <a:cubicBezTo>
                    <a:pt x="4208" y="18146"/>
                    <a:pt x="3762" y="18261"/>
                    <a:pt x="3000" y="18222"/>
                  </a:cubicBezTo>
                  <a:cubicBezTo>
                    <a:pt x="2237" y="18184"/>
                    <a:pt x="1156" y="18185"/>
                    <a:pt x="1156" y="18376"/>
                  </a:cubicBezTo>
                  <a:cubicBezTo>
                    <a:pt x="1156" y="18568"/>
                    <a:pt x="837" y="18837"/>
                    <a:pt x="1664" y="19298"/>
                  </a:cubicBezTo>
                  <a:cubicBezTo>
                    <a:pt x="2492" y="19758"/>
                    <a:pt x="3191" y="19911"/>
                    <a:pt x="3445" y="20410"/>
                  </a:cubicBezTo>
                  <a:cubicBezTo>
                    <a:pt x="3700" y="20909"/>
                    <a:pt x="4016" y="21369"/>
                    <a:pt x="4272" y="21485"/>
                  </a:cubicBezTo>
                  <a:cubicBezTo>
                    <a:pt x="4525" y="21600"/>
                    <a:pt x="5035" y="21561"/>
                    <a:pt x="5479" y="21178"/>
                  </a:cubicBezTo>
                  <a:cubicBezTo>
                    <a:pt x="5925" y="20794"/>
                    <a:pt x="6435" y="21523"/>
                    <a:pt x="6879" y="21178"/>
                  </a:cubicBezTo>
                  <a:cubicBezTo>
                    <a:pt x="7324" y="20832"/>
                    <a:pt x="8850" y="20871"/>
                    <a:pt x="9232" y="20755"/>
                  </a:cubicBezTo>
                  <a:cubicBezTo>
                    <a:pt x="9613" y="20640"/>
                    <a:pt x="10758" y="20333"/>
                    <a:pt x="11139" y="20141"/>
                  </a:cubicBezTo>
                  <a:cubicBezTo>
                    <a:pt x="11521" y="19949"/>
                    <a:pt x="10695" y="19642"/>
                    <a:pt x="11267" y="19450"/>
                  </a:cubicBezTo>
                  <a:cubicBezTo>
                    <a:pt x="11838" y="19259"/>
                    <a:pt x="13619" y="19604"/>
                    <a:pt x="14320" y="19067"/>
                  </a:cubicBezTo>
                  <a:cubicBezTo>
                    <a:pt x="15018" y="18529"/>
                    <a:pt x="16100" y="17954"/>
                    <a:pt x="16418" y="17762"/>
                  </a:cubicBezTo>
                  <a:cubicBezTo>
                    <a:pt x="16734" y="17570"/>
                    <a:pt x="16418" y="17417"/>
                    <a:pt x="16863" y="17147"/>
                  </a:cubicBezTo>
                  <a:cubicBezTo>
                    <a:pt x="17307" y="16880"/>
                    <a:pt x="18198" y="16572"/>
                    <a:pt x="18641" y="16726"/>
                  </a:cubicBezTo>
                  <a:cubicBezTo>
                    <a:pt x="18741" y="16760"/>
                    <a:pt x="18874" y="16772"/>
                    <a:pt x="19015" y="16776"/>
                  </a:cubicBezTo>
                  <a:cubicBezTo>
                    <a:pt x="18973" y="16746"/>
                    <a:pt x="18946" y="16727"/>
                    <a:pt x="18946" y="16727"/>
                  </a:cubicBezTo>
                  <a:lnTo>
                    <a:pt x="19212" y="16167"/>
                  </a:lnTo>
                  <a:cubicBezTo>
                    <a:pt x="19212" y="16167"/>
                    <a:pt x="18151" y="15846"/>
                    <a:pt x="18151" y="15366"/>
                  </a:cubicBezTo>
                  <a:cubicBezTo>
                    <a:pt x="18151" y="14885"/>
                    <a:pt x="18415" y="14407"/>
                    <a:pt x="17753" y="14407"/>
                  </a:cubicBezTo>
                  <a:cubicBezTo>
                    <a:pt x="17090" y="14407"/>
                    <a:pt x="16956" y="14005"/>
                    <a:pt x="17487" y="13686"/>
                  </a:cubicBezTo>
                  <a:cubicBezTo>
                    <a:pt x="18018" y="13365"/>
                    <a:pt x="16691" y="12725"/>
                    <a:pt x="17620" y="12725"/>
                  </a:cubicBezTo>
                  <a:cubicBezTo>
                    <a:pt x="18549" y="12725"/>
                    <a:pt x="17886" y="11845"/>
                    <a:pt x="18549" y="11765"/>
                  </a:cubicBezTo>
                  <a:cubicBezTo>
                    <a:pt x="19212" y="11684"/>
                    <a:pt x="19343" y="11364"/>
                    <a:pt x="19343" y="10964"/>
                  </a:cubicBezTo>
                  <a:cubicBezTo>
                    <a:pt x="19343" y="10564"/>
                    <a:pt x="20803" y="10323"/>
                    <a:pt x="21201" y="10243"/>
                  </a:cubicBezTo>
                  <a:cubicBezTo>
                    <a:pt x="21600" y="10164"/>
                    <a:pt x="21466" y="8884"/>
                    <a:pt x="21466" y="8884"/>
                  </a:cubicBezTo>
                  <a:cubicBezTo>
                    <a:pt x="21466" y="8884"/>
                    <a:pt x="21466" y="5328"/>
                    <a:pt x="21466" y="532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2" name="Shape 3268"/>
            <p:cNvSpPr/>
            <p:nvPr/>
          </p:nvSpPr>
          <p:spPr>
            <a:xfrm>
              <a:off x="11594607" y="4880891"/>
              <a:ext cx="642380" cy="653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600" extrusionOk="0">
                  <a:moveTo>
                    <a:pt x="19837" y="4682"/>
                  </a:moveTo>
                  <a:lnTo>
                    <a:pt x="18420" y="1193"/>
                  </a:lnTo>
                  <a:cubicBezTo>
                    <a:pt x="18319" y="1352"/>
                    <a:pt x="18241" y="1464"/>
                    <a:pt x="18199" y="1505"/>
                  </a:cubicBezTo>
                  <a:cubicBezTo>
                    <a:pt x="17965" y="1740"/>
                    <a:pt x="17003" y="1154"/>
                    <a:pt x="16099" y="1388"/>
                  </a:cubicBezTo>
                  <a:cubicBezTo>
                    <a:pt x="15194" y="1622"/>
                    <a:pt x="14493" y="1300"/>
                    <a:pt x="13618" y="861"/>
                  </a:cubicBezTo>
                  <a:cubicBezTo>
                    <a:pt x="12744" y="421"/>
                    <a:pt x="9885" y="977"/>
                    <a:pt x="9505" y="1535"/>
                  </a:cubicBezTo>
                  <a:cubicBezTo>
                    <a:pt x="9127" y="2091"/>
                    <a:pt x="8163" y="2091"/>
                    <a:pt x="7288" y="1740"/>
                  </a:cubicBezTo>
                  <a:cubicBezTo>
                    <a:pt x="6414" y="1388"/>
                    <a:pt x="5277" y="861"/>
                    <a:pt x="3673" y="714"/>
                  </a:cubicBezTo>
                  <a:cubicBezTo>
                    <a:pt x="2173" y="578"/>
                    <a:pt x="966" y="362"/>
                    <a:pt x="694" y="0"/>
                  </a:cubicBezTo>
                  <a:cubicBezTo>
                    <a:pt x="631" y="169"/>
                    <a:pt x="571" y="335"/>
                    <a:pt x="514" y="493"/>
                  </a:cubicBezTo>
                  <a:cubicBezTo>
                    <a:pt x="27" y="1837"/>
                    <a:pt x="879" y="2204"/>
                    <a:pt x="270" y="2936"/>
                  </a:cubicBezTo>
                  <a:cubicBezTo>
                    <a:pt x="-338" y="3670"/>
                    <a:pt x="270" y="4526"/>
                    <a:pt x="270" y="5868"/>
                  </a:cubicBezTo>
                  <a:cubicBezTo>
                    <a:pt x="270" y="6796"/>
                    <a:pt x="270" y="15705"/>
                    <a:pt x="270" y="21131"/>
                  </a:cubicBezTo>
                  <a:lnTo>
                    <a:pt x="12305" y="21131"/>
                  </a:lnTo>
                  <a:cubicBezTo>
                    <a:pt x="12305" y="21131"/>
                    <a:pt x="12656" y="20897"/>
                    <a:pt x="13006" y="20661"/>
                  </a:cubicBezTo>
                  <a:cubicBezTo>
                    <a:pt x="13357" y="20428"/>
                    <a:pt x="13940" y="21013"/>
                    <a:pt x="13940" y="21013"/>
                  </a:cubicBezTo>
                  <a:lnTo>
                    <a:pt x="16506" y="21013"/>
                  </a:lnTo>
                  <a:cubicBezTo>
                    <a:pt x="16506" y="21013"/>
                    <a:pt x="16974" y="21600"/>
                    <a:pt x="17556" y="21600"/>
                  </a:cubicBezTo>
                  <a:cubicBezTo>
                    <a:pt x="18140" y="21600"/>
                    <a:pt x="17790" y="20661"/>
                    <a:pt x="18724" y="20661"/>
                  </a:cubicBezTo>
                  <a:cubicBezTo>
                    <a:pt x="19656" y="20661"/>
                    <a:pt x="19424" y="19255"/>
                    <a:pt x="20007" y="19255"/>
                  </a:cubicBezTo>
                  <a:cubicBezTo>
                    <a:pt x="20590" y="19255"/>
                    <a:pt x="20474" y="19374"/>
                    <a:pt x="21057" y="18553"/>
                  </a:cubicBezTo>
                  <a:cubicBezTo>
                    <a:pt x="21074" y="18528"/>
                    <a:pt x="21103" y="18496"/>
                    <a:pt x="21122" y="18471"/>
                  </a:cubicBezTo>
                  <a:cubicBezTo>
                    <a:pt x="21078" y="18216"/>
                    <a:pt x="21073" y="17950"/>
                    <a:pt x="21115" y="17674"/>
                  </a:cubicBezTo>
                  <a:cubicBezTo>
                    <a:pt x="21262" y="16737"/>
                    <a:pt x="20619" y="16795"/>
                    <a:pt x="20212" y="15478"/>
                  </a:cubicBezTo>
                  <a:cubicBezTo>
                    <a:pt x="19804" y="14159"/>
                    <a:pt x="18169" y="12197"/>
                    <a:pt x="18112" y="11435"/>
                  </a:cubicBezTo>
                  <a:cubicBezTo>
                    <a:pt x="18052" y="10674"/>
                    <a:pt x="17149" y="10234"/>
                    <a:pt x="17178" y="9414"/>
                  </a:cubicBezTo>
                  <a:cubicBezTo>
                    <a:pt x="17206" y="8594"/>
                    <a:pt x="16741" y="8506"/>
                    <a:pt x="15836" y="7217"/>
                  </a:cubicBezTo>
                  <a:cubicBezTo>
                    <a:pt x="14931" y="5929"/>
                    <a:pt x="14668" y="3672"/>
                    <a:pt x="14931" y="3585"/>
                  </a:cubicBezTo>
                  <a:cubicBezTo>
                    <a:pt x="15194" y="3497"/>
                    <a:pt x="15952" y="5489"/>
                    <a:pt x="16243" y="6133"/>
                  </a:cubicBezTo>
                  <a:cubicBezTo>
                    <a:pt x="16535" y="6779"/>
                    <a:pt x="17527" y="8741"/>
                    <a:pt x="18228" y="8741"/>
                  </a:cubicBezTo>
                  <a:cubicBezTo>
                    <a:pt x="18929" y="8741"/>
                    <a:pt x="19191" y="5782"/>
                    <a:pt x="19424" y="5929"/>
                  </a:cubicBezTo>
                  <a:cubicBezTo>
                    <a:pt x="19445" y="5941"/>
                    <a:pt x="19459" y="5974"/>
                    <a:pt x="19473" y="6015"/>
                  </a:cubicBezTo>
                  <a:lnTo>
                    <a:pt x="19548" y="5479"/>
                  </a:lnTo>
                  <a:cubicBezTo>
                    <a:pt x="19548" y="5479"/>
                    <a:pt x="19837" y="4682"/>
                    <a:pt x="19837" y="468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3" name="Shape 3269"/>
            <p:cNvSpPr/>
            <p:nvPr/>
          </p:nvSpPr>
          <p:spPr>
            <a:xfrm>
              <a:off x="10678195" y="6733637"/>
              <a:ext cx="329534" cy="375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8" h="21600" extrusionOk="0">
                  <a:moveTo>
                    <a:pt x="10267" y="20616"/>
                  </a:moveTo>
                  <a:cubicBezTo>
                    <a:pt x="12141" y="20616"/>
                    <a:pt x="11439" y="19551"/>
                    <a:pt x="10735" y="17844"/>
                  </a:cubicBezTo>
                  <a:cubicBezTo>
                    <a:pt x="10034" y="16140"/>
                    <a:pt x="11909" y="16353"/>
                    <a:pt x="13080" y="16353"/>
                  </a:cubicBezTo>
                  <a:cubicBezTo>
                    <a:pt x="14253" y="16353"/>
                    <a:pt x="13782" y="14433"/>
                    <a:pt x="14719" y="14433"/>
                  </a:cubicBezTo>
                  <a:cubicBezTo>
                    <a:pt x="15657" y="14433"/>
                    <a:pt x="15889" y="16778"/>
                    <a:pt x="16828" y="16566"/>
                  </a:cubicBezTo>
                  <a:cubicBezTo>
                    <a:pt x="17765" y="16353"/>
                    <a:pt x="18467" y="17206"/>
                    <a:pt x="19639" y="16993"/>
                  </a:cubicBezTo>
                  <a:cubicBezTo>
                    <a:pt x="20809" y="16778"/>
                    <a:pt x="20809" y="14647"/>
                    <a:pt x="20809" y="12942"/>
                  </a:cubicBezTo>
                  <a:cubicBezTo>
                    <a:pt x="20809" y="11236"/>
                    <a:pt x="21044" y="9957"/>
                    <a:pt x="19872" y="9317"/>
                  </a:cubicBezTo>
                  <a:cubicBezTo>
                    <a:pt x="18700" y="8676"/>
                    <a:pt x="17765" y="7185"/>
                    <a:pt x="19171" y="6545"/>
                  </a:cubicBezTo>
                  <a:cubicBezTo>
                    <a:pt x="20578" y="5906"/>
                    <a:pt x="20809" y="4625"/>
                    <a:pt x="19639" y="3774"/>
                  </a:cubicBezTo>
                  <a:cubicBezTo>
                    <a:pt x="18467" y="2919"/>
                    <a:pt x="15889" y="4625"/>
                    <a:pt x="15889" y="3774"/>
                  </a:cubicBezTo>
                  <a:cubicBezTo>
                    <a:pt x="15889" y="3308"/>
                    <a:pt x="16097" y="1643"/>
                    <a:pt x="16289" y="219"/>
                  </a:cubicBezTo>
                  <a:cubicBezTo>
                    <a:pt x="13576" y="139"/>
                    <a:pt x="10656" y="0"/>
                    <a:pt x="10656" y="0"/>
                  </a:cubicBezTo>
                  <a:lnTo>
                    <a:pt x="9956" y="184"/>
                  </a:lnTo>
                  <a:cubicBezTo>
                    <a:pt x="10120" y="2683"/>
                    <a:pt x="9800" y="4627"/>
                    <a:pt x="9800" y="4627"/>
                  </a:cubicBezTo>
                  <a:cubicBezTo>
                    <a:pt x="9800" y="4627"/>
                    <a:pt x="5581" y="4841"/>
                    <a:pt x="4643" y="4841"/>
                  </a:cubicBezTo>
                  <a:cubicBezTo>
                    <a:pt x="4440" y="4841"/>
                    <a:pt x="3798" y="4921"/>
                    <a:pt x="2892" y="5050"/>
                  </a:cubicBezTo>
                  <a:cubicBezTo>
                    <a:pt x="2700" y="5325"/>
                    <a:pt x="2441" y="5599"/>
                    <a:pt x="2246" y="5777"/>
                  </a:cubicBezTo>
                  <a:cubicBezTo>
                    <a:pt x="1742" y="6235"/>
                    <a:pt x="3423" y="6848"/>
                    <a:pt x="3705" y="7510"/>
                  </a:cubicBezTo>
                  <a:cubicBezTo>
                    <a:pt x="3984" y="8173"/>
                    <a:pt x="1574" y="7968"/>
                    <a:pt x="1628" y="8939"/>
                  </a:cubicBezTo>
                  <a:cubicBezTo>
                    <a:pt x="1687" y="9906"/>
                    <a:pt x="789" y="10673"/>
                    <a:pt x="117" y="11130"/>
                  </a:cubicBezTo>
                  <a:cubicBezTo>
                    <a:pt x="-556" y="11588"/>
                    <a:pt x="1909" y="13529"/>
                    <a:pt x="1965" y="14189"/>
                  </a:cubicBezTo>
                  <a:cubicBezTo>
                    <a:pt x="2022" y="14852"/>
                    <a:pt x="2583" y="15463"/>
                    <a:pt x="4712" y="17351"/>
                  </a:cubicBezTo>
                  <a:cubicBezTo>
                    <a:pt x="6744" y="19153"/>
                    <a:pt x="5774" y="19612"/>
                    <a:pt x="8460" y="21600"/>
                  </a:cubicBezTo>
                  <a:cubicBezTo>
                    <a:pt x="8818" y="21095"/>
                    <a:pt x="9382" y="20616"/>
                    <a:pt x="10267" y="2061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4" name="Shape 3270"/>
            <p:cNvSpPr/>
            <p:nvPr/>
          </p:nvSpPr>
          <p:spPr>
            <a:xfrm>
              <a:off x="10698116" y="6733637"/>
              <a:ext cx="126059" cy="84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3" h="21600" extrusionOk="0">
                  <a:moveTo>
                    <a:pt x="20020" y="19723"/>
                  </a:moveTo>
                  <a:cubicBezTo>
                    <a:pt x="20020" y="19723"/>
                    <a:pt x="20844" y="11096"/>
                    <a:pt x="20422" y="0"/>
                  </a:cubicBezTo>
                  <a:lnTo>
                    <a:pt x="18008" y="1073"/>
                  </a:lnTo>
                  <a:lnTo>
                    <a:pt x="4478" y="1073"/>
                  </a:lnTo>
                  <a:cubicBezTo>
                    <a:pt x="4516" y="1212"/>
                    <a:pt x="4531" y="1391"/>
                    <a:pt x="4586" y="1520"/>
                  </a:cubicBezTo>
                  <a:cubicBezTo>
                    <a:pt x="6033" y="4912"/>
                    <a:pt x="5312" y="9889"/>
                    <a:pt x="2276" y="11473"/>
                  </a:cubicBezTo>
                  <a:cubicBezTo>
                    <a:pt x="-756" y="13067"/>
                    <a:pt x="-613" y="17358"/>
                    <a:pt x="1842" y="17577"/>
                  </a:cubicBezTo>
                  <a:cubicBezTo>
                    <a:pt x="3351" y="17726"/>
                    <a:pt x="3001" y="19663"/>
                    <a:pt x="2208" y="21600"/>
                  </a:cubicBezTo>
                  <a:cubicBezTo>
                    <a:pt x="4545" y="21029"/>
                    <a:pt x="6200" y="20671"/>
                    <a:pt x="6723" y="20671"/>
                  </a:cubicBezTo>
                  <a:cubicBezTo>
                    <a:pt x="9142" y="20671"/>
                    <a:pt x="20020" y="19723"/>
                    <a:pt x="20020" y="1972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5" name="Shape 3271"/>
            <p:cNvSpPr/>
            <p:nvPr/>
          </p:nvSpPr>
          <p:spPr>
            <a:xfrm>
              <a:off x="10797727" y="6653949"/>
              <a:ext cx="420880" cy="528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3" h="21600" extrusionOk="0">
                  <a:moveTo>
                    <a:pt x="5804" y="20383"/>
                  </a:moveTo>
                  <a:cubicBezTo>
                    <a:pt x="6370" y="20536"/>
                    <a:pt x="6748" y="21292"/>
                    <a:pt x="7881" y="20536"/>
                  </a:cubicBezTo>
                  <a:cubicBezTo>
                    <a:pt x="9015" y="19778"/>
                    <a:pt x="10338" y="19931"/>
                    <a:pt x="10338" y="20688"/>
                  </a:cubicBezTo>
                  <a:cubicBezTo>
                    <a:pt x="10338" y="21444"/>
                    <a:pt x="10716" y="21292"/>
                    <a:pt x="11661" y="20536"/>
                  </a:cubicBezTo>
                  <a:cubicBezTo>
                    <a:pt x="12604" y="19778"/>
                    <a:pt x="13549" y="20687"/>
                    <a:pt x="13549" y="19172"/>
                  </a:cubicBezTo>
                  <a:cubicBezTo>
                    <a:pt x="13549" y="17658"/>
                    <a:pt x="14683" y="19021"/>
                    <a:pt x="14683" y="17356"/>
                  </a:cubicBezTo>
                  <a:cubicBezTo>
                    <a:pt x="14683" y="15690"/>
                    <a:pt x="14872" y="14024"/>
                    <a:pt x="14872" y="13268"/>
                  </a:cubicBezTo>
                  <a:cubicBezTo>
                    <a:pt x="14872" y="12510"/>
                    <a:pt x="17517" y="11754"/>
                    <a:pt x="17517" y="10543"/>
                  </a:cubicBezTo>
                  <a:cubicBezTo>
                    <a:pt x="17517" y="9332"/>
                    <a:pt x="19784" y="6910"/>
                    <a:pt x="19784" y="5396"/>
                  </a:cubicBezTo>
                  <a:cubicBezTo>
                    <a:pt x="19784" y="3882"/>
                    <a:pt x="20352" y="3578"/>
                    <a:pt x="20920" y="2822"/>
                  </a:cubicBezTo>
                  <a:cubicBezTo>
                    <a:pt x="21311" y="2298"/>
                    <a:pt x="21600" y="1267"/>
                    <a:pt x="21373" y="282"/>
                  </a:cubicBezTo>
                  <a:lnTo>
                    <a:pt x="21373" y="301"/>
                  </a:lnTo>
                  <a:lnTo>
                    <a:pt x="18733" y="0"/>
                  </a:lnTo>
                  <a:lnTo>
                    <a:pt x="17415" y="301"/>
                  </a:lnTo>
                  <a:lnTo>
                    <a:pt x="15719" y="602"/>
                  </a:lnTo>
                  <a:cubicBezTo>
                    <a:pt x="15719" y="602"/>
                    <a:pt x="15908" y="1659"/>
                    <a:pt x="15154" y="2415"/>
                  </a:cubicBezTo>
                  <a:cubicBezTo>
                    <a:pt x="14400" y="3171"/>
                    <a:pt x="14211" y="4832"/>
                    <a:pt x="14211" y="4832"/>
                  </a:cubicBezTo>
                  <a:cubicBezTo>
                    <a:pt x="14211" y="4832"/>
                    <a:pt x="10819" y="3472"/>
                    <a:pt x="9878" y="3623"/>
                  </a:cubicBezTo>
                  <a:cubicBezTo>
                    <a:pt x="9474" y="3688"/>
                    <a:pt x="7940" y="3670"/>
                    <a:pt x="6313" y="3628"/>
                  </a:cubicBezTo>
                  <a:cubicBezTo>
                    <a:pt x="6159" y="4639"/>
                    <a:pt x="5991" y="5821"/>
                    <a:pt x="5991" y="6153"/>
                  </a:cubicBezTo>
                  <a:cubicBezTo>
                    <a:pt x="5991" y="6757"/>
                    <a:pt x="8070" y="5546"/>
                    <a:pt x="9015" y="6153"/>
                  </a:cubicBezTo>
                  <a:cubicBezTo>
                    <a:pt x="9959" y="6757"/>
                    <a:pt x="9772" y="7666"/>
                    <a:pt x="8638" y="8120"/>
                  </a:cubicBezTo>
                  <a:cubicBezTo>
                    <a:pt x="7503" y="8575"/>
                    <a:pt x="8258" y="9633"/>
                    <a:pt x="9203" y="10088"/>
                  </a:cubicBezTo>
                  <a:cubicBezTo>
                    <a:pt x="10148" y="10543"/>
                    <a:pt x="9959" y="11451"/>
                    <a:pt x="9959" y="12663"/>
                  </a:cubicBezTo>
                  <a:cubicBezTo>
                    <a:pt x="9959" y="13873"/>
                    <a:pt x="9959" y="15387"/>
                    <a:pt x="9015" y="15539"/>
                  </a:cubicBezTo>
                  <a:cubicBezTo>
                    <a:pt x="8070" y="15690"/>
                    <a:pt x="7503" y="15085"/>
                    <a:pt x="6748" y="15236"/>
                  </a:cubicBezTo>
                  <a:cubicBezTo>
                    <a:pt x="5991" y="15387"/>
                    <a:pt x="5804" y="13721"/>
                    <a:pt x="5047" y="13721"/>
                  </a:cubicBezTo>
                  <a:cubicBezTo>
                    <a:pt x="4291" y="13721"/>
                    <a:pt x="4671" y="15085"/>
                    <a:pt x="3725" y="15085"/>
                  </a:cubicBezTo>
                  <a:cubicBezTo>
                    <a:pt x="2781" y="15085"/>
                    <a:pt x="1269" y="14934"/>
                    <a:pt x="1834" y="16143"/>
                  </a:cubicBezTo>
                  <a:cubicBezTo>
                    <a:pt x="2402" y="17356"/>
                    <a:pt x="2969" y="18112"/>
                    <a:pt x="1457" y="18112"/>
                  </a:cubicBezTo>
                  <a:cubicBezTo>
                    <a:pt x="743" y="18112"/>
                    <a:pt x="288" y="18453"/>
                    <a:pt x="0" y="18811"/>
                  </a:cubicBezTo>
                  <a:cubicBezTo>
                    <a:pt x="102" y="18878"/>
                    <a:pt x="203" y="18944"/>
                    <a:pt x="322" y="19015"/>
                  </a:cubicBezTo>
                  <a:cubicBezTo>
                    <a:pt x="1587" y="19800"/>
                    <a:pt x="2393" y="20697"/>
                    <a:pt x="2940" y="21600"/>
                  </a:cubicBezTo>
                  <a:cubicBezTo>
                    <a:pt x="4196" y="20913"/>
                    <a:pt x="5490" y="20302"/>
                    <a:pt x="5804" y="2038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6" name="Shape 3272"/>
            <p:cNvSpPr/>
            <p:nvPr/>
          </p:nvSpPr>
          <p:spPr>
            <a:xfrm>
              <a:off x="11435231" y="5438707"/>
              <a:ext cx="981102" cy="1219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6" h="21490" extrusionOk="0">
                  <a:moveTo>
                    <a:pt x="16846" y="418"/>
                  </a:moveTo>
                  <a:cubicBezTo>
                    <a:pt x="16462" y="418"/>
                    <a:pt x="16615" y="1168"/>
                    <a:pt x="16000" y="1168"/>
                  </a:cubicBezTo>
                  <a:cubicBezTo>
                    <a:pt x="15383" y="1168"/>
                    <a:pt x="15614" y="1669"/>
                    <a:pt x="15228" y="1669"/>
                  </a:cubicBezTo>
                  <a:cubicBezTo>
                    <a:pt x="14844" y="1669"/>
                    <a:pt x="14535" y="1356"/>
                    <a:pt x="14535" y="1356"/>
                  </a:cubicBezTo>
                  <a:lnTo>
                    <a:pt x="12840" y="1356"/>
                  </a:lnTo>
                  <a:cubicBezTo>
                    <a:pt x="12840" y="1356"/>
                    <a:pt x="12455" y="1044"/>
                    <a:pt x="12224" y="1168"/>
                  </a:cubicBezTo>
                  <a:cubicBezTo>
                    <a:pt x="11992" y="1294"/>
                    <a:pt x="11761" y="1419"/>
                    <a:pt x="11761" y="1419"/>
                  </a:cubicBezTo>
                  <a:lnTo>
                    <a:pt x="3814" y="1419"/>
                  </a:lnTo>
                  <a:cubicBezTo>
                    <a:pt x="3814" y="2716"/>
                    <a:pt x="3814" y="3640"/>
                    <a:pt x="3814" y="3640"/>
                  </a:cubicBezTo>
                  <a:lnTo>
                    <a:pt x="2609" y="3640"/>
                  </a:lnTo>
                  <a:lnTo>
                    <a:pt x="2609" y="7093"/>
                  </a:lnTo>
                  <a:cubicBezTo>
                    <a:pt x="2609" y="7093"/>
                    <a:pt x="2690" y="8136"/>
                    <a:pt x="2448" y="8200"/>
                  </a:cubicBezTo>
                  <a:cubicBezTo>
                    <a:pt x="2207" y="8265"/>
                    <a:pt x="1323" y="8461"/>
                    <a:pt x="1323" y="8787"/>
                  </a:cubicBezTo>
                  <a:cubicBezTo>
                    <a:pt x="1323" y="9113"/>
                    <a:pt x="1243" y="9373"/>
                    <a:pt x="841" y="9439"/>
                  </a:cubicBezTo>
                  <a:cubicBezTo>
                    <a:pt x="440" y="9504"/>
                    <a:pt x="841" y="10220"/>
                    <a:pt x="279" y="10220"/>
                  </a:cubicBezTo>
                  <a:cubicBezTo>
                    <a:pt x="-284" y="10220"/>
                    <a:pt x="520" y="10742"/>
                    <a:pt x="198" y="11003"/>
                  </a:cubicBezTo>
                  <a:cubicBezTo>
                    <a:pt x="-124" y="11263"/>
                    <a:pt x="-43" y="11590"/>
                    <a:pt x="359" y="11590"/>
                  </a:cubicBezTo>
                  <a:cubicBezTo>
                    <a:pt x="760" y="11590"/>
                    <a:pt x="600" y="11979"/>
                    <a:pt x="600" y="12371"/>
                  </a:cubicBezTo>
                  <a:cubicBezTo>
                    <a:pt x="600" y="12762"/>
                    <a:pt x="1243" y="13023"/>
                    <a:pt x="1243" y="13023"/>
                  </a:cubicBezTo>
                  <a:lnTo>
                    <a:pt x="1082" y="13479"/>
                  </a:lnTo>
                  <a:cubicBezTo>
                    <a:pt x="1082" y="13479"/>
                    <a:pt x="1966" y="14326"/>
                    <a:pt x="2047" y="14521"/>
                  </a:cubicBezTo>
                  <a:cubicBezTo>
                    <a:pt x="2127" y="14716"/>
                    <a:pt x="2609" y="15238"/>
                    <a:pt x="2127" y="15434"/>
                  </a:cubicBezTo>
                  <a:cubicBezTo>
                    <a:pt x="1644" y="15629"/>
                    <a:pt x="1966" y="15824"/>
                    <a:pt x="1966" y="15824"/>
                  </a:cubicBezTo>
                  <a:lnTo>
                    <a:pt x="2528" y="15890"/>
                  </a:lnTo>
                  <a:lnTo>
                    <a:pt x="2690" y="16216"/>
                  </a:lnTo>
                  <a:cubicBezTo>
                    <a:pt x="2690" y="16216"/>
                    <a:pt x="3332" y="16216"/>
                    <a:pt x="3734" y="16606"/>
                  </a:cubicBezTo>
                  <a:cubicBezTo>
                    <a:pt x="4136" y="16997"/>
                    <a:pt x="4296" y="17062"/>
                    <a:pt x="4296" y="17257"/>
                  </a:cubicBezTo>
                  <a:cubicBezTo>
                    <a:pt x="4296" y="17453"/>
                    <a:pt x="4618" y="17518"/>
                    <a:pt x="5100" y="17844"/>
                  </a:cubicBezTo>
                  <a:cubicBezTo>
                    <a:pt x="5582" y="18170"/>
                    <a:pt x="5581" y="18365"/>
                    <a:pt x="5581" y="18561"/>
                  </a:cubicBezTo>
                  <a:cubicBezTo>
                    <a:pt x="5581" y="18756"/>
                    <a:pt x="6465" y="19082"/>
                    <a:pt x="6465" y="19082"/>
                  </a:cubicBezTo>
                  <a:lnTo>
                    <a:pt x="6766" y="19691"/>
                  </a:lnTo>
                  <a:cubicBezTo>
                    <a:pt x="6918" y="19756"/>
                    <a:pt x="7038" y="19834"/>
                    <a:pt x="7104" y="19967"/>
                  </a:cubicBezTo>
                  <a:cubicBezTo>
                    <a:pt x="7265" y="20294"/>
                    <a:pt x="7667" y="20490"/>
                    <a:pt x="7667" y="20490"/>
                  </a:cubicBezTo>
                  <a:cubicBezTo>
                    <a:pt x="7667" y="20490"/>
                    <a:pt x="8151" y="20751"/>
                    <a:pt x="8473" y="20490"/>
                  </a:cubicBezTo>
                  <a:cubicBezTo>
                    <a:pt x="8795" y="20228"/>
                    <a:pt x="9198" y="20556"/>
                    <a:pt x="9198" y="20556"/>
                  </a:cubicBezTo>
                  <a:cubicBezTo>
                    <a:pt x="9198" y="20556"/>
                    <a:pt x="9601" y="20294"/>
                    <a:pt x="9842" y="20425"/>
                  </a:cubicBezTo>
                  <a:cubicBezTo>
                    <a:pt x="10006" y="20513"/>
                    <a:pt x="10724" y="20993"/>
                    <a:pt x="11347" y="21454"/>
                  </a:cubicBezTo>
                  <a:cubicBezTo>
                    <a:pt x="11440" y="21427"/>
                    <a:pt x="12044" y="21247"/>
                    <a:pt x="12310" y="21226"/>
                  </a:cubicBezTo>
                  <a:cubicBezTo>
                    <a:pt x="12599" y="21202"/>
                    <a:pt x="13003" y="21600"/>
                    <a:pt x="13119" y="21459"/>
                  </a:cubicBezTo>
                  <a:cubicBezTo>
                    <a:pt x="13235" y="21319"/>
                    <a:pt x="13842" y="21108"/>
                    <a:pt x="14073" y="21202"/>
                  </a:cubicBezTo>
                  <a:cubicBezTo>
                    <a:pt x="14304" y="21296"/>
                    <a:pt x="14852" y="21319"/>
                    <a:pt x="14881" y="21155"/>
                  </a:cubicBezTo>
                  <a:cubicBezTo>
                    <a:pt x="14901" y="21044"/>
                    <a:pt x="15147" y="20932"/>
                    <a:pt x="15322" y="20812"/>
                  </a:cubicBezTo>
                  <a:cubicBezTo>
                    <a:pt x="15403" y="20757"/>
                    <a:pt x="15470" y="20699"/>
                    <a:pt x="15488" y="20640"/>
                  </a:cubicBezTo>
                  <a:cubicBezTo>
                    <a:pt x="15546" y="20452"/>
                    <a:pt x="16239" y="20124"/>
                    <a:pt x="16528" y="20077"/>
                  </a:cubicBezTo>
                  <a:cubicBezTo>
                    <a:pt x="16818" y="20030"/>
                    <a:pt x="17164" y="20007"/>
                    <a:pt x="17309" y="20147"/>
                  </a:cubicBezTo>
                  <a:cubicBezTo>
                    <a:pt x="17376" y="20213"/>
                    <a:pt x="17501" y="20263"/>
                    <a:pt x="17633" y="20307"/>
                  </a:cubicBezTo>
                  <a:cubicBezTo>
                    <a:pt x="17732" y="19707"/>
                    <a:pt x="17896" y="19380"/>
                    <a:pt x="17655" y="19380"/>
                  </a:cubicBezTo>
                  <a:cubicBezTo>
                    <a:pt x="17333" y="19380"/>
                    <a:pt x="16688" y="19119"/>
                    <a:pt x="16447" y="18596"/>
                  </a:cubicBezTo>
                  <a:cubicBezTo>
                    <a:pt x="16205" y="18074"/>
                    <a:pt x="15480" y="17747"/>
                    <a:pt x="15320" y="17419"/>
                  </a:cubicBezTo>
                  <a:cubicBezTo>
                    <a:pt x="15158" y="17093"/>
                    <a:pt x="14272" y="17159"/>
                    <a:pt x="14111" y="16898"/>
                  </a:cubicBezTo>
                  <a:cubicBezTo>
                    <a:pt x="13949" y="16636"/>
                    <a:pt x="14353" y="16636"/>
                    <a:pt x="14353" y="16310"/>
                  </a:cubicBezTo>
                  <a:cubicBezTo>
                    <a:pt x="14353" y="15984"/>
                    <a:pt x="15320" y="16179"/>
                    <a:pt x="15400" y="16113"/>
                  </a:cubicBezTo>
                  <a:cubicBezTo>
                    <a:pt x="15480" y="16048"/>
                    <a:pt x="15561" y="15330"/>
                    <a:pt x="15561" y="14938"/>
                  </a:cubicBezTo>
                  <a:cubicBezTo>
                    <a:pt x="15561" y="14546"/>
                    <a:pt x="16205" y="14155"/>
                    <a:pt x="15963" y="13958"/>
                  </a:cubicBezTo>
                  <a:cubicBezTo>
                    <a:pt x="15722" y="13762"/>
                    <a:pt x="16205" y="13697"/>
                    <a:pt x="16528" y="13501"/>
                  </a:cubicBezTo>
                  <a:cubicBezTo>
                    <a:pt x="16850" y="13305"/>
                    <a:pt x="16608" y="12717"/>
                    <a:pt x="16930" y="12455"/>
                  </a:cubicBezTo>
                  <a:cubicBezTo>
                    <a:pt x="17253" y="12195"/>
                    <a:pt x="17494" y="11672"/>
                    <a:pt x="17735" y="11672"/>
                  </a:cubicBezTo>
                  <a:cubicBezTo>
                    <a:pt x="17978" y="11672"/>
                    <a:pt x="18299" y="11410"/>
                    <a:pt x="18299" y="11149"/>
                  </a:cubicBezTo>
                  <a:cubicBezTo>
                    <a:pt x="18299" y="10889"/>
                    <a:pt x="18863" y="10366"/>
                    <a:pt x="18783" y="9908"/>
                  </a:cubicBezTo>
                  <a:cubicBezTo>
                    <a:pt x="18701" y="9451"/>
                    <a:pt x="18461" y="8863"/>
                    <a:pt x="18863" y="8471"/>
                  </a:cubicBezTo>
                  <a:cubicBezTo>
                    <a:pt x="19265" y="8080"/>
                    <a:pt x="19427" y="7753"/>
                    <a:pt x="19347" y="7427"/>
                  </a:cubicBezTo>
                  <a:cubicBezTo>
                    <a:pt x="19265" y="7100"/>
                    <a:pt x="19829" y="7034"/>
                    <a:pt x="20072" y="6839"/>
                  </a:cubicBezTo>
                  <a:cubicBezTo>
                    <a:pt x="20242" y="6699"/>
                    <a:pt x="20857" y="6493"/>
                    <a:pt x="21316" y="5898"/>
                  </a:cubicBezTo>
                  <a:cubicBezTo>
                    <a:pt x="21023" y="5607"/>
                    <a:pt x="20708" y="5367"/>
                    <a:pt x="20507" y="5292"/>
                  </a:cubicBezTo>
                  <a:cubicBezTo>
                    <a:pt x="20044" y="5121"/>
                    <a:pt x="19736" y="4465"/>
                    <a:pt x="19736" y="3637"/>
                  </a:cubicBezTo>
                  <a:cubicBezTo>
                    <a:pt x="19736" y="2809"/>
                    <a:pt x="19485" y="2152"/>
                    <a:pt x="19446" y="1888"/>
                  </a:cubicBezTo>
                  <a:cubicBezTo>
                    <a:pt x="19408" y="1621"/>
                    <a:pt x="18907" y="1059"/>
                    <a:pt x="18311" y="793"/>
                  </a:cubicBezTo>
                  <a:cubicBezTo>
                    <a:pt x="17888" y="606"/>
                    <a:pt x="17653" y="325"/>
                    <a:pt x="17583" y="0"/>
                  </a:cubicBezTo>
                  <a:cubicBezTo>
                    <a:pt x="17570" y="14"/>
                    <a:pt x="17551" y="31"/>
                    <a:pt x="17540" y="44"/>
                  </a:cubicBezTo>
                  <a:cubicBezTo>
                    <a:pt x="17155" y="482"/>
                    <a:pt x="17232" y="418"/>
                    <a:pt x="16846" y="41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7" name="Shape 3273"/>
            <p:cNvSpPr/>
            <p:nvPr/>
          </p:nvSpPr>
          <p:spPr>
            <a:xfrm>
              <a:off x="12610628" y="6096133"/>
              <a:ext cx="104194" cy="113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0" h="21600" extrusionOk="0">
                  <a:moveTo>
                    <a:pt x="6734" y="2547"/>
                  </a:moveTo>
                  <a:cubicBezTo>
                    <a:pt x="6103" y="3625"/>
                    <a:pt x="3471" y="8001"/>
                    <a:pt x="1367" y="10493"/>
                  </a:cubicBezTo>
                  <a:cubicBezTo>
                    <a:pt x="-1046" y="13329"/>
                    <a:pt x="331" y="18668"/>
                    <a:pt x="1019" y="20086"/>
                  </a:cubicBezTo>
                  <a:cubicBezTo>
                    <a:pt x="1711" y="21515"/>
                    <a:pt x="5156" y="21156"/>
                    <a:pt x="7225" y="19730"/>
                  </a:cubicBezTo>
                  <a:cubicBezTo>
                    <a:pt x="8827" y="18627"/>
                    <a:pt x="10032" y="19264"/>
                    <a:pt x="12434" y="21600"/>
                  </a:cubicBezTo>
                  <a:cubicBezTo>
                    <a:pt x="13681" y="19730"/>
                    <a:pt x="15420" y="17646"/>
                    <a:pt x="17001" y="15961"/>
                  </a:cubicBezTo>
                  <a:cubicBezTo>
                    <a:pt x="14269" y="14321"/>
                    <a:pt x="11749" y="14051"/>
                    <a:pt x="11082" y="13362"/>
                  </a:cubicBezTo>
                  <a:cubicBezTo>
                    <a:pt x="9946" y="12188"/>
                    <a:pt x="14352" y="8812"/>
                    <a:pt x="17453" y="8134"/>
                  </a:cubicBezTo>
                  <a:cubicBezTo>
                    <a:pt x="20554" y="7460"/>
                    <a:pt x="19084" y="3751"/>
                    <a:pt x="16478" y="1385"/>
                  </a:cubicBezTo>
                  <a:cubicBezTo>
                    <a:pt x="16048" y="996"/>
                    <a:pt x="15549" y="515"/>
                    <a:pt x="15011" y="0"/>
                  </a:cubicBezTo>
                  <a:cubicBezTo>
                    <a:pt x="13552" y="881"/>
                    <a:pt x="12359" y="1677"/>
                    <a:pt x="12018" y="2155"/>
                  </a:cubicBezTo>
                  <a:cubicBezTo>
                    <a:pt x="11208" y="3273"/>
                    <a:pt x="9394" y="2858"/>
                    <a:pt x="6734" y="25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8" name="Shape 3274"/>
            <p:cNvSpPr/>
            <p:nvPr/>
          </p:nvSpPr>
          <p:spPr>
            <a:xfrm>
              <a:off x="12291877" y="5777381"/>
              <a:ext cx="398137" cy="3449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3" h="21474" extrusionOk="0">
                  <a:moveTo>
                    <a:pt x="3512" y="3323"/>
                  </a:moveTo>
                  <a:cubicBezTo>
                    <a:pt x="2919" y="4015"/>
                    <a:pt x="1539" y="4246"/>
                    <a:pt x="1737" y="5400"/>
                  </a:cubicBezTo>
                  <a:cubicBezTo>
                    <a:pt x="1934" y="6554"/>
                    <a:pt x="1539" y="7707"/>
                    <a:pt x="554" y="9091"/>
                  </a:cubicBezTo>
                  <a:cubicBezTo>
                    <a:pt x="-427" y="10467"/>
                    <a:pt x="152" y="12527"/>
                    <a:pt x="354" y="14138"/>
                  </a:cubicBezTo>
                  <a:cubicBezTo>
                    <a:pt x="1542" y="14041"/>
                    <a:pt x="2775" y="14017"/>
                    <a:pt x="3021" y="14301"/>
                  </a:cubicBezTo>
                  <a:cubicBezTo>
                    <a:pt x="3518" y="14881"/>
                    <a:pt x="3717" y="14301"/>
                    <a:pt x="4016" y="13140"/>
                  </a:cubicBezTo>
                  <a:cubicBezTo>
                    <a:pt x="4315" y="11975"/>
                    <a:pt x="4910" y="12093"/>
                    <a:pt x="5508" y="12675"/>
                  </a:cubicBezTo>
                  <a:cubicBezTo>
                    <a:pt x="6102" y="13257"/>
                    <a:pt x="6499" y="14187"/>
                    <a:pt x="7493" y="13605"/>
                  </a:cubicBezTo>
                  <a:cubicBezTo>
                    <a:pt x="8487" y="13023"/>
                    <a:pt x="8388" y="13371"/>
                    <a:pt x="8886" y="13605"/>
                  </a:cubicBezTo>
                  <a:cubicBezTo>
                    <a:pt x="9382" y="13838"/>
                    <a:pt x="11370" y="13488"/>
                    <a:pt x="12065" y="13605"/>
                  </a:cubicBezTo>
                  <a:cubicBezTo>
                    <a:pt x="12762" y="13721"/>
                    <a:pt x="18826" y="21283"/>
                    <a:pt x="18826" y="21283"/>
                  </a:cubicBezTo>
                  <a:cubicBezTo>
                    <a:pt x="18826" y="21283"/>
                    <a:pt x="18811" y="21311"/>
                    <a:pt x="18784" y="21363"/>
                  </a:cubicBezTo>
                  <a:cubicBezTo>
                    <a:pt x="19552" y="21464"/>
                    <a:pt x="20075" y="21600"/>
                    <a:pt x="20309" y="21234"/>
                  </a:cubicBezTo>
                  <a:cubicBezTo>
                    <a:pt x="20407" y="21078"/>
                    <a:pt x="20752" y="20818"/>
                    <a:pt x="21173" y="20529"/>
                  </a:cubicBezTo>
                  <a:cubicBezTo>
                    <a:pt x="20398" y="19677"/>
                    <a:pt x="19274" y="18281"/>
                    <a:pt x="17777" y="16070"/>
                  </a:cubicBezTo>
                  <a:cubicBezTo>
                    <a:pt x="15984" y="13421"/>
                    <a:pt x="13863" y="11988"/>
                    <a:pt x="12731" y="11988"/>
                  </a:cubicBezTo>
                  <a:cubicBezTo>
                    <a:pt x="11600" y="11988"/>
                    <a:pt x="11411" y="9726"/>
                    <a:pt x="10706" y="9614"/>
                  </a:cubicBezTo>
                  <a:cubicBezTo>
                    <a:pt x="9998" y="9505"/>
                    <a:pt x="8394" y="6248"/>
                    <a:pt x="8347" y="4150"/>
                  </a:cubicBezTo>
                  <a:cubicBezTo>
                    <a:pt x="8320" y="2969"/>
                    <a:pt x="7482" y="1330"/>
                    <a:pt x="6558" y="0"/>
                  </a:cubicBezTo>
                  <a:cubicBezTo>
                    <a:pt x="5434" y="2101"/>
                    <a:pt x="3929" y="2830"/>
                    <a:pt x="3512" y="332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79" name="Shape 3275"/>
            <p:cNvSpPr/>
            <p:nvPr/>
          </p:nvSpPr>
          <p:spPr>
            <a:xfrm>
              <a:off x="12072735" y="5956680"/>
              <a:ext cx="890623" cy="6938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6" h="21324" extrusionOk="0">
                  <a:moveTo>
                    <a:pt x="1370" y="14050"/>
                  </a:moveTo>
                  <a:cubicBezTo>
                    <a:pt x="1547" y="14621"/>
                    <a:pt x="2343" y="15191"/>
                    <a:pt x="2609" y="16102"/>
                  </a:cubicBezTo>
                  <a:cubicBezTo>
                    <a:pt x="2874" y="17014"/>
                    <a:pt x="3583" y="17469"/>
                    <a:pt x="3937" y="17469"/>
                  </a:cubicBezTo>
                  <a:cubicBezTo>
                    <a:pt x="4201" y="17469"/>
                    <a:pt x="4022" y="18041"/>
                    <a:pt x="3913" y="19087"/>
                  </a:cubicBezTo>
                  <a:cubicBezTo>
                    <a:pt x="4082" y="19175"/>
                    <a:pt x="4263" y="19253"/>
                    <a:pt x="4381" y="19340"/>
                  </a:cubicBezTo>
                  <a:cubicBezTo>
                    <a:pt x="4604" y="19503"/>
                    <a:pt x="5524" y="19340"/>
                    <a:pt x="5842" y="19708"/>
                  </a:cubicBezTo>
                  <a:cubicBezTo>
                    <a:pt x="6159" y="20076"/>
                    <a:pt x="7175" y="20934"/>
                    <a:pt x="7493" y="20934"/>
                  </a:cubicBezTo>
                  <a:cubicBezTo>
                    <a:pt x="7811" y="20934"/>
                    <a:pt x="8954" y="21138"/>
                    <a:pt x="9144" y="21302"/>
                  </a:cubicBezTo>
                  <a:cubicBezTo>
                    <a:pt x="9334" y="21466"/>
                    <a:pt x="9589" y="20689"/>
                    <a:pt x="10097" y="20320"/>
                  </a:cubicBezTo>
                  <a:cubicBezTo>
                    <a:pt x="10605" y="19953"/>
                    <a:pt x="11240" y="19708"/>
                    <a:pt x="11335" y="19994"/>
                  </a:cubicBezTo>
                  <a:cubicBezTo>
                    <a:pt x="11430" y="20280"/>
                    <a:pt x="11780" y="20525"/>
                    <a:pt x="12033" y="20362"/>
                  </a:cubicBezTo>
                  <a:cubicBezTo>
                    <a:pt x="12138" y="20295"/>
                    <a:pt x="12425" y="20196"/>
                    <a:pt x="12747" y="20103"/>
                  </a:cubicBezTo>
                  <a:cubicBezTo>
                    <a:pt x="13215" y="19968"/>
                    <a:pt x="13756" y="19847"/>
                    <a:pt x="13907" y="19872"/>
                  </a:cubicBezTo>
                  <a:cubicBezTo>
                    <a:pt x="14161" y="19912"/>
                    <a:pt x="14859" y="18604"/>
                    <a:pt x="15780" y="18604"/>
                  </a:cubicBezTo>
                  <a:cubicBezTo>
                    <a:pt x="16701" y="18604"/>
                    <a:pt x="16955" y="18808"/>
                    <a:pt x="17368" y="18236"/>
                  </a:cubicBezTo>
                  <a:cubicBezTo>
                    <a:pt x="17781" y="17664"/>
                    <a:pt x="20892" y="13618"/>
                    <a:pt x="21178" y="13331"/>
                  </a:cubicBezTo>
                  <a:cubicBezTo>
                    <a:pt x="21464" y="13046"/>
                    <a:pt x="20987" y="12924"/>
                    <a:pt x="20670" y="12924"/>
                  </a:cubicBezTo>
                  <a:cubicBezTo>
                    <a:pt x="20352" y="12924"/>
                    <a:pt x="19717" y="12882"/>
                    <a:pt x="18701" y="12351"/>
                  </a:cubicBezTo>
                  <a:cubicBezTo>
                    <a:pt x="17685" y="11820"/>
                    <a:pt x="16098" y="11125"/>
                    <a:pt x="15812" y="11044"/>
                  </a:cubicBezTo>
                  <a:cubicBezTo>
                    <a:pt x="15526" y="10961"/>
                    <a:pt x="15113" y="10104"/>
                    <a:pt x="14859" y="9940"/>
                  </a:cubicBezTo>
                  <a:cubicBezTo>
                    <a:pt x="14606" y="9776"/>
                    <a:pt x="14098" y="8632"/>
                    <a:pt x="13970" y="8264"/>
                  </a:cubicBezTo>
                  <a:cubicBezTo>
                    <a:pt x="13926" y="8137"/>
                    <a:pt x="14027" y="7874"/>
                    <a:pt x="14188" y="7578"/>
                  </a:cubicBezTo>
                  <a:cubicBezTo>
                    <a:pt x="13877" y="7201"/>
                    <a:pt x="13721" y="7098"/>
                    <a:pt x="13513" y="7276"/>
                  </a:cubicBezTo>
                  <a:cubicBezTo>
                    <a:pt x="13245" y="7507"/>
                    <a:pt x="12799" y="7565"/>
                    <a:pt x="12709" y="7334"/>
                  </a:cubicBezTo>
                  <a:cubicBezTo>
                    <a:pt x="12620" y="7105"/>
                    <a:pt x="12441" y="6243"/>
                    <a:pt x="12754" y="5785"/>
                  </a:cubicBezTo>
                  <a:cubicBezTo>
                    <a:pt x="13067" y="5324"/>
                    <a:pt x="13468" y="4462"/>
                    <a:pt x="13468" y="4462"/>
                  </a:cubicBezTo>
                  <a:cubicBezTo>
                    <a:pt x="13468" y="4462"/>
                    <a:pt x="10746" y="728"/>
                    <a:pt x="10433" y="671"/>
                  </a:cubicBezTo>
                  <a:cubicBezTo>
                    <a:pt x="10120" y="613"/>
                    <a:pt x="9228" y="786"/>
                    <a:pt x="9005" y="671"/>
                  </a:cubicBezTo>
                  <a:cubicBezTo>
                    <a:pt x="8782" y="555"/>
                    <a:pt x="8826" y="384"/>
                    <a:pt x="8380" y="671"/>
                  </a:cubicBezTo>
                  <a:cubicBezTo>
                    <a:pt x="7933" y="958"/>
                    <a:pt x="7755" y="499"/>
                    <a:pt x="7488" y="212"/>
                  </a:cubicBezTo>
                  <a:cubicBezTo>
                    <a:pt x="7220" y="-75"/>
                    <a:pt x="6953" y="-134"/>
                    <a:pt x="6819" y="441"/>
                  </a:cubicBezTo>
                  <a:cubicBezTo>
                    <a:pt x="6684" y="1015"/>
                    <a:pt x="6595" y="1301"/>
                    <a:pt x="6372" y="1015"/>
                  </a:cubicBezTo>
                  <a:cubicBezTo>
                    <a:pt x="6262" y="874"/>
                    <a:pt x="5708" y="886"/>
                    <a:pt x="5175" y="934"/>
                  </a:cubicBezTo>
                  <a:cubicBezTo>
                    <a:pt x="5175" y="939"/>
                    <a:pt x="5175" y="944"/>
                    <a:pt x="5176" y="948"/>
                  </a:cubicBezTo>
                  <a:cubicBezTo>
                    <a:pt x="5264" y="1747"/>
                    <a:pt x="4644" y="2658"/>
                    <a:pt x="4644" y="3113"/>
                  </a:cubicBezTo>
                  <a:cubicBezTo>
                    <a:pt x="4644" y="3569"/>
                    <a:pt x="4291" y="4025"/>
                    <a:pt x="4025" y="4025"/>
                  </a:cubicBezTo>
                  <a:cubicBezTo>
                    <a:pt x="3759" y="4025"/>
                    <a:pt x="3494" y="4937"/>
                    <a:pt x="3140" y="5391"/>
                  </a:cubicBezTo>
                  <a:cubicBezTo>
                    <a:pt x="2785" y="5848"/>
                    <a:pt x="3052" y="6873"/>
                    <a:pt x="2698" y="7215"/>
                  </a:cubicBezTo>
                  <a:cubicBezTo>
                    <a:pt x="2343" y="7558"/>
                    <a:pt x="1813" y="7671"/>
                    <a:pt x="2078" y="8013"/>
                  </a:cubicBezTo>
                  <a:cubicBezTo>
                    <a:pt x="2343" y="8355"/>
                    <a:pt x="1635" y="9038"/>
                    <a:pt x="1635" y="9722"/>
                  </a:cubicBezTo>
                  <a:cubicBezTo>
                    <a:pt x="1635" y="10406"/>
                    <a:pt x="1547" y="11658"/>
                    <a:pt x="1458" y="11772"/>
                  </a:cubicBezTo>
                  <a:cubicBezTo>
                    <a:pt x="1370" y="11887"/>
                    <a:pt x="308" y="11546"/>
                    <a:pt x="308" y="12115"/>
                  </a:cubicBezTo>
                  <a:cubicBezTo>
                    <a:pt x="308" y="12684"/>
                    <a:pt x="-136" y="12684"/>
                    <a:pt x="42" y="13140"/>
                  </a:cubicBezTo>
                  <a:cubicBezTo>
                    <a:pt x="219" y="13596"/>
                    <a:pt x="1193" y="13481"/>
                    <a:pt x="1370" y="1405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0" name="Shape 3276"/>
            <p:cNvSpPr/>
            <p:nvPr/>
          </p:nvSpPr>
          <p:spPr>
            <a:xfrm>
              <a:off x="12212190" y="4681671"/>
              <a:ext cx="82388" cy="1098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0" h="21210" extrusionOk="0">
                  <a:moveTo>
                    <a:pt x="17387" y="9026"/>
                  </a:moveTo>
                  <a:cubicBezTo>
                    <a:pt x="20036" y="7114"/>
                    <a:pt x="21600" y="-390"/>
                    <a:pt x="10588" y="16"/>
                  </a:cubicBezTo>
                  <a:cubicBezTo>
                    <a:pt x="10483" y="504"/>
                    <a:pt x="10437" y="1012"/>
                    <a:pt x="10437" y="1534"/>
                  </a:cubicBezTo>
                  <a:cubicBezTo>
                    <a:pt x="10437" y="4998"/>
                    <a:pt x="3698" y="12278"/>
                    <a:pt x="0" y="18888"/>
                  </a:cubicBezTo>
                  <a:lnTo>
                    <a:pt x="6630" y="21210"/>
                  </a:lnTo>
                  <a:cubicBezTo>
                    <a:pt x="10077" y="16149"/>
                    <a:pt x="15275" y="10544"/>
                    <a:pt x="17387" y="902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1" name="Shape 3277"/>
            <p:cNvSpPr/>
            <p:nvPr/>
          </p:nvSpPr>
          <p:spPr>
            <a:xfrm>
              <a:off x="12232112" y="4502373"/>
              <a:ext cx="412643" cy="329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2" y="14109"/>
                  </a:moveTo>
                  <a:cubicBezTo>
                    <a:pt x="1931" y="14625"/>
                    <a:pt x="770" y="16530"/>
                    <a:pt x="0" y="18250"/>
                  </a:cubicBezTo>
                  <a:lnTo>
                    <a:pt x="161" y="18337"/>
                  </a:lnTo>
                  <a:lnTo>
                    <a:pt x="409" y="19736"/>
                  </a:lnTo>
                  <a:lnTo>
                    <a:pt x="3259" y="21600"/>
                  </a:lnTo>
                  <a:cubicBezTo>
                    <a:pt x="3259" y="21600"/>
                    <a:pt x="5366" y="19736"/>
                    <a:pt x="6236" y="19581"/>
                  </a:cubicBezTo>
                  <a:cubicBezTo>
                    <a:pt x="7101" y="19426"/>
                    <a:pt x="17014" y="12742"/>
                    <a:pt x="17014" y="12742"/>
                  </a:cubicBezTo>
                  <a:cubicBezTo>
                    <a:pt x="17014" y="12742"/>
                    <a:pt x="17883" y="11033"/>
                    <a:pt x="17760" y="10410"/>
                  </a:cubicBezTo>
                  <a:cubicBezTo>
                    <a:pt x="17634" y="9789"/>
                    <a:pt x="17511" y="8078"/>
                    <a:pt x="18006" y="7303"/>
                  </a:cubicBezTo>
                  <a:cubicBezTo>
                    <a:pt x="18503" y="6527"/>
                    <a:pt x="17388" y="5283"/>
                    <a:pt x="17760" y="4038"/>
                  </a:cubicBezTo>
                  <a:cubicBezTo>
                    <a:pt x="18131" y="2794"/>
                    <a:pt x="19741" y="2176"/>
                    <a:pt x="19741" y="2176"/>
                  </a:cubicBezTo>
                  <a:lnTo>
                    <a:pt x="21600" y="467"/>
                  </a:lnTo>
                  <a:lnTo>
                    <a:pt x="20362" y="0"/>
                  </a:lnTo>
                  <a:cubicBezTo>
                    <a:pt x="20362" y="0"/>
                    <a:pt x="18752" y="776"/>
                    <a:pt x="16892" y="621"/>
                  </a:cubicBezTo>
                  <a:cubicBezTo>
                    <a:pt x="15033" y="467"/>
                    <a:pt x="14662" y="2176"/>
                    <a:pt x="12678" y="2176"/>
                  </a:cubicBezTo>
                  <a:cubicBezTo>
                    <a:pt x="10695" y="2176"/>
                    <a:pt x="9580" y="2794"/>
                    <a:pt x="9085" y="2021"/>
                  </a:cubicBezTo>
                  <a:cubicBezTo>
                    <a:pt x="8589" y="1243"/>
                    <a:pt x="8464" y="1709"/>
                    <a:pt x="7101" y="2486"/>
                  </a:cubicBezTo>
                  <a:cubicBezTo>
                    <a:pt x="5739" y="3262"/>
                    <a:pt x="4871" y="3109"/>
                    <a:pt x="4252" y="2486"/>
                  </a:cubicBezTo>
                  <a:cubicBezTo>
                    <a:pt x="3632" y="1866"/>
                    <a:pt x="3136" y="2642"/>
                    <a:pt x="3012" y="3419"/>
                  </a:cubicBezTo>
                  <a:cubicBezTo>
                    <a:pt x="2896" y="4147"/>
                    <a:pt x="3078" y="5820"/>
                    <a:pt x="1154" y="6151"/>
                  </a:cubicBezTo>
                  <a:cubicBezTo>
                    <a:pt x="1022" y="6867"/>
                    <a:pt x="797" y="7613"/>
                    <a:pt x="1127" y="8133"/>
                  </a:cubicBezTo>
                  <a:cubicBezTo>
                    <a:pt x="1618" y="8902"/>
                    <a:pt x="1029" y="9808"/>
                    <a:pt x="884" y="11047"/>
                  </a:cubicBezTo>
                  <a:cubicBezTo>
                    <a:pt x="3343" y="10909"/>
                    <a:pt x="2994" y="13459"/>
                    <a:pt x="2402" y="141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2" name="Shape 3278"/>
            <p:cNvSpPr/>
            <p:nvPr/>
          </p:nvSpPr>
          <p:spPr>
            <a:xfrm>
              <a:off x="17650896" y="4442607"/>
              <a:ext cx="211483" cy="278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93" h="21138" extrusionOk="0">
                  <a:moveTo>
                    <a:pt x="4223" y="1809"/>
                  </a:moveTo>
                  <a:cubicBezTo>
                    <a:pt x="3714" y="2218"/>
                    <a:pt x="2199" y="2981"/>
                    <a:pt x="899" y="3827"/>
                  </a:cubicBezTo>
                  <a:cubicBezTo>
                    <a:pt x="1538" y="4684"/>
                    <a:pt x="1415" y="6147"/>
                    <a:pt x="2652" y="6240"/>
                  </a:cubicBezTo>
                  <a:cubicBezTo>
                    <a:pt x="4404" y="6377"/>
                    <a:pt x="4239" y="8533"/>
                    <a:pt x="2319" y="8194"/>
                  </a:cubicBezTo>
                  <a:cubicBezTo>
                    <a:pt x="403" y="7857"/>
                    <a:pt x="398" y="10283"/>
                    <a:pt x="2067" y="12372"/>
                  </a:cubicBezTo>
                  <a:cubicBezTo>
                    <a:pt x="3738" y="14460"/>
                    <a:pt x="-1101" y="16819"/>
                    <a:pt x="237" y="17897"/>
                  </a:cubicBezTo>
                  <a:cubicBezTo>
                    <a:pt x="1569" y="18971"/>
                    <a:pt x="486" y="20254"/>
                    <a:pt x="1068" y="20927"/>
                  </a:cubicBezTo>
                  <a:cubicBezTo>
                    <a:pt x="1653" y="21600"/>
                    <a:pt x="8741" y="20659"/>
                    <a:pt x="11826" y="18098"/>
                  </a:cubicBezTo>
                  <a:cubicBezTo>
                    <a:pt x="14914" y="15535"/>
                    <a:pt x="15743" y="15876"/>
                    <a:pt x="17329" y="16213"/>
                  </a:cubicBezTo>
                  <a:cubicBezTo>
                    <a:pt x="18916" y="16549"/>
                    <a:pt x="20499" y="15268"/>
                    <a:pt x="19661" y="14258"/>
                  </a:cubicBezTo>
                  <a:cubicBezTo>
                    <a:pt x="18828" y="13247"/>
                    <a:pt x="17911" y="10757"/>
                    <a:pt x="18160" y="7654"/>
                  </a:cubicBezTo>
                  <a:cubicBezTo>
                    <a:pt x="18308" y="5855"/>
                    <a:pt x="15269" y="2598"/>
                    <a:pt x="12322" y="0"/>
                  </a:cubicBezTo>
                  <a:cubicBezTo>
                    <a:pt x="11409" y="594"/>
                    <a:pt x="10582" y="908"/>
                    <a:pt x="9343" y="908"/>
                  </a:cubicBezTo>
                  <a:cubicBezTo>
                    <a:pt x="7337" y="908"/>
                    <a:pt x="5114" y="1087"/>
                    <a:pt x="4223" y="18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3" name="Shape 3279"/>
            <p:cNvSpPr/>
            <p:nvPr/>
          </p:nvSpPr>
          <p:spPr>
            <a:xfrm>
              <a:off x="15399709" y="5259409"/>
              <a:ext cx="251184" cy="336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07" h="20623" extrusionOk="0">
                  <a:moveTo>
                    <a:pt x="20207" y="17137"/>
                  </a:moveTo>
                  <a:cubicBezTo>
                    <a:pt x="19357" y="13531"/>
                    <a:pt x="18881" y="10037"/>
                    <a:pt x="18257" y="10037"/>
                  </a:cubicBezTo>
                  <a:cubicBezTo>
                    <a:pt x="17393" y="10037"/>
                    <a:pt x="16238" y="13121"/>
                    <a:pt x="14795" y="12899"/>
                  </a:cubicBezTo>
                  <a:cubicBezTo>
                    <a:pt x="13347" y="12682"/>
                    <a:pt x="13347" y="8935"/>
                    <a:pt x="15080" y="8935"/>
                  </a:cubicBezTo>
                  <a:cubicBezTo>
                    <a:pt x="16814" y="8935"/>
                    <a:pt x="18836" y="6071"/>
                    <a:pt x="18836" y="5189"/>
                  </a:cubicBezTo>
                  <a:cubicBezTo>
                    <a:pt x="18836" y="4310"/>
                    <a:pt x="17107" y="4310"/>
                    <a:pt x="15371" y="4310"/>
                  </a:cubicBezTo>
                  <a:cubicBezTo>
                    <a:pt x="13635" y="4310"/>
                    <a:pt x="9879" y="4529"/>
                    <a:pt x="9879" y="4529"/>
                  </a:cubicBezTo>
                  <a:cubicBezTo>
                    <a:pt x="9879" y="4529"/>
                    <a:pt x="7564" y="3871"/>
                    <a:pt x="7564" y="2766"/>
                  </a:cubicBezTo>
                  <a:cubicBezTo>
                    <a:pt x="7564" y="1665"/>
                    <a:pt x="6699" y="782"/>
                    <a:pt x="4384" y="782"/>
                  </a:cubicBezTo>
                  <a:cubicBezTo>
                    <a:pt x="2077" y="782"/>
                    <a:pt x="2077" y="-977"/>
                    <a:pt x="340" y="782"/>
                  </a:cubicBezTo>
                  <a:cubicBezTo>
                    <a:pt x="-1393" y="2545"/>
                    <a:pt x="4099" y="2545"/>
                    <a:pt x="3520" y="3871"/>
                  </a:cubicBezTo>
                  <a:cubicBezTo>
                    <a:pt x="2941" y="5189"/>
                    <a:pt x="1207" y="4310"/>
                    <a:pt x="919" y="5410"/>
                  </a:cubicBezTo>
                  <a:cubicBezTo>
                    <a:pt x="629" y="6510"/>
                    <a:pt x="1211" y="9377"/>
                    <a:pt x="2077" y="10917"/>
                  </a:cubicBezTo>
                  <a:cubicBezTo>
                    <a:pt x="2739" y="12107"/>
                    <a:pt x="3741" y="15114"/>
                    <a:pt x="3778" y="17645"/>
                  </a:cubicBezTo>
                  <a:cubicBezTo>
                    <a:pt x="5123" y="17449"/>
                    <a:pt x="5753" y="16972"/>
                    <a:pt x="7002" y="16972"/>
                  </a:cubicBezTo>
                  <a:cubicBezTo>
                    <a:pt x="8569" y="16972"/>
                    <a:pt x="10708" y="16811"/>
                    <a:pt x="10851" y="15559"/>
                  </a:cubicBezTo>
                  <a:cubicBezTo>
                    <a:pt x="10995" y="14310"/>
                    <a:pt x="12777" y="13386"/>
                    <a:pt x="13773" y="13764"/>
                  </a:cubicBezTo>
                  <a:cubicBezTo>
                    <a:pt x="14773" y="14146"/>
                    <a:pt x="16271" y="17189"/>
                    <a:pt x="16341" y="18767"/>
                  </a:cubicBezTo>
                  <a:cubicBezTo>
                    <a:pt x="16365" y="19270"/>
                    <a:pt x="16650" y="19933"/>
                    <a:pt x="17092" y="20623"/>
                  </a:cubicBezTo>
                  <a:cubicBezTo>
                    <a:pt x="17889" y="20024"/>
                    <a:pt x="18820" y="19546"/>
                    <a:pt x="18820" y="19546"/>
                  </a:cubicBezTo>
                  <a:cubicBezTo>
                    <a:pt x="18820" y="19546"/>
                    <a:pt x="19406" y="17868"/>
                    <a:pt x="20207" y="1713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4" name="Shape 3280"/>
            <p:cNvSpPr/>
            <p:nvPr/>
          </p:nvSpPr>
          <p:spPr>
            <a:xfrm>
              <a:off x="14224311" y="4641826"/>
              <a:ext cx="1665823" cy="17557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9" h="21502" extrusionOk="0">
                  <a:moveTo>
                    <a:pt x="15419" y="9729"/>
                  </a:moveTo>
                  <a:cubicBezTo>
                    <a:pt x="15280" y="9422"/>
                    <a:pt x="15187" y="8849"/>
                    <a:pt x="15233" y="8630"/>
                  </a:cubicBezTo>
                  <a:cubicBezTo>
                    <a:pt x="15280" y="8410"/>
                    <a:pt x="15558" y="8586"/>
                    <a:pt x="15651" y="8322"/>
                  </a:cubicBezTo>
                  <a:cubicBezTo>
                    <a:pt x="15744" y="8058"/>
                    <a:pt x="14862" y="8058"/>
                    <a:pt x="15140" y="7706"/>
                  </a:cubicBezTo>
                  <a:cubicBezTo>
                    <a:pt x="15419" y="7354"/>
                    <a:pt x="15419" y="7706"/>
                    <a:pt x="15790" y="7706"/>
                  </a:cubicBezTo>
                  <a:cubicBezTo>
                    <a:pt x="16162" y="7706"/>
                    <a:pt x="16301" y="7882"/>
                    <a:pt x="16301" y="8102"/>
                  </a:cubicBezTo>
                  <a:cubicBezTo>
                    <a:pt x="16301" y="8322"/>
                    <a:pt x="16673" y="8454"/>
                    <a:pt x="16673" y="8454"/>
                  </a:cubicBezTo>
                  <a:cubicBezTo>
                    <a:pt x="16673" y="8454"/>
                    <a:pt x="17277" y="8410"/>
                    <a:pt x="17556" y="8410"/>
                  </a:cubicBezTo>
                  <a:cubicBezTo>
                    <a:pt x="17835" y="8410"/>
                    <a:pt x="18113" y="8410"/>
                    <a:pt x="18113" y="8586"/>
                  </a:cubicBezTo>
                  <a:cubicBezTo>
                    <a:pt x="18113" y="8762"/>
                    <a:pt x="17788" y="9334"/>
                    <a:pt x="17509" y="9334"/>
                  </a:cubicBezTo>
                  <a:cubicBezTo>
                    <a:pt x="17231" y="9334"/>
                    <a:pt x="17231" y="10082"/>
                    <a:pt x="17464" y="10125"/>
                  </a:cubicBezTo>
                  <a:cubicBezTo>
                    <a:pt x="17696" y="10170"/>
                    <a:pt x="17881" y="9554"/>
                    <a:pt x="18020" y="9554"/>
                  </a:cubicBezTo>
                  <a:cubicBezTo>
                    <a:pt x="18120" y="9554"/>
                    <a:pt x="18197" y="10251"/>
                    <a:pt x="18334" y="10971"/>
                  </a:cubicBezTo>
                  <a:cubicBezTo>
                    <a:pt x="18370" y="10931"/>
                    <a:pt x="18407" y="10901"/>
                    <a:pt x="18447" y="10901"/>
                  </a:cubicBezTo>
                  <a:cubicBezTo>
                    <a:pt x="18631" y="10901"/>
                    <a:pt x="18539" y="10293"/>
                    <a:pt x="18662" y="10119"/>
                  </a:cubicBezTo>
                  <a:cubicBezTo>
                    <a:pt x="18784" y="9945"/>
                    <a:pt x="18723" y="9394"/>
                    <a:pt x="18815" y="9394"/>
                  </a:cubicBezTo>
                  <a:cubicBezTo>
                    <a:pt x="18907" y="9394"/>
                    <a:pt x="19458" y="9568"/>
                    <a:pt x="19427" y="9423"/>
                  </a:cubicBezTo>
                  <a:cubicBezTo>
                    <a:pt x="19396" y="9278"/>
                    <a:pt x="19763" y="8785"/>
                    <a:pt x="19702" y="8524"/>
                  </a:cubicBezTo>
                  <a:cubicBezTo>
                    <a:pt x="19641" y="8263"/>
                    <a:pt x="19917" y="7944"/>
                    <a:pt x="19917" y="7626"/>
                  </a:cubicBezTo>
                  <a:cubicBezTo>
                    <a:pt x="19917" y="7307"/>
                    <a:pt x="20223" y="7220"/>
                    <a:pt x="20437" y="7046"/>
                  </a:cubicBezTo>
                  <a:cubicBezTo>
                    <a:pt x="20651" y="6872"/>
                    <a:pt x="21019" y="6640"/>
                    <a:pt x="21080" y="6785"/>
                  </a:cubicBezTo>
                  <a:cubicBezTo>
                    <a:pt x="21141" y="6929"/>
                    <a:pt x="21600" y="7046"/>
                    <a:pt x="21417" y="6785"/>
                  </a:cubicBezTo>
                  <a:cubicBezTo>
                    <a:pt x="21233" y="6523"/>
                    <a:pt x="21233" y="6350"/>
                    <a:pt x="21355" y="6292"/>
                  </a:cubicBezTo>
                  <a:cubicBezTo>
                    <a:pt x="21478" y="6234"/>
                    <a:pt x="21539" y="5944"/>
                    <a:pt x="21539" y="5944"/>
                  </a:cubicBezTo>
                  <a:cubicBezTo>
                    <a:pt x="21539" y="5944"/>
                    <a:pt x="21141" y="5886"/>
                    <a:pt x="21080" y="5712"/>
                  </a:cubicBezTo>
                  <a:cubicBezTo>
                    <a:pt x="21019" y="5538"/>
                    <a:pt x="20773" y="5364"/>
                    <a:pt x="20773" y="5219"/>
                  </a:cubicBezTo>
                  <a:cubicBezTo>
                    <a:pt x="20773" y="5074"/>
                    <a:pt x="20559" y="5132"/>
                    <a:pt x="20376" y="5277"/>
                  </a:cubicBezTo>
                  <a:cubicBezTo>
                    <a:pt x="20192" y="5422"/>
                    <a:pt x="19855" y="5103"/>
                    <a:pt x="19457" y="5306"/>
                  </a:cubicBezTo>
                  <a:cubicBezTo>
                    <a:pt x="19060" y="5509"/>
                    <a:pt x="18968" y="5741"/>
                    <a:pt x="18784" y="5712"/>
                  </a:cubicBezTo>
                  <a:cubicBezTo>
                    <a:pt x="18600" y="5682"/>
                    <a:pt x="18631" y="5857"/>
                    <a:pt x="18478" y="6002"/>
                  </a:cubicBezTo>
                  <a:cubicBezTo>
                    <a:pt x="18325" y="6147"/>
                    <a:pt x="18202" y="6321"/>
                    <a:pt x="18111" y="6321"/>
                  </a:cubicBezTo>
                  <a:cubicBezTo>
                    <a:pt x="18019" y="6321"/>
                    <a:pt x="17712" y="6466"/>
                    <a:pt x="17712" y="6466"/>
                  </a:cubicBezTo>
                  <a:cubicBezTo>
                    <a:pt x="17712" y="6466"/>
                    <a:pt x="17927" y="6900"/>
                    <a:pt x="17804" y="7103"/>
                  </a:cubicBezTo>
                  <a:cubicBezTo>
                    <a:pt x="17682" y="7307"/>
                    <a:pt x="17375" y="7103"/>
                    <a:pt x="17040" y="7191"/>
                  </a:cubicBezTo>
                  <a:cubicBezTo>
                    <a:pt x="16702" y="7278"/>
                    <a:pt x="16549" y="7075"/>
                    <a:pt x="16304" y="7133"/>
                  </a:cubicBezTo>
                  <a:cubicBezTo>
                    <a:pt x="16060" y="7191"/>
                    <a:pt x="15907" y="6988"/>
                    <a:pt x="15784" y="7016"/>
                  </a:cubicBezTo>
                  <a:cubicBezTo>
                    <a:pt x="15661" y="7046"/>
                    <a:pt x="15478" y="6755"/>
                    <a:pt x="15539" y="6523"/>
                  </a:cubicBezTo>
                  <a:cubicBezTo>
                    <a:pt x="15601" y="6292"/>
                    <a:pt x="15416" y="5973"/>
                    <a:pt x="15294" y="6147"/>
                  </a:cubicBezTo>
                  <a:cubicBezTo>
                    <a:pt x="15172" y="6321"/>
                    <a:pt x="14989" y="6234"/>
                    <a:pt x="14989" y="6495"/>
                  </a:cubicBezTo>
                  <a:cubicBezTo>
                    <a:pt x="14989" y="6755"/>
                    <a:pt x="15142" y="7075"/>
                    <a:pt x="14958" y="7249"/>
                  </a:cubicBezTo>
                  <a:cubicBezTo>
                    <a:pt x="14774" y="7423"/>
                    <a:pt x="13794" y="7510"/>
                    <a:pt x="13611" y="7365"/>
                  </a:cubicBezTo>
                  <a:cubicBezTo>
                    <a:pt x="13427" y="7220"/>
                    <a:pt x="12631" y="7133"/>
                    <a:pt x="12601" y="6988"/>
                  </a:cubicBezTo>
                  <a:cubicBezTo>
                    <a:pt x="12570" y="6842"/>
                    <a:pt x="12325" y="6582"/>
                    <a:pt x="12172" y="6582"/>
                  </a:cubicBezTo>
                  <a:cubicBezTo>
                    <a:pt x="12019" y="6582"/>
                    <a:pt x="11559" y="6785"/>
                    <a:pt x="11437" y="6697"/>
                  </a:cubicBezTo>
                  <a:cubicBezTo>
                    <a:pt x="11315" y="6611"/>
                    <a:pt x="11008" y="6379"/>
                    <a:pt x="10794" y="6350"/>
                  </a:cubicBezTo>
                  <a:cubicBezTo>
                    <a:pt x="10580" y="6321"/>
                    <a:pt x="10243" y="6176"/>
                    <a:pt x="10212" y="6060"/>
                  </a:cubicBezTo>
                  <a:cubicBezTo>
                    <a:pt x="10182" y="5944"/>
                    <a:pt x="9692" y="5886"/>
                    <a:pt x="9600" y="5770"/>
                  </a:cubicBezTo>
                  <a:cubicBezTo>
                    <a:pt x="9508" y="5654"/>
                    <a:pt x="9202" y="5625"/>
                    <a:pt x="9202" y="5480"/>
                  </a:cubicBezTo>
                  <a:cubicBezTo>
                    <a:pt x="9202" y="5335"/>
                    <a:pt x="9325" y="5103"/>
                    <a:pt x="9325" y="4929"/>
                  </a:cubicBezTo>
                  <a:cubicBezTo>
                    <a:pt x="9325" y="4755"/>
                    <a:pt x="9692" y="4582"/>
                    <a:pt x="9692" y="4465"/>
                  </a:cubicBezTo>
                  <a:cubicBezTo>
                    <a:pt x="9692" y="4349"/>
                    <a:pt x="9356" y="4146"/>
                    <a:pt x="9356" y="4146"/>
                  </a:cubicBezTo>
                  <a:cubicBezTo>
                    <a:pt x="9356" y="4146"/>
                    <a:pt x="9141" y="3769"/>
                    <a:pt x="8896" y="3769"/>
                  </a:cubicBezTo>
                  <a:cubicBezTo>
                    <a:pt x="8651" y="3769"/>
                    <a:pt x="8467" y="3364"/>
                    <a:pt x="8254" y="3335"/>
                  </a:cubicBezTo>
                  <a:cubicBezTo>
                    <a:pt x="8039" y="3306"/>
                    <a:pt x="8100" y="2899"/>
                    <a:pt x="7978" y="2754"/>
                  </a:cubicBezTo>
                  <a:cubicBezTo>
                    <a:pt x="7856" y="2610"/>
                    <a:pt x="7947" y="2262"/>
                    <a:pt x="8162" y="2436"/>
                  </a:cubicBezTo>
                  <a:cubicBezTo>
                    <a:pt x="8376" y="2610"/>
                    <a:pt x="8774" y="2436"/>
                    <a:pt x="8621" y="2175"/>
                  </a:cubicBezTo>
                  <a:cubicBezTo>
                    <a:pt x="8467" y="1914"/>
                    <a:pt x="8192" y="1682"/>
                    <a:pt x="8192" y="1537"/>
                  </a:cubicBezTo>
                  <a:cubicBezTo>
                    <a:pt x="8192" y="1392"/>
                    <a:pt x="8376" y="957"/>
                    <a:pt x="8162" y="841"/>
                  </a:cubicBezTo>
                  <a:cubicBezTo>
                    <a:pt x="7947" y="725"/>
                    <a:pt x="7764" y="551"/>
                    <a:pt x="7702" y="348"/>
                  </a:cubicBezTo>
                  <a:cubicBezTo>
                    <a:pt x="7641" y="145"/>
                    <a:pt x="7396" y="0"/>
                    <a:pt x="7396" y="0"/>
                  </a:cubicBezTo>
                  <a:lnTo>
                    <a:pt x="7090" y="29"/>
                  </a:lnTo>
                  <a:cubicBezTo>
                    <a:pt x="7090" y="29"/>
                    <a:pt x="6907" y="493"/>
                    <a:pt x="6784" y="551"/>
                  </a:cubicBezTo>
                  <a:cubicBezTo>
                    <a:pt x="6661" y="609"/>
                    <a:pt x="6233" y="696"/>
                    <a:pt x="6019" y="841"/>
                  </a:cubicBezTo>
                  <a:cubicBezTo>
                    <a:pt x="5805" y="986"/>
                    <a:pt x="5192" y="638"/>
                    <a:pt x="4856" y="638"/>
                  </a:cubicBezTo>
                  <a:cubicBezTo>
                    <a:pt x="4519" y="638"/>
                    <a:pt x="4304" y="957"/>
                    <a:pt x="4457" y="1044"/>
                  </a:cubicBezTo>
                  <a:cubicBezTo>
                    <a:pt x="4611" y="1131"/>
                    <a:pt x="4580" y="1740"/>
                    <a:pt x="4580" y="1740"/>
                  </a:cubicBezTo>
                  <a:cubicBezTo>
                    <a:pt x="4580" y="1740"/>
                    <a:pt x="4764" y="2494"/>
                    <a:pt x="5039" y="2436"/>
                  </a:cubicBezTo>
                  <a:cubicBezTo>
                    <a:pt x="5314" y="2378"/>
                    <a:pt x="5651" y="2696"/>
                    <a:pt x="5406" y="2754"/>
                  </a:cubicBezTo>
                  <a:cubicBezTo>
                    <a:pt x="5162" y="2812"/>
                    <a:pt x="5039" y="3074"/>
                    <a:pt x="5009" y="3306"/>
                  </a:cubicBezTo>
                  <a:cubicBezTo>
                    <a:pt x="4978" y="3538"/>
                    <a:pt x="5039" y="3827"/>
                    <a:pt x="4856" y="3856"/>
                  </a:cubicBezTo>
                  <a:cubicBezTo>
                    <a:pt x="4672" y="3885"/>
                    <a:pt x="4488" y="3943"/>
                    <a:pt x="4488" y="4262"/>
                  </a:cubicBezTo>
                  <a:cubicBezTo>
                    <a:pt x="4488" y="4582"/>
                    <a:pt x="4091" y="4495"/>
                    <a:pt x="4029" y="4610"/>
                  </a:cubicBezTo>
                  <a:cubicBezTo>
                    <a:pt x="3968" y="4726"/>
                    <a:pt x="3815" y="5306"/>
                    <a:pt x="3723" y="5393"/>
                  </a:cubicBezTo>
                  <a:cubicBezTo>
                    <a:pt x="3631" y="5480"/>
                    <a:pt x="3110" y="5509"/>
                    <a:pt x="3080" y="5770"/>
                  </a:cubicBezTo>
                  <a:cubicBezTo>
                    <a:pt x="3049" y="6031"/>
                    <a:pt x="2805" y="6350"/>
                    <a:pt x="2652" y="6321"/>
                  </a:cubicBezTo>
                  <a:cubicBezTo>
                    <a:pt x="2498" y="6292"/>
                    <a:pt x="2223" y="6176"/>
                    <a:pt x="2131" y="6350"/>
                  </a:cubicBezTo>
                  <a:cubicBezTo>
                    <a:pt x="2039" y="6524"/>
                    <a:pt x="1642" y="6205"/>
                    <a:pt x="1550" y="6292"/>
                  </a:cubicBezTo>
                  <a:cubicBezTo>
                    <a:pt x="1458" y="6379"/>
                    <a:pt x="967" y="6756"/>
                    <a:pt x="967" y="6988"/>
                  </a:cubicBezTo>
                  <a:cubicBezTo>
                    <a:pt x="967" y="7220"/>
                    <a:pt x="1488" y="7220"/>
                    <a:pt x="1458" y="7510"/>
                  </a:cubicBezTo>
                  <a:cubicBezTo>
                    <a:pt x="1427" y="7800"/>
                    <a:pt x="1642" y="8119"/>
                    <a:pt x="1795" y="8263"/>
                  </a:cubicBezTo>
                  <a:cubicBezTo>
                    <a:pt x="1947" y="8409"/>
                    <a:pt x="2192" y="8756"/>
                    <a:pt x="2069" y="8931"/>
                  </a:cubicBezTo>
                  <a:cubicBezTo>
                    <a:pt x="1947" y="9104"/>
                    <a:pt x="1764" y="9133"/>
                    <a:pt x="1488" y="9075"/>
                  </a:cubicBezTo>
                  <a:cubicBezTo>
                    <a:pt x="1213" y="9017"/>
                    <a:pt x="1243" y="9191"/>
                    <a:pt x="754" y="9104"/>
                  </a:cubicBezTo>
                  <a:cubicBezTo>
                    <a:pt x="264" y="9017"/>
                    <a:pt x="233" y="9365"/>
                    <a:pt x="49" y="9568"/>
                  </a:cubicBezTo>
                  <a:cubicBezTo>
                    <a:pt x="38" y="9581"/>
                    <a:pt x="21" y="9599"/>
                    <a:pt x="0" y="9622"/>
                  </a:cubicBezTo>
                  <a:cubicBezTo>
                    <a:pt x="231" y="9795"/>
                    <a:pt x="328" y="10104"/>
                    <a:pt x="713" y="10244"/>
                  </a:cubicBezTo>
                  <a:cubicBezTo>
                    <a:pt x="1160" y="10407"/>
                    <a:pt x="1561" y="9972"/>
                    <a:pt x="1561" y="10287"/>
                  </a:cubicBezTo>
                  <a:cubicBezTo>
                    <a:pt x="1561" y="10602"/>
                    <a:pt x="506" y="10537"/>
                    <a:pt x="484" y="10635"/>
                  </a:cubicBezTo>
                  <a:cubicBezTo>
                    <a:pt x="461" y="10733"/>
                    <a:pt x="1572" y="12003"/>
                    <a:pt x="2134" y="11905"/>
                  </a:cubicBezTo>
                  <a:cubicBezTo>
                    <a:pt x="2696" y="11808"/>
                    <a:pt x="3109" y="11232"/>
                    <a:pt x="2948" y="11145"/>
                  </a:cubicBezTo>
                  <a:cubicBezTo>
                    <a:pt x="2788" y="11058"/>
                    <a:pt x="3040" y="10700"/>
                    <a:pt x="3189" y="10765"/>
                  </a:cubicBezTo>
                  <a:cubicBezTo>
                    <a:pt x="3338" y="10830"/>
                    <a:pt x="3212" y="11394"/>
                    <a:pt x="3384" y="11525"/>
                  </a:cubicBezTo>
                  <a:cubicBezTo>
                    <a:pt x="3556" y="11655"/>
                    <a:pt x="3499" y="11894"/>
                    <a:pt x="3384" y="12198"/>
                  </a:cubicBezTo>
                  <a:cubicBezTo>
                    <a:pt x="3269" y="12502"/>
                    <a:pt x="3499" y="13099"/>
                    <a:pt x="3532" y="13436"/>
                  </a:cubicBezTo>
                  <a:cubicBezTo>
                    <a:pt x="3567" y="13772"/>
                    <a:pt x="3808" y="14261"/>
                    <a:pt x="3888" y="14760"/>
                  </a:cubicBezTo>
                  <a:cubicBezTo>
                    <a:pt x="3969" y="15260"/>
                    <a:pt x="4301" y="16172"/>
                    <a:pt x="4611" y="16725"/>
                  </a:cubicBezTo>
                  <a:cubicBezTo>
                    <a:pt x="4920" y="17279"/>
                    <a:pt x="5160" y="18365"/>
                    <a:pt x="5366" y="18626"/>
                  </a:cubicBezTo>
                  <a:cubicBezTo>
                    <a:pt x="5573" y="18886"/>
                    <a:pt x="6101" y="19678"/>
                    <a:pt x="6101" y="20167"/>
                  </a:cubicBezTo>
                  <a:cubicBezTo>
                    <a:pt x="6101" y="20656"/>
                    <a:pt x="6662" y="21339"/>
                    <a:pt x="6857" y="21470"/>
                  </a:cubicBezTo>
                  <a:cubicBezTo>
                    <a:pt x="7052" y="21600"/>
                    <a:pt x="7476" y="21318"/>
                    <a:pt x="7579" y="21014"/>
                  </a:cubicBezTo>
                  <a:cubicBezTo>
                    <a:pt x="7683" y="20710"/>
                    <a:pt x="8267" y="20590"/>
                    <a:pt x="8301" y="20330"/>
                  </a:cubicBezTo>
                  <a:cubicBezTo>
                    <a:pt x="8336" y="20069"/>
                    <a:pt x="8392" y="19863"/>
                    <a:pt x="8599" y="19830"/>
                  </a:cubicBezTo>
                  <a:cubicBezTo>
                    <a:pt x="8806" y="19798"/>
                    <a:pt x="8806" y="19592"/>
                    <a:pt x="8806" y="19309"/>
                  </a:cubicBezTo>
                  <a:cubicBezTo>
                    <a:pt x="8806" y="19027"/>
                    <a:pt x="8829" y="18626"/>
                    <a:pt x="9035" y="18376"/>
                  </a:cubicBezTo>
                  <a:cubicBezTo>
                    <a:pt x="9241" y="18126"/>
                    <a:pt x="9276" y="17453"/>
                    <a:pt x="9150" y="17182"/>
                  </a:cubicBezTo>
                  <a:cubicBezTo>
                    <a:pt x="9024" y="16910"/>
                    <a:pt x="9092" y="16530"/>
                    <a:pt x="9207" y="16258"/>
                  </a:cubicBezTo>
                  <a:cubicBezTo>
                    <a:pt x="9321" y="15987"/>
                    <a:pt x="9276" y="15672"/>
                    <a:pt x="9494" y="15651"/>
                  </a:cubicBezTo>
                  <a:cubicBezTo>
                    <a:pt x="9711" y="15629"/>
                    <a:pt x="10032" y="15444"/>
                    <a:pt x="10262" y="15151"/>
                  </a:cubicBezTo>
                  <a:cubicBezTo>
                    <a:pt x="10491" y="14858"/>
                    <a:pt x="11190" y="14456"/>
                    <a:pt x="11442" y="14261"/>
                  </a:cubicBezTo>
                  <a:cubicBezTo>
                    <a:pt x="11694" y="14065"/>
                    <a:pt x="12462" y="13425"/>
                    <a:pt x="12692" y="13067"/>
                  </a:cubicBezTo>
                  <a:cubicBezTo>
                    <a:pt x="12921" y="12708"/>
                    <a:pt x="13574" y="12589"/>
                    <a:pt x="13872" y="12296"/>
                  </a:cubicBezTo>
                  <a:cubicBezTo>
                    <a:pt x="14170" y="12003"/>
                    <a:pt x="14056" y="11851"/>
                    <a:pt x="14113" y="11536"/>
                  </a:cubicBezTo>
                  <a:cubicBezTo>
                    <a:pt x="14170" y="11221"/>
                    <a:pt x="15133" y="11091"/>
                    <a:pt x="15500" y="11091"/>
                  </a:cubicBezTo>
                  <a:cubicBezTo>
                    <a:pt x="15575" y="11091"/>
                    <a:pt x="15637" y="11083"/>
                    <a:pt x="15693" y="11073"/>
                  </a:cubicBezTo>
                  <a:cubicBezTo>
                    <a:pt x="15687" y="10568"/>
                    <a:pt x="15526" y="9967"/>
                    <a:pt x="15419" y="972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5" name="Shape 3281"/>
            <p:cNvSpPr/>
            <p:nvPr/>
          </p:nvSpPr>
          <p:spPr>
            <a:xfrm>
              <a:off x="15379788" y="3406662"/>
              <a:ext cx="1882703" cy="804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424" extrusionOk="0">
                  <a:moveTo>
                    <a:pt x="20671" y="8964"/>
                  </a:moveTo>
                  <a:cubicBezTo>
                    <a:pt x="20450" y="8348"/>
                    <a:pt x="20096" y="8657"/>
                    <a:pt x="20008" y="9171"/>
                  </a:cubicBezTo>
                  <a:cubicBezTo>
                    <a:pt x="19919" y="9685"/>
                    <a:pt x="19742" y="8964"/>
                    <a:pt x="19345" y="8964"/>
                  </a:cubicBezTo>
                  <a:cubicBezTo>
                    <a:pt x="18946" y="8964"/>
                    <a:pt x="18902" y="9479"/>
                    <a:pt x="18637" y="8862"/>
                  </a:cubicBezTo>
                  <a:cubicBezTo>
                    <a:pt x="18372" y="8245"/>
                    <a:pt x="18725" y="8038"/>
                    <a:pt x="18725" y="8038"/>
                  </a:cubicBezTo>
                  <a:lnTo>
                    <a:pt x="18769" y="7215"/>
                  </a:lnTo>
                  <a:lnTo>
                    <a:pt x="19319" y="4660"/>
                  </a:lnTo>
                  <a:cubicBezTo>
                    <a:pt x="19162" y="4511"/>
                    <a:pt x="18932" y="4452"/>
                    <a:pt x="18822" y="4548"/>
                  </a:cubicBezTo>
                  <a:cubicBezTo>
                    <a:pt x="18659" y="4690"/>
                    <a:pt x="18273" y="4596"/>
                    <a:pt x="18233" y="4265"/>
                  </a:cubicBezTo>
                  <a:cubicBezTo>
                    <a:pt x="18192" y="3934"/>
                    <a:pt x="17543" y="3887"/>
                    <a:pt x="17380" y="4171"/>
                  </a:cubicBezTo>
                  <a:cubicBezTo>
                    <a:pt x="17218" y="4454"/>
                    <a:pt x="16853" y="4690"/>
                    <a:pt x="16832" y="5021"/>
                  </a:cubicBezTo>
                  <a:cubicBezTo>
                    <a:pt x="16812" y="5352"/>
                    <a:pt x="16426" y="5257"/>
                    <a:pt x="16284" y="5492"/>
                  </a:cubicBezTo>
                  <a:cubicBezTo>
                    <a:pt x="16142" y="5729"/>
                    <a:pt x="15410" y="5824"/>
                    <a:pt x="15391" y="6013"/>
                  </a:cubicBezTo>
                  <a:cubicBezTo>
                    <a:pt x="15371" y="6203"/>
                    <a:pt x="14599" y="6249"/>
                    <a:pt x="14478" y="6013"/>
                  </a:cubicBezTo>
                  <a:cubicBezTo>
                    <a:pt x="14355" y="5777"/>
                    <a:pt x="13685" y="6013"/>
                    <a:pt x="13604" y="5634"/>
                  </a:cubicBezTo>
                  <a:cubicBezTo>
                    <a:pt x="13523" y="5257"/>
                    <a:pt x="13238" y="5067"/>
                    <a:pt x="13238" y="4738"/>
                  </a:cubicBezTo>
                  <a:cubicBezTo>
                    <a:pt x="13238" y="4406"/>
                    <a:pt x="12731" y="4406"/>
                    <a:pt x="12670" y="4124"/>
                  </a:cubicBezTo>
                  <a:cubicBezTo>
                    <a:pt x="12609" y="3840"/>
                    <a:pt x="12203" y="3698"/>
                    <a:pt x="12143" y="3792"/>
                  </a:cubicBezTo>
                  <a:cubicBezTo>
                    <a:pt x="12081" y="3887"/>
                    <a:pt x="11634" y="3509"/>
                    <a:pt x="11513" y="3462"/>
                  </a:cubicBezTo>
                  <a:cubicBezTo>
                    <a:pt x="11391" y="3415"/>
                    <a:pt x="11006" y="3650"/>
                    <a:pt x="10884" y="3650"/>
                  </a:cubicBezTo>
                  <a:cubicBezTo>
                    <a:pt x="10762" y="3650"/>
                    <a:pt x="10538" y="4171"/>
                    <a:pt x="10397" y="4217"/>
                  </a:cubicBezTo>
                  <a:cubicBezTo>
                    <a:pt x="10254" y="4265"/>
                    <a:pt x="9868" y="3650"/>
                    <a:pt x="9787" y="3792"/>
                  </a:cubicBezTo>
                  <a:cubicBezTo>
                    <a:pt x="9706" y="3934"/>
                    <a:pt x="9462" y="3321"/>
                    <a:pt x="9361" y="3038"/>
                  </a:cubicBezTo>
                  <a:cubicBezTo>
                    <a:pt x="9259" y="2754"/>
                    <a:pt x="9361" y="1950"/>
                    <a:pt x="9280" y="1667"/>
                  </a:cubicBezTo>
                  <a:cubicBezTo>
                    <a:pt x="9199" y="1383"/>
                    <a:pt x="8752" y="1383"/>
                    <a:pt x="8610" y="1195"/>
                  </a:cubicBezTo>
                  <a:cubicBezTo>
                    <a:pt x="8468" y="1006"/>
                    <a:pt x="8244" y="722"/>
                    <a:pt x="8102" y="722"/>
                  </a:cubicBezTo>
                  <a:cubicBezTo>
                    <a:pt x="7960" y="722"/>
                    <a:pt x="7737" y="628"/>
                    <a:pt x="7676" y="486"/>
                  </a:cubicBezTo>
                  <a:cubicBezTo>
                    <a:pt x="7615" y="344"/>
                    <a:pt x="7310" y="108"/>
                    <a:pt x="7169" y="14"/>
                  </a:cubicBezTo>
                  <a:cubicBezTo>
                    <a:pt x="7026" y="-80"/>
                    <a:pt x="7006" y="344"/>
                    <a:pt x="6925" y="533"/>
                  </a:cubicBezTo>
                  <a:cubicBezTo>
                    <a:pt x="6844" y="722"/>
                    <a:pt x="6600" y="770"/>
                    <a:pt x="6559" y="1100"/>
                  </a:cubicBezTo>
                  <a:cubicBezTo>
                    <a:pt x="6518" y="1431"/>
                    <a:pt x="6234" y="1525"/>
                    <a:pt x="6275" y="1903"/>
                  </a:cubicBezTo>
                  <a:cubicBezTo>
                    <a:pt x="6316" y="2281"/>
                    <a:pt x="6417" y="3038"/>
                    <a:pt x="6518" y="3225"/>
                  </a:cubicBezTo>
                  <a:cubicBezTo>
                    <a:pt x="6620" y="3415"/>
                    <a:pt x="6559" y="3981"/>
                    <a:pt x="6499" y="4171"/>
                  </a:cubicBezTo>
                  <a:cubicBezTo>
                    <a:pt x="6437" y="4359"/>
                    <a:pt x="6011" y="4500"/>
                    <a:pt x="5930" y="4832"/>
                  </a:cubicBezTo>
                  <a:cubicBezTo>
                    <a:pt x="5849" y="5163"/>
                    <a:pt x="5646" y="4784"/>
                    <a:pt x="5443" y="4500"/>
                  </a:cubicBezTo>
                  <a:cubicBezTo>
                    <a:pt x="5240" y="4217"/>
                    <a:pt x="4996" y="4406"/>
                    <a:pt x="4895" y="4596"/>
                  </a:cubicBezTo>
                  <a:cubicBezTo>
                    <a:pt x="4793" y="4784"/>
                    <a:pt x="4428" y="4124"/>
                    <a:pt x="4326" y="4076"/>
                  </a:cubicBezTo>
                  <a:cubicBezTo>
                    <a:pt x="4224" y="4029"/>
                    <a:pt x="4204" y="3131"/>
                    <a:pt x="4103" y="3179"/>
                  </a:cubicBezTo>
                  <a:cubicBezTo>
                    <a:pt x="4001" y="3225"/>
                    <a:pt x="3290" y="2896"/>
                    <a:pt x="3149" y="2800"/>
                  </a:cubicBezTo>
                  <a:cubicBezTo>
                    <a:pt x="3006" y="2706"/>
                    <a:pt x="2702" y="2754"/>
                    <a:pt x="2661" y="2990"/>
                  </a:cubicBezTo>
                  <a:cubicBezTo>
                    <a:pt x="2620" y="3227"/>
                    <a:pt x="2255" y="3179"/>
                    <a:pt x="2194" y="3462"/>
                  </a:cubicBezTo>
                  <a:cubicBezTo>
                    <a:pt x="2133" y="3746"/>
                    <a:pt x="1849" y="3887"/>
                    <a:pt x="1748" y="4171"/>
                  </a:cubicBezTo>
                  <a:cubicBezTo>
                    <a:pt x="1646" y="4454"/>
                    <a:pt x="1301" y="4454"/>
                    <a:pt x="1220" y="4879"/>
                  </a:cubicBezTo>
                  <a:cubicBezTo>
                    <a:pt x="1139" y="5305"/>
                    <a:pt x="712" y="5492"/>
                    <a:pt x="591" y="5540"/>
                  </a:cubicBezTo>
                  <a:cubicBezTo>
                    <a:pt x="469" y="5588"/>
                    <a:pt x="144" y="5729"/>
                    <a:pt x="123" y="5965"/>
                  </a:cubicBezTo>
                  <a:cubicBezTo>
                    <a:pt x="115" y="6067"/>
                    <a:pt x="64" y="6080"/>
                    <a:pt x="0" y="6062"/>
                  </a:cubicBezTo>
                  <a:cubicBezTo>
                    <a:pt x="8" y="6126"/>
                    <a:pt x="17" y="6182"/>
                    <a:pt x="22" y="6253"/>
                  </a:cubicBezTo>
                  <a:cubicBezTo>
                    <a:pt x="107" y="7331"/>
                    <a:pt x="303" y="7300"/>
                    <a:pt x="514" y="7725"/>
                  </a:cubicBezTo>
                  <a:cubicBezTo>
                    <a:pt x="725" y="8149"/>
                    <a:pt x="908" y="8476"/>
                    <a:pt x="1132" y="8509"/>
                  </a:cubicBezTo>
                  <a:cubicBezTo>
                    <a:pt x="1357" y="8543"/>
                    <a:pt x="1695" y="9162"/>
                    <a:pt x="1722" y="9621"/>
                  </a:cubicBezTo>
                  <a:cubicBezTo>
                    <a:pt x="1751" y="10078"/>
                    <a:pt x="1961" y="10601"/>
                    <a:pt x="2088" y="10831"/>
                  </a:cubicBezTo>
                  <a:cubicBezTo>
                    <a:pt x="2215" y="11059"/>
                    <a:pt x="2046" y="11844"/>
                    <a:pt x="2046" y="12432"/>
                  </a:cubicBezTo>
                  <a:cubicBezTo>
                    <a:pt x="2046" y="13021"/>
                    <a:pt x="1737" y="13152"/>
                    <a:pt x="1891" y="13741"/>
                  </a:cubicBezTo>
                  <a:cubicBezTo>
                    <a:pt x="2046" y="14329"/>
                    <a:pt x="3128" y="14622"/>
                    <a:pt x="3437" y="14622"/>
                  </a:cubicBezTo>
                  <a:cubicBezTo>
                    <a:pt x="3746" y="14622"/>
                    <a:pt x="3859" y="15310"/>
                    <a:pt x="3952" y="15345"/>
                  </a:cubicBezTo>
                  <a:cubicBezTo>
                    <a:pt x="4147" y="15420"/>
                    <a:pt x="4173" y="15962"/>
                    <a:pt x="4395" y="16065"/>
                  </a:cubicBezTo>
                  <a:cubicBezTo>
                    <a:pt x="4616" y="16168"/>
                    <a:pt x="4837" y="16476"/>
                    <a:pt x="4925" y="17404"/>
                  </a:cubicBezTo>
                  <a:cubicBezTo>
                    <a:pt x="5013" y="18329"/>
                    <a:pt x="5279" y="18637"/>
                    <a:pt x="5323" y="19050"/>
                  </a:cubicBezTo>
                  <a:cubicBezTo>
                    <a:pt x="5367" y="19462"/>
                    <a:pt x="5854" y="19153"/>
                    <a:pt x="6208" y="19256"/>
                  </a:cubicBezTo>
                  <a:cubicBezTo>
                    <a:pt x="6562" y="19359"/>
                    <a:pt x="7579" y="19256"/>
                    <a:pt x="7845" y="19359"/>
                  </a:cubicBezTo>
                  <a:cubicBezTo>
                    <a:pt x="8110" y="19462"/>
                    <a:pt x="8729" y="19359"/>
                    <a:pt x="9083" y="19976"/>
                  </a:cubicBezTo>
                  <a:cubicBezTo>
                    <a:pt x="9437" y="20593"/>
                    <a:pt x="9614" y="20078"/>
                    <a:pt x="9835" y="20387"/>
                  </a:cubicBezTo>
                  <a:cubicBezTo>
                    <a:pt x="10057" y="20695"/>
                    <a:pt x="10233" y="20902"/>
                    <a:pt x="10542" y="20799"/>
                  </a:cubicBezTo>
                  <a:cubicBezTo>
                    <a:pt x="10852" y="20695"/>
                    <a:pt x="10852" y="21314"/>
                    <a:pt x="11073" y="21417"/>
                  </a:cubicBezTo>
                  <a:cubicBezTo>
                    <a:pt x="11294" y="21520"/>
                    <a:pt x="11693" y="20593"/>
                    <a:pt x="12268" y="19976"/>
                  </a:cubicBezTo>
                  <a:cubicBezTo>
                    <a:pt x="12842" y="19359"/>
                    <a:pt x="13506" y="19770"/>
                    <a:pt x="13815" y="19874"/>
                  </a:cubicBezTo>
                  <a:cubicBezTo>
                    <a:pt x="14125" y="19976"/>
                    <a:pt x="14700" y="19565"/>
                    <a:pt x="15054" y="18637"/>
                  </a:cubicBezTo>
                  <a:cubicBezTo>
                    <a:pt x="15408" y="17713"/>
                    <a:pt x="15850" y="17918"/>
                    <a:pt x="15894" y="17094"/>
                  </a:cubicBezTo>
                  <a:cubicBezTo>
                    <a:pt x="15938" y="16271"/>
                    <a:pt x="15541" y="15962"/>
                    <a:pt x="15717" y="15242"/>
                  </a:cubicBezTo>
                  <a:cubicBezTo>
                    <a:pt x="15894" y="14522"/>
                    <a:pt x="16204" y="14624"/>
                    <a:pt x="16381" y="14831"/>
                  </a:cubicBezTo>
                  <a:cubicBezTo>
                    <a:pt x="16558" y="15036"/>
                    <a:pt x="17045" y="15345"/>
                    <a:pt x="17487" y="14624"/>
                  </a:cubicBezTo>
                  <a:cubicBezTo>
                    <a:pt x="17929" y="13904"/>
                    <a:pt x="18106" y="14008"/>
                    <a:pt x="18504" y="13904"/>
                  </a:cubicBezTo>
                  <a:cubicBezTo>
                    <a:pt x="18902" y="13801"/>
                    <a:pt x="18858" y="13184"/>
                    <a:pt x="19123" y="12567"/>
                  </a:cubicBezTo>
                  <a:cubicBezTo>
                    <a:pt x="19389" y="11949"/>
                    <a:pt x="19698" y="11743"/>
                    <a:pt x="19964" y="11743"/>
                  </a:cubicBezTo>
                  <a:cubicBezTo>
                    <a:pt x="20229" y="11743"/>
                    <a:pt x="20583" y="11125"/>
                    <a:pt x="20848" y="11331"/>
                  </a:cubicBezTo>
                  <a:cubicBezTo>
                    <a:pt x="21114" y="11537"/>
                    <a:pt x="21511" y="11640"/>
                    <a:pt x="21556" y="11125"/>
                  </a:cubicBezTo>
                  <a:cubicBezTo>
                    <a:pt x="21600" y="10612"/>
                    <a:pt x="20892" y="9582"/>
                    <a:pt x="20671" y="896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6" name="Shape 3282"/>
            <p:cNvSpPr/>
            <p:nvPr/>
          </p:nvSpPr>
          <p:spPr>
            <a:xfrm>
              <a:off x="12212190" y="4821125"/>
              <a:ext cx="30818" cy="82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9" extrusionOk="0">
                  <a:moveTo>
                    <a:pt x="8864" y="209"/>
                  </a:moveTo>
                  <a:cubicBezTo>
                    <a:pt x="2509" y="1162"/>
                    <a:pt x="0" y="10160"/>
                    <a:pt x="0" y="11572"/>
                  </a:cubicBezTo>
                  <a:cubicBezTo>
                    <a:pt x="0" y="12587"/>
                    <a:pt x="3955" y="17129"/>
                    <a:pt x="15559" y="21549"/>
                  </a:cubicBezTo>
                  <a:cubicBezTo>
                    <a:pt x="17918" y="14664"/>
                    <a:pt x="18518" y="5628"/>
                    <a:pt x="20155" y="3156"/>
                  </a:cubicBezTo>
                  <a:cubicBezTo>
                    <a:pt x="20577" y="2521"/>
                    <a:pt x="21068" y="1430"/>
                    <a:pt x="21600" y="94"/>
                  </a:cubicBezTo>
                  <a:cubicBezTo>
                    <a:pt x="15355" y="-43"/>
                    <a:pt x="10677" y="-51"/>
                    <a:pt x="8864" y="2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7" name="Shape 3283"/>
            <p:cNvSpPr/>
            <p:nvPr/>
          </p:nvSpPr>
          <p:spPr>
            <a:xfrm>
              <a:off x="12152424" y="4781281"/>
              <a:ext cx="87179" cy="250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41" y="21309"/>
                  </a:moveTo>
                  <a:cubicBezTo>
                    <a:pt x="10528" y="21405"/>
                    <a:pt x="11043" y="21502"/>
                    <a:pt x="11574" y="21600"/>
                  </a:cubicBezTo>
                  <a:cubicBezTo>
                    <a:pt x="12827" y="18496"/>
                    <a:pt x="14745" y="14847"/>
                    <a:pt x="16341" y="14109"/>
                  </a:cubicBezTo>
                  <a:cubicBezTo>
                    <a:pt x="17218" y="13700"/>
                    <a:pt x="17802" y="12736"/>
                    <a:pt x="18231" y="11600"/>
                  </a:cubicBezTo>
                  <a:cubicBezTo>
                    <a:pt x="14128" y="10146"/>
                    <a:pt x="12731" y="8653"/>
                    <a:pt x="12731" y="8319"/>
                  </a:cubicBezTo>
                  <a:cubicBezTo>
                    <a:pt x="12731" y="7855"/>
                    <a:pt x="13617" y="4896"/>
                    <a:pt x="15864" y="4582"/>
                  </a:cubicBezTo>
                  <a:cubicBezTo>
                    <a:pt x="16505" y="4497"/>
                    <a:pt x="18158" y="4499"/>
                    <a:pt x="20366" y="4545"/>
                  </a:cubicBezTo>
                  <a:cubicBezTo>
                    <a:pt x="20771" y="3618"/>
                    <a:pt x="21224" y="2306"/>
                    <a:pt x="21600" y="1111"/>
                  </a:cubicBezTo>
                  <a:lnTo>
                    <a:pt x="14095" y="0"/>
                  </a:lnTo>
                  <a:cubicBezTo>
                    <a:pt x="12976" y="846"/>
                    <a:pt x="12075" y="1674"/>
                    <a:pt x="11728" y="2422"/>
                  </a:cubicBezTo>
                  <a:cubicBezTo>
                    <a:pt x="10470" y="5180"/>
                    <a:pt x="3451" y="9730"/>
                    <a:pt x="0" y="11615"/>
                  </a:cubicBezTo>
                  <a:lnTo>
                    <a:pt x="10667" y="20712"/>
                  </a:lnTo>
                  <a:cubicBezTo>
                    <a:pt x="10667" y="20712"/>
                    <a:pt x="10041" y="21309"/>
                    <a:pt x="10041" y="213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8" name="Shape 3284"/>
            <p:cNvSpPr/>
            <p:nvPr/>
          </p:nvSpPr>
          <p:spPr>
            <a:xfrm>
              <a:off x="12212190" y="4781281"/>
              <a:ext cx="253170" cy="277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3" extrusionOk="0">
                  <a:moveTo>
                    <a:pt x="19990" y="0"/>
                  </a:moveTo>
                  <a:cubicBezTo>
                    <a:pt x="16786" y="1485"/>
                    <a:pt x="13993" y="2720"/>
                    <a:pt x="13445" y="2794"/>
                  </a:cubicBezTo>
                  <a:cubicBezTo>
                    <a:pt x="12027" y="2976"/>
                    <a:pt x="8593" y="5167"/>
                    <a:pt x="8593" y="5167"/>
                  </a:cubicBezTo>
                  <a:lnTo>
                    <a:pt x="3949" y="2976"/>
                  </a:lnTo>
                  <a:lnTo>
                    <a:pt x="3544" y="1332"/>
                  </a:lnTo>
                  <a:lnTo>
                    <a:pt x="3453" y="1298"/>
                  </a:lnTo>
                  <a:cubicBezTo>
                    <a:pt x="3258" y="2875"/>
                    <a:pt x="3013" y="4692"/>
                    <a:pt x="2852" y="5272"/>
                  </a:cubicBezTo>
                  <a:cubicBezTo>
                    <a:pt x="2548" y="6369"/>
                    <a:pt x="2548" y="11839"/>
                    <a:pt x="1642" y="12933"/>
                  </a:cubicBezTo>
                  <a:cubicBezTo>
                    <a:pt x="1092" y="13593"/>
                    <a:pt x="432" y="16860"/>
                    <a:pt x="0" y="19639"/>
                  </a:cubicBezTo>
                  <a:cubicBezTo>
                    <a:pt x="1673" y="20459"/>
                    <a:pt x="3619" y="21326"/>
                    <a:pt x="4556" y="21421"/>
                  </a:cubicBezTo>
                  <a:cubicBezTo>
                    <a:pt x="6374" y="21600"/>
                    <a:pt x="8593" y="19776"/>
                    <a:pt x="8593" y="18682"/>
                  </a:cubicBezTo>
                  <a:cubicBezTo>
                    <a:pt x="8593" y="17586"/>
                    <a:pt x="10212" y="17401"/>
                    <a:pt x="11827" y="17401"/>
                  </a:cubicBezTo>
                  <a:cubicBezTo>
                    <a:pt x="13445" y="17401"/>
                    <a:pt x="13646" y="15757"/>
                    <a:pt x="14856" y="15209"/>
                  </a:cubicBezTo>
                  <a:cubicBezTo>
                    <a:pt x="16068" y="14660"/>
                    <a:pt x="12232" y="11558"/>
                    <a:pt x="11018" y="11194"/>
                  </a:cubicBezTo>
                  <a:cubicBezTo>
                    <a:pt x="9807" y="10830"/>
                    <a:pt x="12027" y="8455"/>
                    <a:pt x="16068" y="8271"/>
                  </a:cubicBezTo>
                  <a:cubicBezTo>
                    <a:pt x="20109" y="8089"/>
                    <a:pt x="19097" y="6811"/>
                    <a:pt x="21319" y="6811"/>
                  </a:cubicBezTo>
                  <a:cubicBezTo>
                    <a:pt x="21424" y="6811"/>
                    <a:pt x="21504" y="6809"/>
                    <a:pt x="21600" y="6809"/>
                  </a:cubicBezTo>
                  <a:cubicBezTo>
                    <a:pt x="21210" y="5212"/>
                    <a:pt x="20720" y="3280"/>
                    <a:pt x="20402" y="2267"/>
                  </a:cubicBezTo>
                  <a:cubicBezTo>
                    <a:pt x="20209" y="1664"/>
                    <a:pt x="20080" y="844"/>
                    <a:pt x="19990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89" name="Shape 3285"/>
            <p:cNvSpPr/>
            <p:nvPr/>
          </p:nvSpPr>
          <p:spPr>
            <a:xfrm>
              <a:off x="14303999" y="4084011"/>
              <a:ext cx="653928" cy="275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6" h="20824" extrusionOk="0">
                  <a:moveTo>
                    <a:pt x="19872" y="3817"/>
                  </a:moveTo>
                  <a:cubicBezTo>
                    <a:pt x="19114" y="1807"/>
                    <a:pt x="18881" y="3143"/>
                    <a:pt x="18005" y="2613"/>
                  </a:cubicBezTo>
                  <a:cubicBezTo>
                    <a:pt x="17129" y="2075"/>
                    <a:pt x="13628" y="1270"/>
                    <a:pt x="12927" y="1939"/>
                  </a:cubicBezTo>
                  <a:cubicBezTo>
                    <a:pt x="12226" y="2613"/>
                    <a:pt x="10767" y="733"/>
                    <a:pt x="10301" y="198"/>
                  </a:cubicBezTo>
                  <a:cubicBezTo>
                    <a:pt x="9832" y="-339"/>
                    <a:pt x="8315" y="198"/>
                    <a:pt x="8258" y="2075"/>
                  </a:cubicBezTo>
                  <a:cubicBezTo>
                    <a:pt x="8200" y="3953"/>
                    <a:pt x="7557" y="3949"/>
                    <a:pt x="6506" y="2743"/>
                  </a:cubicBezTo>
                  <a:cubicBezTo>
                    <a:pt x="5456" y="1539"/>
                    <a:pt x="3880" y="1539"/>
                    <a:pt x="3822" y="2879"/>
                  </a:cubicBezTo>
                  <a:cubicBezTo>
                    <a:pt x="3763" y="4220"/>
                    <a:pt x="3004" y="5558"/>
                    <a:pt x="2596" y="5958"/>
                  </a:cubicBezTo>
                  <a:cubicBezTo>
                    <a:pt x="2441" y="6113"/>
                    <a:pt x="2217" y="7200"/>
                    <a:pt x="1999" y="8483"/>
                  </a:cubicBezTo>
                  <a:cubicBezTo>
                    <a:pt x="2322" y="8765"/>
                    <a:pt x="2518" y="9399"/>
                    <a:pt x="2732" y="9989"/>
                  </a:cubicBezTo>
                  <a:cubicBezTo>
                    <a:pt x="3121" y="11058"/>
                    <a:pt x="4135" y="10883"/>
                    <a:pt x="4291" y="9811"/>
                  </a:cubicBezTo>
                  <a:cubicBezTo>
                    <a:pt x="4447" y="8736"/>
                    <a:pt x="6083" y="10883"/>
                    <a:pt x="7019" y="12670"/>
                  </a:cubicBezTo>
                  <a:cubicBezTo>
                    <a:pt x="7954" y="14461"/>
                    <a:pt x="6551" y="13207"/>
                    <a:pt x="6161" y="14999"/>
                  </a:cubicBezTo>
                  <a:cubicBezTo>
                    <a:pt x="5770" y="16786"/>
                    <a:pt x="4604" y="14999"/>
                    <a:pt x="4291" y="15714"/>
                  </a:cubicBezTo>
                  <a:cubicBezTo>
                    <a:pt x="3980" y="16429"/>
                    <a:pt x="1954" y="16786"/>
                    <a:pt x="1407" y="16608"/>
                  </a:cubicBezTo>
                  <a:cubicBezTo>
                    <a:pt x="861" y="16429"/>
                    <a:pt x="-73" y="18395"/>
                    <a:pt x="4" y="19291"/>
                  </a:cubicBezTo>
                  <a:cubicBezTo>
                    <a:pt x="83" y="20187"/>
                    <a:pt x="2110" y="18754"/>
                    <a:pt x="2811" y="19828"/>
                  </a:cubicBezTo>
                  <a:cubicBezTo>
                    <a:pt x="3512" y="20902"/>
                    <a:pt x="4213" y="18754"/>
                    <a:pt x="4604" y="20006"/>
                  </a:cubicBezTo>
                  <a:cubicBezTo>
                    <a:pt x="4992" y="21261"/>
                    <a:pt x="5850" y="20365"/>
                    <a:pt x="6240" y="20724"/>
                  </a:cubicBezTo>
                  <a:cubicBezTo>
                    <a:pt x="6628" y="21081"/>
                    <a:pt x="8791" y="20372"/>
                    <a:pt x="8809" y="20365"/>
                  </a:cubicBezTo>
                  <a:cubicBezTo>
                    <a:pt x="9049" y="19722"/>
                    <a:pt x="9132" y="18862"/>
                    <a:pt x="9132" y="18120"/>
                  </a:cubicBezTo>
                  <a:cubicBezTo>
                    <a:pt x="9132" y="16914"/>
                    <a:pt x="9569" y="17215"/>
                    <a:pt x="10008" y="16914"/>
                  </a:cubicBezTo>
                  <a:cubicBezTo>
                    <a:pt x="10446" y="16610"/>
                    <a:pt x="10752" y="15305"/>
                    <a:pt x="11103" y="15305"/>
                  </a:cubicBezTo>
                  <a:cubicBezTo>
                    <a:pt x="11452" y="15305"/>
                    <a:pt x="11935" y="14098"/>
                    <a:pt x="12284" y="14402"/>
                  </a:cubicBezTo>
                  <a:cubicBezTo>
                    <a:pt x="12633" y="14704"/>
                    <a:pt x="13072" y="16110"/>
                    <a:pt x="13509" y="15305"/>
                  </a:cubicBezTo>
                  <a:cubicBezTo>
                    <a:pt x="13947" y="14501"/>
                    <a:pt x="14078" y="15203"/>
                    <a:pt x="14691" y="13495"/>
                  </a:cubicBezTo>
                  <a:cubicBezTo>
                    <a:pt x="15305" y="11787"/>
                    <a:pt x="15698" y="12089"/>
                    <a:pt x="16487" y="12291"/>
                  </a:cubicBezTo>
                  <a:cubicBezTo>
                    <a:pt x="17405" y="12526"/>
                    <a:pt x="17800" y="11485"/>
                    <a:pt x="18062" y="10281"/>
                  </a:cubicBezTo>
                  <a:cubicBezTo>
                    <a:pt x="18325" y="9076"/>
                    <a:pt x="19113" y="9076"/>
                    <a:pt x="19594" y="8272"/>
                  </a:cubicBezTo>
                  <a:cubicBezTo>
                    <a:pt x="20076" y="7466"/>
                    <a:pt x="21039" y="6564"/>
                    <a:pt x="21346" y="6262"/>
                  </a:cubicBezTo>
                  <a:cubicBezTo>
                    <a:pt x="21494" y="6114"/>
                    <a:pt x="21527" y="5760"/>
                    <a:pt x="21526" y="5287"/>
                  </a:cubicBezTo>
                  <a:cubicBezTo>
                    <a:pt x="20819" y="3986"/>
                    <a:pt x="20509" y="5505"/>
                    <a:pt x="19872" y="38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0" name="Shape 3286"/>
            <p:cNvSpPr/>
            <p:nvPr/>
          </p:nvSpPr>
          <p:spPr>
            <a:xfrm>
              <a:off x="12491097" y="4064089"/>
              <a:ext cx="409278" cy="181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5" h="20912" extrusionOk="0">
                  <a:moveTo>
                    <a:pt x="8533" y="16448"/>
                  </a:moveTo>
                  <a:cubicBezTo>
                    <a:pt x="9544" y="15434"/>
                    <a:pt x="9914" y="17881"/>
                    <a:pt x="10741" y="20320"/>
                  </a:cubicBezTo>
                  <a:cubicBezTo>
                    <a:pt x="10797" y="20491"/>
                    <a:pt x="10834" y="20625"/>
                    <a:pt x="10876" y="20776"/>
                  </a:cubicBezTo>
                  <a:cubicBezTo>
                    <a:pt x="12012" y="20391"/>
                    <a:pt x="12875" y="19665"/>
                    <a:pt x="14029" y="19363"/>
                  </a:cubicBezTo>
                  <a:cubicBezTo>
                    <a:pt x="14859" y="19146"/>
                    <a:pt x="15940" y="19551"/>
                    <a:pt x="16789" y="19989"/>
                  </a:cubicBezTo>
                  <a:cubicBezTo>
                    <a:pt x="16637" y="19404"/>
                    <a:pt x="16543" y="18871"/>
                    <a:pt x="16630" y="18490"/>
                  </a:cubicBezTo>
                  <a:cubicBezTo>
                    <a:pt x="16906" y="17265"/>
                    <a:pt x="18286" y="18895"/>
                    <a:pt x="18749" y="19912"/>
                  </a:cubicBezTo>
                  <a:cubicBezTo>
                    <a:pt x="19207" y="20933"/>
                    <a:pt x="20681" y="21342"/>
                    <a:pt x="21141" y="20320"/>
                  </a:cubicBezTo>
                  <a:cubicBezTo>
                    <a:pt x="21600" y="19303"/>
                    <a:pt x="20404" y="18282"/>
                    <a:pt x="20129" y="17265"/>
                  </a:cubicBezTo>
                  <a:cubicBezTo>
                    <a:pt x="19990" y="16756"/>
                    <a:pt x="20354" y="15701"/>
                    <a:pt x="20754" y="14758"/>
                  </a:cubicBezTo>
                  <a:cubicBezTo>
                    <a:pt x="19954" y="13774"/>
                    <a:pt x="19128" y="12368"/>
                    <a:pt x="18839" y="12579"/>
                  </a:cubicBezTo>
                  <a:cubicBezTo>
                    <a:pt x="18425" y="12884"/>
                    <a:pt x="18425" y="8298"/>
                    <a:pt x="17872" y="8298"/>
                  </a:cubicBezTo>
                  <a:cubicBezTo>
                    <a:pt x="17320" y="8298"/>
                    <a:pt x="17320" y="7381"/>
                    <a:pt x="16768" y="7381"/>
                  </a:cubicBezTo>
                  <a:cubicBezTo>
                    <a:pt x="16214" y="7381"/>
                    <a:pt x="14145" y="7381"/>
                    <a:pt x="13594" y="8298"/>
                  </a:cubicBezTo>
                  <a:cubicBezTo>
                    <a:pt x="13041" y="9215"/>
                    <a:pt x="12351" y="6159"/>
                    <a:pt x="11661" y="6159"/>
                  </a:cubicBezTo>
                  <a:cubicBezTo>
                    <a:pt x="10970" y="6159"/>
                    <a:pt x="10142" y="4629"/>
                    <a:pt x="9728" y="3408"/>
                  </a:cubicBezTo>
                  <a:cubicBezTo>
                    <a:pt x="9313" y="2186"/>
                    <a:pt x="5863" y="4020"/>
                    <a:pt x="4896" y="2491"/>
                  </a:cubicBezTo>
                  <a:cubicBezTo>
                    <a:pt x="3929" y="964"/>
                    <a:pt x="2135" y="-258"/>
                    <a:pt x="1167" y="47"/>
                  </a:cubicBezTo>
                  <a:cubicBezTo>
                    <a:pt x="920" y="128"/>
                    <a:pt x="493" y="599"/>
                    <a:pt x="0" y="1252"/>
                  </a:cubicBezTo>
                  <a:cubicBezTo>
                    <a:pt x="1815" y="3585"/>
                    <a:pt x="4448" y="2976"/>
                    <a:pt x="4805" y="7183"/>
                  </a:cubicBezTo>
                  <a:cubicBezTo>
                    <a:pt x="5219" y="12070"/>
                    <a:pt x="6462" y="10132"/>
                    <a:pt x="6000" y="14309"/>
                  </a:cubicBezTo>
                  <a:cubicBezTo>
                    <a:pt x="5909" y="15133"/>
                    <a:pt x="5647" y="15929"/>
                    <a:pt x="5282" y="16666"/>
                  </a:cubicBezTo>
                  <a:cubicBezTo>
                    <a:pt x="6716" y="16906"/>
                    <a:pt x="8065" y="16916"/>
                    <a:pt x="8533" y="1644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1" name="Shape 3287"/>
            <p:cNvSpPr/>
            <p:nvPr/>
          </p:nvSpPr>
          <p:spPr>
            <a:xfrm>
              <a:off x="11674295" y="4163699"/>
              <a:ext cx="1117871" cy="4379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0" h="21261" extrusionOk="0">
                  <a:moveTo>
                    <a:pt x="1739" y="3664"/>
                  </a:moveTo>
                  <a:cubicBezTo>
                    <a:pt x="2147" y="3276"/>
                    <a:pt x="3065" y="3792"/>
                    <a:pt x="3287" y="3276"/>
                  </a:cubicBezTo>
                  <a:cubicBezTo>
                    <a:pt x="3507" y="2760"/>
                    <a:pt x="2708" y="2114"/>
                    <a:pt x="2420" y="1512"/>
                  </a:cubicBezTo>
                  <a:cubicBezTo>
                    <a:pt x="2252" y="1160"/>
                    <a:pt x="2193" y="507"/>
                    <a:pt x="2136" y="0"/>
                  </a:cubicBezTo>
                  <a:cubicBezTo>
                    <a:pt x="2001" y="231"/>
                    <a:pt x="1827" y="417"/>
                    <a:pt x="1672" y="220"/>
                  </a:cubicBezTo>
                  <a:cubicBezTo>
                    <a:pt x="1366" y="-168"/>
                    <a:pt x="626" y="91"/>
                    <a:pt x="499" y="220"/>
                  </a:cubicBezTo>
                  <a:cubicBezTo>
                    <a:pt x="372" y="348"/>
                    <a:pt x="601" y="1445"/>
                    <a:pt x="601" y="2156"/>
                  </a:cubicBezTo>
                  <a:cubicBezTo>
                    <a:pt x="601" y="2866"/>
                    <a:pt x="270" y="3060"/>
                    <a:pt x="270" y="3512"/>
                  </a:cubicBezTo>
                  <a:cubicBezTo>
                    <a:pt x="270" y="3862"/>
                    <a:pt x="148" y="4099"/>
                    <a:pt x="0" y="4510"/>
                  </a:cubicBezTo>
                  <a:cubicBezTo>
                    <a:pt x="224" y="4933"/>
                    <a:pt x="441" y="5342"/>
                    <a:pt x="669" y="5342"/>
                  </a:cubicBezTo>
                  <a:cubicBezTo>
                    <a:pt x="1145" y="5342"/>
                    <a:pt x="1331" y="4051"/>
                    <a:pt x="1739" y="3664"/>
                  </a:cubicBezTo>
                  <a:close/>
                  <a:moveTo>
                    <a:pt x="20882" y="14756"/>
                  </a:moveTo>
                  <a:cubicBezTo>
                    <a:pt x="20700" y="14643"/>
                    <a:pt x="20973" y="12115"/>
                    <a:pt x="20882" y="11654"/>
                  </a:cubicBezTo>
                  <a:cubicBezTo>
                    <a:pt x="20791" y="11195"/>
                    <a:pt x="20564" y="9242"/>
                    <a:pt x="20837" y="9242"/>
                  </a:cubicBezTo>
                  <a:cubicBezTo>
                    <a:pt x="21084" y="9242"/>
                    <a:pt x="20812" y="7830"/>
                    <a:pt x="21137" y="7745"/>
                  </a:cubicBezTo>
                  <a:cubicBezTo>
                    <a:pt x="21068" y="7253"/>
                    <a:pt x="20993" y="6809"/>
                    <a:pt x="20927" y="6675"/>
                  </a:cubicBezTo>
                  <a:cubicBezTo>
                    <a:pt x="20757" y="6333"/>
                    <a:pt x="20247" y="7020"/>
                    <a:pt x="20044" y="5729"/>
                  </a:cubicBezTo>
                  <a:cubicBezTo>
                    <a:pt x="19839" y="4438"/>
                    <a:pt x="20044" y="4266"/>
                    <a:pt x="19737" y="3232"/>
                  </a:cubicBezTo>
                  <a:cubicBezTo>
                    <a:pt x="19432" y="2202"/>
                    <a:pt x="19295" y="1168"/>
                    <a:pt x="18922" y="1596"/>
                  </a:cubicBezTo>
                  <a:cubicBezTo>
                    <a:pt x="18749" y="1794"/>
                    <a:pt x="18251" y="1790"/>
                    <a:pt x="17721" y="1689"/>
                  </a:cubicBezTo>
                  <a:cubicBezTo>
                    <a:pt x="17169" y="2963"/>
                    <a:pt x="15959" y="3836"/>
                    <a:pt x="15590" y="3491"/>
                  </a:cubicBezTo>
                  <a:cubicBezTo>
                    <a:pt x="15131" y="3063"/>
                    <a:pt x="14248" y="3621"/>
                    <a:pt x="13585" y="3621"/>
                  </a:cubicBezTo>
                  <a:cubicBezTo>
                    <a:pt x="12922" y="3621"/>
                    <a:pt x="12735" y="2415"/>
                    <a:pt x="12225" y="2501"/>
                  </a:cubicBezTo>
                  <a:cubicBezTo>
                    <a:pt x="11715" y="2588"/>
                    <a:pt x="11715" y="1339"/>
                    <a:pt x="11205" y="1339"/>
                  </a:cubicBezTo>
                  <a:cubicBezTo>
                    <a:pt x="10696" y="1339"/>
                    <a:pt x="11087" y="693"/>
                    <a:pt x="9489" y="177"/>
                  </a:cubicBezTo>
                  <a:cubicBezTo>
                    <a:pt x="7891" y="-339"/>
                    <a:pt x="6515" y="1769"/>
                    <a:pt x="6005" y="2887"/>
                  </a:cubicBezTo>
                  <a:cubicBezTo>
                    <a:pt x="5496" y="4008"/>
                    <a:pt x="3660" y="2930"/>
                    <a:pt x="3491" y="3232"/>
                  </a:cubicBezTo>
                  <a:cubicBezTo>
                    <a:pt x="3320" y="3533"/>
                    <a:pt x="3524" y="4867"/>
                    <a:pt x="2912" y="5470"/>
                  </a:cubicBezTo>
                  <a:cubicBezTo>
                    <a:pt x="2300" y="6073"/>
                    <a:pt x="958" y="5470"/>
                    <a:pt x="499" y="5988"/>
                  </a:cubicBezTo>
                  <a:cubicBezTo>
                    <a:pt x="40" y="6502"/>
                    <a:pt x="-129" y="8225"/>
                    <a:pt x="261" y="8140"/>
                  </a:cubicBezTo>
                  <a:cubicBezTo>
                    <a:pt x="652" y="8052"/>
                    <a:pt x="856" y="8527"/>
                    <a:pt x="737" y="8955"/>
                  </a:cubicBezTo>
                  <a:cubicBezTo>
                    <a:pt x="618" y="9385"/>
                    <a:pt x="1060" y="10591"/>
                    <a:pt x="839" y="11109"/>
                  </a:cubicBezTo>
                  <a:cubicBezTo>
                    <a:pt x="618" y="11625"/>
                    <a:pt x="601" y="12613"/>
                    <a:pt x="874" y="13129"/>
                  </a:cubicBezTo>
                  <a:cubicBezTo>
                    <a:pt x="1145" y="13646"/>
                    <a:pt x="1196" y="14595"/>
                    <a:pt x="874" y="14722"/>
                  </a:cubicBezTo>
                  <a:cubicBezTo>
                    <a:pt x="550" y="14852"/>
                    <a:pt x="1434" y="15798"/>
                    <a:pt x="1451" y="16228"/>
                  </a:cubicBezTo>
                  <a:cubicBezTo>
                    <a:pt x="1468" y="16659"/>
                    <a:pt x="2199" y="16874"/>
                    <a:pt x="2199" y="17390"/>
                  </a:cubicBezTo>
                  <a:cubicBezTo>
                    <a:pt x="2199" y="17906"/>
                    <a:pt x="2420" y="18080"/>
                    <a:pt x="2777" y="17823"/>
                  </a:cubicBezTo>
                  <a:cubicBezTo>
                    <a:pt x="3134" y="17564"/>
                    <a:pt x="3270" y="18811"/>
                    <a:pt x="3491" y="19672"/>
                  </a:cubicBezTo>
                  <a:cubicBezTo>
                    <a:pt x="3711" y="20531"/>
                    <a:pt x="4969" y="19929"/>
                    <a:pt x="4969" y="18983"/>
                  </a:cubicBezTo>
                  <a:cubicBezTo>
                    <a:pt x="4969" y="18037"/>
                    <a:pt x="5342" y="17777"/>
                    <a:pt x="5903" y="17906"/>
                  </a:cubicBezTo>
                  <a:cubicBezTo>
                    <a:pt x="6464" y="18035"/>
                    <a:pt x="7196" y="19971"/>
                    <a:pt x="7467" y="20230"/>
                  </a:cubicBezTo>
                  <a:cubicBezTo>
                    <a:pt x="7738" y="20488"/>
                    <a:pt x="8299" y="19714"/>
                    <a:pt x="8656" y="19714"/>
                  </a:cubicBezTo>
                  <a:cubicBezTo>
                    <a:pt x="9013" y="19714"/>
                    <a:pt x="9523" y="18293"/>
                    <a:pt x="9727" y="17992"/>
                  </a:cubicBezTo>
                  <a:cubicBezTo>
                    <a:pt x="9931" y="17692"/>
                    <a:pt x="10288" y="18983"/>
                    <a:pt x="10612" y="18551"/>
                  </a:cubicBezTo>
                  <a:cubicBezTo>
                    <a:pt x="10934" y="18122"/>
                    <a:pt x="11290" y="17647"/>
                    <a:pt x="11495" y="17950"/>
                  </a:cubicBezTo>
                  <a:cubicBezTo>
                    <a:pt x="11698" y="18251"/>
                    <a:pt x="11001" y="19584"/>
                    <a:pt x="11189" y="20274"/>
                  </a:cubicBezTo>
                  <a:cubicBezTo>
                    <a:pt x="11264" y="20553"/>
                    <a:pt x="11248" y="20900"/>
                    <a:pt x="11215" y="21261"/>
                  </a:cubicBezTo>
                  <a:cubicBezTo>
                    <a:pt x="11920" y="21016"/>
                    <a:pt x="11853" y="19779"/>
                    <a:pt x="11896" y="19241"/>
                  </a:cubicBezTo>
                  <a:cubicBezTo>
                    <a:pt x="11941" y="18666"/>
                    <a:pt x="12123" y="18093"/>
                    <a:pt x="12350" y="18551"/>
                  </a:cubicBezTo>
                  <a:cubicBezTo>
                    <a:pt x="12576" y="19012"/>
                    <a:pt x="12894" y="19124"/>
                    <a:pt x="13393" y="18551"/>
                  </a:cubicBezTo>
                  <a:cubicBezTo>
                    <a:pt x="13892" y="17976"/>
                    <a:pt x="13938" y="17632"/>
                    <a:pt x="14120" y="18207"/>
                  </a:cubicBezTo>
                  <a:cubicBezTo>
                    <a:pt x="14301" y="18778"/>
                    <a:pt x="14709" y="18322"/>
                    <a:pt x="15435" y="18322"/>
                  </a:cubicBezTo>
                  <a:cubicBezTo>
                    <a:pt x="16162" y="18322"/>
                    <a:pt x="16298" y="17058"/>
                    <a:pt x="16979" y="17172"/>
                  </a:cubicBezTo>
                  <a:cubicBezTo>
                    <a:pt x="17660" y="17287"/>
                    <a:pt x="18249" y="16712"/>
                    <a:pt x="18249" y="16712"/>
                  </a:cubicBezTo>
                  <a:lnTo>
                    <a:pt x="18681" y="17041"/>
                  </a:lnTo>
                  <a:cubicBezTo>
                    <a:pt x="18858" y="16629"/>
                    <a:pt x="18845" y="16167"/>
                    <a:pt x="19193" y="16055"/>
                  </a:cubicBezTo>
                  <a:cubicBezTo>
                    <a:pt x="19737" y="15886"/>
                    <a:pt x="19942" y="16918"/>
                    <a:pt x="20213" y="16573"/>
                  </a:cubicBezTo>
                  <a:cubicBezTo>
                    <a:pt x="20484" y="16228"/>
                    <a:pt x="21348" y="18575"/>
                    <a:pt x="21427" y="17058"/>
                  </a:cubicBezTo>
                  <a:cubicBezTo>
                    <a:pt x="21471" y="16712"/>
                    <a:pt x="21064" y="14872"/>
                    <a:pt x="20882" y="1475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2" name="Shape 3288"/>
            <p:cNvSpPr/>
            <p:nvPr/>
          </p:nvSpPr>
          <p:spPr>
            <a:xfrm>
              <a:off x="14821971" y="4601983"/>
              <a:ext cx="137482" cy="1316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0" h="21410" extrusionOk="0">
                  <a:moveTo>
                    <a:pt x="10312" y="8"/>
                  </a:moveTo>
                  <a:cubicBezTo>
                    <a:pt x="7081" y="-190"/>
                    <a:pt x="885" y="3238"/>
                    <a:pt x="0" y="6354"/>
                  </a:cubicBezTo>
                  <a:cubicBezTo>
                    <a:pt x="640" y="7106"/>
                    <a:pt x="1251" y="8035"/>
                    <a:pt x="1537" y="9101"/>
                  </a:cubicBezTo>
                  <a:cubicBezTo>
                    <a:pt x="2254" y="11792"/>
                    <a:pt x="4408" y="14102"/>
                    <a:pt x="6922" y="15637"/>
                  </a:cubicBezTo>
                  <a:cubicBezTo>
                    <a:pt x="8468" y="16584"/>
                    <a:pt x="8246" y="19142"/>
                    <a:pt x="7842" y="21410"/>
                  </a:cubicBezTo>
                  <a:cubicBezTo>
                    <a:pt x="9273" y="21353"/>
                    <a:pt x="10731" y="21234"/>
                    <a:pt x="11719" y="20983"/>
                  </a:cubicBezTo>
                  <a:cubicBezTo>
                    <a:pt x="14342" y="20334"/>
                    <a:pt x="19989" y="11687"/>
                    <a:pt x="20792" y="9310"/>
                  </a:cubicBezTo>
                  <a:cubicBezTo>
                    <a:pt x="21600" y="6932"/>
                    <a:pt x="13737" y="226"/>
                    <a:pt x="10312" y="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3" name="Shape 3289"/>
            <p:cNvSpPr/>
            <p:nvPr/>
          </p:nvSpPr>
          <p:spPr>
            <a:xfrm>
              <a:off x="17531365" y="4103933"/>
              <a:ext cx="411962" cy="383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50" extrusionOk="0">
                  <a:moveTo>
                    <a:pt x="20737" y="1067"/>
                  </a:moveTo>
                  <a:cubicBezTo>
                    <a:pt x="19521" y="1495"/>
                    <a:pt x="19115" y="0"/>
                    <a:pt x="18101" y="0"/>
                  </a:cubicBezTo>
                  <a:cubicBezTo>
                    <a:pt x="17088" y="0"/>
                    <a:pt x="17292" y="2561"/>
                    <a:pt x="16281" y="2561"/>
                  </a:cubicBezTo>
                  <a:cubicBezTo>
                    <a:pt x="15266" y="2561"/>
                    <a:pt x="15468" y="4051"/>
                    <a:pt x="14051" y="4263"/>
                  </a:cubicBezTo>
                  <a:cubicBezTo>
                    <a:pt x="12636" y="4477"/>
                    <a:pt x="12228" y="4477"/>
                    <a:pt x="12836" y="5545"/>
                  </a:cubicBezTo>
                  <a:cubicBezTo>
                    <a:pt x="13444" y="6611"/>
                    <a:pt x="12028" y="6184"/>
                    <a:pt x="10811" y="6184"/>
                  </a:cubicBezTo>
                  <a:cubicBezTo>
                    <a:pt x="9595" y="6184"/>
                    <a:pt x="9595" y="5333"/>
                    <a:pt x="8786" y="5333"/>
                  </a:cubicBezTo>
                  <a:cubicBezTo>
                    <a:pt x="7977" y="5333"/>
                    <a:pt x="7369" y="6824"/>
                    <a:pt x="6761" y="7675"/>
                  </a:cubicBezTo>
                  <a:cubicBezTo>
                    <a:pt x="6153" y="8530"/>
                    <a:pt x="2103" y="10448"/>
                    <a:pt x="887" y="11088"/>
                  </a:cubicBezTo>
                  <a:cubicBezTo>
                    <a:pt x="543" y="11270"/>
                    <a:pt x="249" y="11834"/>
                    <a:pt x="0" y="12543"/>
                  </a:cubicBezTo>
                  <a:cubicBezTo>
                    <a:pt x="1452" y="12668"/>
                    <a:pt x="2948" y="13544"/>
                    <a:pt x="3597" y="14407"/>
                  </a:cubicBezTo>
                  <a:cubicBezTo>
                    <a:pt x="4481" y="15583"/>
                    <a:pt x="2574" y="16902"/>
                    <a:pt x="1737" y="17978"/>
                  </a:cubicBezTo>
                  <a:cubicBezTo>
                    <a:pt x="900" y="19057"/>
                    <a:pt x="2248" y="19105"/>
                    <a:pt x="2294" y="19986"/>
                  </a:cubicBezTo>
                  <a:cubicBezTo>
                    <a:pt x="2343" y="20865"/>
                    <a:pt x="3459" y="21600"/>
                    <a:pt x="3877" y="20819"/>
                  </a:cubicBezTo>
                  <a:cubicBezTo>
                    <a:pt x="4294" y="20038"/>
                    <a:pt x="4991" y="20329"/>
                    <a:pt x="6294" y="20329"/>
                  </a:cubicBezTo>
                  <a:cubicBezTo>
                    <a:pt x="6674" y="20329"/>
                    <a:pt x="6888" y="20518"/>
                    <a:pt x="7035" y="20777"/>
                  </a:cubicBezTo>
                  <a:cubicBezTo>
                    <a:pt x="7760" y="20163"/>
                    <a:pt x="8604" y="19608"/>
                    <a:pt x="8888" y="19311"/>
                  </a:cubicBezTo>
                  <a:cubicBezTo>
                    <a:pt x="9385" y="18787"/>
                    <a:pt x="10624" y="18657"/>
                    <a:pt x="11742" y="18657"/>
                  </a:cubicBezTo>
                  <a:cubicBezTo>
                    <a:pt x="12433" y="18657"/>
                    <a:pt x="12894" y="18428"/>
                    <a:pt x="13403" y="17997"/>
                  </a:cubicBezTo>
                  <a:cubicBezTo>
                    <a:pt x="12218" y="16639"/>
                    <a:pt x="11062" y="15526"/>
                    <a:pt x="10615" y="15240"/>
                  </a:cubicBezTo>
                  <a:cubicBezTo>
                    <a:pt x="9548" y="14556"/>
                    <a:pt x="10197" y="12646"/>
                    <a:pt x="11498" y="12305"/>
                  </a:cubicBezTo>
                  <a:cubicBezTo>
                    <a:pt x="12802" y="11962"/>
                    <a:pt x="16008" y="9368"/>
                    <a:pt x="16985" y="8781"/>
                  </a:cubicBezTo>
                  <a:cubicBezTo>
                    <a:pt x="17960" y="8194"/>
                    <a:pt x="17311" y="6286"/>
                    <a:pt x="18100" y="4768"/>
                  </a:cubicBezTo>
                  <a:cubicBezTo>
                    <a:pt x="18510" y="3975"/>
                    <a:pt x="20055" y="2464"/>
                    <a:pt x="21600" y="1199"/>
                  </a:cubicBezTo>
                  <a:cubicBezTo>
                    <a:pt x="21268" y="1050"/>
                    <a:pt x="20967" y="984"/>
                    <a:pt x="20737" y="106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4" name="Shape 3290"/>
            <p:cNvSpPr/>
            <p:nvPr/>
          </p:nvSpPr>
          <p:spPr>
            <a:xfrm>
              <a:off x="14941505" y="4980501"/>
              <a:ext cx="452101" cy="256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1" h="20862" extrusionOk="0">
                  <a:moveTo>
                    <a:pt x="21236" y="13495"/>
                  </a:moveTo>
                  <a:cubicBezTo>
                    <a:pt x="21044" y="13469"/>
                    <a:pt x="20834" y="13457"/>
                    <a:pt x="20589" y="13469"/>
                  </a:cubicBezTo>
                  <a:cubicBezTo>
                    <a:pt x="18963" y="13578"/>
                    <a:pt x="17963" y="12172"/>
                    <a:pt x="16899" y="12280"/>
                  </a:cubicBezTo>
                  <a:cubicBezTo>
                    <a:pt x="15836" y="12387"/>
                    <a:pt x="12774" y="10334"/>
                    <a:pt x="11459" y="8496"/>
                  </a:cubicBezTo>
                  <a:cubicBezTo>
                    <a:pt x="10146" y="6658"/>
                    <a:pt x="6582" y="2766"/>
                    <a:pt x="5706" y="1253"/>
                  </a:cubicBezTo>
                  <a:cubicBezTo>
                    <a:pt x="4831" y="-260"/>
                    <a:pt x="3580" y="-260"/>
                    <a:pt x="3455" y="498"/>
                  </a:cubicBezTo>
                  <a:cubicBezTo>
                    <a:pt x="3341" y="1191"/>
                    <a:pt x="2697" y="1251"/>
                    <a:pt x="1726" y="1421"/>
                  </a:cubicBezTo>
                  <a:cubicBezTo>
                    <a:pt x="1478" y="2174"/>
                    <a:pt x="446" y="3187"/>
                    <a:pt x="446" y="4205"/>
                  </a:cubicBezTo>
                  <a:cubicBezTo>
                    <a:pt x="446" y="5361"/>
                    <a:pt x="0" y="6903"/>
                    <a:pt x="0" y="7864"/>
                  </a:cubicBezTo>
                  <a:cubicBezTo>
                    <a:pt x="0" y="8825"/>
                    <a:pt x="1113" y="9015"/>
                    <a:pt x="1446" y="9787"/>
                  </a:cubicBezTo>
                  <a:cubicBezTo>
                    <a:pt x="1780" y="10557"/>
                    <a:pt x="3563" y="10943"/>
                    <a:pt x="3673" y="11712"/>
                  </a:cubicBezTo>
                  <a:cubicBezTo>
                    <a:pt x="3785" y="12482"/>
                    <a:pt x="5009" y="13446"/>
                    <a:pt x="5789" y="13639"/>
                  </a:cubicBezTo>
                  <a:cubicBezTo>
                    <a:pt x="6568" y="13832"/>
                    <a:pt x="7682" y="15371"/>
                    <a:pt x="8128" y="15946"/>
                  </a:cubicBezTo>
                  <a:cubicBezTo>
                    <a:pt x="8572" y="16524"/>
                    <a:pt x="10242" y="15178"/>
                    <a:pt x="10799" y="15178"/>
                  </a:cubicBezTo>
                  <a:cubicBezTo>
                    <a:pt x="11356" y="15178"/>
                    <a:pt x="12248" y="16907"/>
                    <a:pt x="12359" y="17871"/>
                  </a:cubicBezTo>
                  <a:cubicBezTo>
                    <a:pt x="12469" y="18835"/>
                    <a:pt x="15364" y="19413"/>
                    <a:pt x="16032" y="20376"/>
                  </a:cubicBezTo>
                  <a:cubicBezTo>
                    <a:pt x="16699" y="21340"/>
                    <a:pt x="20263" y="20760"/>
                    <a:pt x="20931" y="19604"/>
                  </a:cubicBezTo>
                  <a:cubicBezTo>
                    <a:pt x="21600" y="18449"/>
                    <a:pt x="21044" y="16329"/>
                    <a:pt x="21044" y="14601"/>
                  </a:cubicBezTo>
                  <a:cubicBezTo>
                    <a:pt x="21044" y="14023"/>
                    <a:pt x="21121" y="13713"/>
                    <a:pt x="21236" y="1349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5" name="Shape 3291"/>
            <p:cNvSpPr/>
            <p:nvPr/>
          </p:nvSpPr>
          <p:spPr>
            <a:xfrm>
              <a:off x="15618851" y="5119954"/>
              <a:ext cx="512759" cy="1122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93" extrusionOk="0">
                  <a:moveTo>
                    <a:pt x="17460" y="19506"/>
                  </a:moveTo>
                  <a:cubicBezTo>
                    <a:pt x="17460" y="19056"/>
                    <a:pt x="16663" y="19010"/>
                    <a:pt x="16663" y="18650"/>
                  </a:cubicBezTo>
                  <a:cubicBezTo>
                    <a:pt x="16663" y="18288"/>
                    <a:pt x="16663" y="17657"/>
                    <a:pt x="15666" y="17251"/>
                  </a:cubicBezTo>
                  <a:cubicBezTo>
                    <a:pt x="14667" y="16845"/>
                    <a:pt x="14168" y="16257"/>
                    <a:pt x="14767" y="16032"/>
                  </a:cubicBezTo>
                  <a:cubicBezTo>
                    <a:pt x="15367" y="15807"/>
                    <a:pt x="14867" y="15175"/>
                    <a:pt x="15167" y="15220"/>
                  </a:cubicBezTo>
                  <a:cubicBezTo>
                    <a:pt x="15466" y="15265"/>
                    <a:pt x="15866" y="14813"/>
                    <a:pt x="15266" y="14678"/>
                  </a:cubicBezTo>
                  <a:cubicBezTo>
                    <a:pt x="14667" y="14543"/>
                    <a:pt x="15266" y="14002"/>
                    <a:pt x="14767" y="13911"/>
                  </a:cubicBezTo>
                  <a:cubicBezTo>
                    <a:pt x="14268" y="13821"/>
                    <a:pt x="12873" y="13099"/>
                    <a:pt x="12873" y="12874"/>
                  </a:cubicBezTo>
                  <a:cubicBezTo>
                    <a:pt x="12873" y="12648"/>
                    <a:pt x="13273" y="11384"/>
                    <a:pt x="13371" y="11069"/>
                  </a:cubicBezTo>
                  <a:cubicBezTo>
                    <a:pt x="13471" y="10753"/>
                    <a:pt x="14467" y="10708"/>
                    <a:pt x="14767" y="10708"/>
                  </a:cubicBezTo>
                  <a:cubicBezTo>
                    <a:pt x="15067" y="10708"/>
                    <a:pt x="16264" y="10753"/>
                    <a:pt x="16663" y="10437"/>
                  </a:cubicBezTo>
                  <a:cubicBezTo>
                    <a:pt x="17063" y="10121"/>
                    <a:pt x="18756" y="10076"/>
                    <a:pt x="18956" y="9850"/>
                  </a:cubicBezTo>
                  <a:cubicBezTo>
                    <a:pt x="19156" y="9625"/>
                    <a:pt x="20254" y="9625"/>
                    <a:pt x="20254" y="9354"/>
                  </a:cubicBezTo>
                  <a:cubicBezTo>
                    <a:pt x="20254" y="9083"/>
                    <a:pt x="21548" y="8406"/>
                    <a:pt x="21548" y="8406"/>
                  </a:cubicBezTo>
                  <a:cubicBezTo>
                    <a:pt x="21568" y="8404"/>
                    <a:pt x="21582" y="8409"/>
                    <a:pt x="21600" y="8409"/>
                  </a:cubicBezTo>
                  <a:cubicBezTo>
                    <a:pt x="21451" y="8289"/>
                    <a:pt x="21121" y="8397"/>
                    <a:pt x="20462" y="8516"/>
                  </a:cubicBezTo>
                  <a:cubicBezTo>
                    <a:pt x="19343" y="8719"/>
                    <a:pt x="18783" y="8440"/>
                    <a:pt x="18895" y="8136"/>
                  </a:cubicBezTo>
                  <a:cubicBezTo>
                    <a:pt x="19006" y="7831"/>
                    <a:pt x="18111" y="7831"/>
                    <a:pt x="17493" y="7831"/>
                  </a:cubicBezTo>
                  <a:cubicBezTo>
                    <a:pt x="16878" y="7831"/>
                    <a:pt x="17270" y="7376"/>
                    <a:pt x="17493" y="7072"/>
                  </a:cubicBezTo>
                  <a:cubicBezTo>
                    <a:pt x="17719" y="6768"/>
                    <a:pt x="17270" y="6590"/>
                    <a:pt x="16542" y="6564"/>
                  </a:cubicBezTo>
                  <a:cubicBezTo>
                    <a:pt x="15814" y="6539"/>
                    <a:pt x="15478" y="5830"/>
                    <a:pt x="15757" y="5627"/>
                  </a:cubicBezTo>
                  <a:cubicBezTo>
                    <a:pt x="16039" y="5424"/>
                    <a:pt x="14246" y="5247"/>
                    <a:pt x="13462" y="5424"/>
                  </a:cubicBezTo>
                  <a:cubicBezTo>
                    <a:pt x="12677" y="5602"/>
                    <a:pt x="13237" y="5120"/>
                    <a:pt x="13014" y="4866"/>
                  </a:cubicBezTo>
                  <a:cubicBezTo>
                    <a:pt x="12788" y="4613"/>
                    <a:pt x="14022" y="3751"/>
                    <a:pt x="15086" y="3270"/>
                  </a:cubicBezTo>
                  <a:cubicBezTo>
                    <a:pt x="16150" y="2788"/>
                    <a:pt x="15703" y="2154"/>
                    <a:pt x="15703" y="1597"/>
                  </a:cubicBezTo>
                  <a:cubicBezTo>
                    <a:pt x="15703" y="1039"/>
                    <a:pt x="15198" y="1039"/>
                    <a:pt x="14695" y="1039"/>
                  </a:cubicBezTo>
                  <a:cubicBezTo>
                    <a:pt x="14190" y="1039"/>
                    <a:pt x="14133" y="710"/>
                    <a:pt x="14133" y="406"/>
                  </a:cubicBezTo>
                  <a:cubicBezTo>
                    <a:pt x="14133" y="102"/>
                    <a:pt x="13069" y="-126"/>
                    <a:pt x="12454" y="77"/>
                  </a:cubicBezTo>
                  <a:cubicBezTo>
                    <a:pt x="12368" y="105"/>
                    <a:pt x="12215" y="144"/>
                    <a:pt x="12028" y="189"/>
                  </a:cubicBezTo>
                  <a:cubicBezTo>
                    <a:pt x="12052" y="192"/>
                    <a:pt x="12075" y="194"/>
                    <a:pt x="12075" y="194"/>
                  </a:cubicBezTo>
                  <a:cubicBezTo>
                    <a:pt x="12075" y="194"/>
                    <a:pt x="11875" y="645"/>
                    <a:pt x="11475" y="736"/>
                  </a:cubicBezTo>
                  <a:cubicBezTo>
                    <a:pt x="11077" y="826"/>
                    <a:pt x="11077" y="1096"/>
                    <a:pt x="11675" y="1502"/>
                  </a:cubicBezTo>
                  <a:cubicBezTo>
                    <a:pt x="12273" y="1909"/>
                    <a:pt x="10779" y="1728"/>
                    <a:pt x="10579" y="1502"/>
                  </a:cubicBezTo>
                  <a:cubicBezTo>
                    <a:pt x="10379" y="1277"/>
                    <a:pt x="9181" y="1638"/>
                    <a:pt x="8485" y="1909"/>
                  </a:cubicBezTo>
                  <a:cubicBezTo>
                    <a:pt x="7787" y="2179"/>
                    <a:pt x="6789" y="2315"/>
                    <a:pt x="6789" y="2811"/>
                  </a:cubicBezTo>
                  <a:cubicBezTo>
                    <a:pt x="6789" y="3307"/>
                    <a:pt x="5891" y="3804"/>
                    <a:pt x="6091" y="4209"/>
                  </a:cubicBezTo>
                  <a:cubicBezTo>
                    <a:pt x="6289" y="4615"/>
                    <a:pt x="5093" y="5383"/>
                    <a:pt x="5193" y="5609"/>
                  </a:cubicBezTo>
                  <a:cubicBezTo>
                    <a:pt x="5293" y="5834"/>
                    <a:pt x="3498" y="5564"/>
                    <a:pt x="3199" y="5564"/>
                  </a:cubicBezTo>
                  <a:cubicBezTo>
                    <a:pt x="2900" y="5564"/>
                    <a:pt x="3098" y="6421"/>
                    <a:pt x="2700" y="6692"/>
                  </a:cubicBezTo>
                  <a:cubicBezTo>
                    <a:pt x="2300" y="6962"/>
                    <a:pt x="2599" y="7909"/>
                    <a:pt x="2001" y="7909"/>
                  </a:cubicBezTo>
                  <a:cubicBezTo>
                    <a:pt x="1404" y="7909"/>
                    <a:pt x="905" y="8767"/>
                    <a:pt x="905" y="8767"/>
                  </a:cubicBezTo>
                  <a:cubicBezTo>
                    <a:pt x="905" y="8767"/>
                    <a:pt x="417" y="8916"/>
                    <a:pt x="0" y="9102"/>
                  </a:cubicBezTo>
                  <a:cubicBezTo>
                    <a:pt x="488" y="9554"/>
                    <a:pt x="1381" y="10048"/>
                    <a:pt x="2371" y="10232"/>
                  </a:cubicBezTo>
                  <a:cubicBezTo>
                    <a:pt x="3827" y="10502"/>
                    <a:pt x="4798" y="11836"/>
                    <a:pt x="5247" y="12546"/>
                  </a:cubicBezTo>
                  <a:cubicBezTo>
                    <a:pt x="5694" y="13256"/>
                    <a:pt x="5395" y="13983"/>
                    <a:pt x="4874" y="14388"/>
                  </a:cubicBezTo>
                  <a:cubicBezTo>
                    <a:pt x="4349" y="14794"/>
                    <a:pt x="5059" y="14811"/>
                    <a:pt x="5918" y="15013"/>
                  </a:cubicBezTo>
                  <a:cubicBezTo>
                    <a:pt x="6778" y="15216"/>
                    <a:pt x="7748" y="15283"/>
                    <a:pt x="8382" y="14878"/>
                  </a:cubicBezTo>
                  <a:cubicBezTo>
                    <a:pt x="9019" y="14472"/>
                    <a:pt x="10325" y="14186"/>
                    <a:pt x="10512" y="13729"/>
                  </a:cubicBezTo>
                  <a:cubicBezTo>
                    <a:pt x="10699" y="13273"/>
                    <a:pt x="11297" y="13949"/>
                    <a:pt x="11820" y="14186"/>
                  </a:cubicBezTo>
                  <a:cubicBezTo>
                    <a:pt x="12343" y="14422"/>
                    <a:pt x="12716" y="14878"/>
                    <a:pt x="12828" y="15452"/>
                  </a:cubicBezTo>
                  <a:cubicBezTo>
                    <a:pt x="12939" y="16027"/>
                    <a:pt x="13051" y="17463"/>
                    <a:pt x="14133" y="17919"/>
                  </a:cubicBezTo>
                  <a:cubicBezTo>
                    <a:pt x="15217" y="18375"/>
                    <a:pt x="15404" y="19372"/>
                    <a:pt x="15105" y="19727"/>
                  </a:cubicBezTo>
                  <a:cubicBezTo>
                    <a:pt x="14808" y="20082"/>
                    <a:pt x="15666" y="20690"/>
                    <a:pt x="15441" y="21079"/>
                  </a:cubicBezTo>
                  <a:cubicBezTo>
                    <a:pt x="15396" y="21157"/>
                    <a:pt x="15348" y="21267"/>
                    <a:pt x="15294" y="21390"/>
                  </a:cubicBezTo>
                  <a:cubicBezTo>
                    <a:pt x="16268" y="21474"/>
                    <a:pt x="17460" y="19506"/>
                    <a:pt x="17460" y="1950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6" name="Shape 3292"/>
            <p:cNvSpPr/>
            <p:nvPr/>
          </p:nvSpPr>
          <p:spPr>
            <a:xfrm>
              <a:off x="15439553" y="5119954"/>
              <a:ext cx="174759" cy="97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8" h="19252" extrusionOk="0">
                  <a:moveTo>
                    <a:pt x="20787" y="6304"/>
                  </a:moveTo>
                  <a:cubicBezTo>
                    <a:pt x="16536" y="-167"/>
                    <a:pt x="15382" y="5051"/>
                    <a:pt x="12543" y="2574"/>
                  </a:cubicBezTo>
                  <a:cubicBezTo>
                    <a:pt x="9532" y="-46"/>
                    <a:pt x="8109" y="-835"/>
                    <a:pt x="6684" y="998"/>
                  </a:cubicBezTo>
                  <a:cubicBezTo>
                    <a:pt x="5254" y="2839"/>
                    <a:pt x="3036" y="2574"/>
                    <a:pt x="1611" y="8345"/>
                  </a:cubicBezTo>
                  <a:cubicBezTo>
                    <a:pt x="1145" y="10241"/>
                    <a:pt x="563" y="12011"/>
                    <a:pt x="0" y="13346"/>
                  </a:cubicBezTo>
                  <a:cubicBezTo>
                    <a:pt x="494" y="15104"/>
                    <a:pt x="1249" y="16340"/>
                    <a:pt x="1856" y="16087"/>
                  </a:cubicBezTo>
                  <a:cubicBezTo>
                    <a:pt x="2985" y="15622"/>
                    <a:pt x="4394" y="18897"/>
                    <a:pt x="6645" y="17960"/>
                  </a:cubicBezTo>
                  <a:cubicBezTo>
                    <a:pt x="8904" y="17024"/>
                    <a:pt x="10316" y="20300"/>
                    <a:pt x="13421" y="18897"/>
                  </a:cubicBezTo>
                  <a:cubicBezTo>
                    <a:pt x="16515" y="17490"/>
                    <a:pt x="19340" y="20765"/>
                    <a:pt x="20469" y="17490"/>
                  </a:cubicBezTo>
                  <a:cubicBezTo>
                    <a:pt x="21600" y="14219"/>
                    <a:pt x="19621" y="7218"/>
                    <a:pt x="19621" y="7218"/>
                  </a:cubicBezTo>
                  <a:cubicBezTo>
                    <a:pt x="19621" y="7218"/>
                    <a:pt x="20142" y="6788"/>
                    <a:pt x="20787" y="630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7" name="Shape 3293"/>
            <p:cNvSpPr/>
            <p:nvPr/>
          </p:nvSpPr>
          <p:spPr>
            <a:xfrm>
              <a:off x="16196591" y="5438707"/>
              <a:ext cx="433364" cy="910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320" extrusionOk="0">
                  <a:moveTo>
                    <a:pt x="15958" y="2528"/>
                  </a:moveTo>
                  <a:cubicBezTo>
                    <a:pt x="15149" y="2473"/>
                    <a:pt x="13065" y="1753"/>
                    <a:pt x="13065" y="1475"/>
                  </a:cubicBezTo>
                  <a:cubicBezTo>
                    <a:pt x="13065" y="1197"/>
                    <a:pt x="14108" y="754"/>
                    <a:pt x="12255" y="644"/>
                  </a:cubicBezTo>
                  <a:cubicBezTo>
                    <a:pt x="10406" y="532"/>
                    <a:pt x="10174" y="199"/>
                    <a:pt x="9826" y="33"/>
                  </a:cubicBezTo>
                  <a:cubicBezTo>
                    <a:pt x="9479" y="-133"/>
                    <a:pt x="7972" y="366"/>
                    <a:pt x="7511" y="754"/>
                  </a:cubicBezTo>
                  <a:cubicBezTo>
                    <a:pt x="7050" y="1142"/>
                    <a:pt x="6586" y="644"/>
                    <a:pt x="5543" y="920"/>
                  </a:cubicBezTo>
                  <a:cubicBezTo>
                    <a:pt x="4501" y="1197"/>
                    <a:pt x="3462" y="532"/>
                    <a:pt x="2999" y="920"/>
                  </a:cubicBezTo>
                  <a:cubicBezTo>
                    <a:pt x="2535" y="1308"/>
                    <a:pt x="1378" y="699"/>
                    <a:pt x="798" y="1031"/>
                  </a:cubicBezTo>
                  <a:cubicBezTo>
                    <a:pt x="579" y="1158"/>
                    <a:pt x="290" y="1260"/>
                    <a:pt x="0" y="1329"/>
                  </a:cubicBezTo>
                  <a:cubicBezTo>
                    <a:pt x="507" y="1600"/>
                    <a:pt x="1058" y="1865"/>
                    <a:pt x="1058" y="2070"/>
                  </a:cubicBezTo>
                  <a:cubicBezTo>
                    <a:pt x="1058" y="2426"/>
                    <a:pt x="2542" y="2693"/>
                    <a:pt x="2542" y="3138"/>
                  </a:cubicBezTo>
                  <a:cubicBezTo>
                    <a:pt x="2542" y="3582"/>
                    <a:pt x="4400" y="3939"/>
                    <a:pt x="4958" y="3760"/>
                  </a:cubicBezTo>
                  <a:cubicBezTo>
                    <a:pt x="5515" y="3582"/>
                    <a:pt x="6817" y="3404"/>
                    <a:pt x="7000" y="4027"/>
                  </a:cubicBezTo>
                  <a:cubicBezTo>
                    <a:pt x="7185" y="4650"/>
                    <a:pt x="7929" y="4650"/>
                    <a:pt x="7929" y="5095"/>
                  </a:cubicBezTo>
                  <a:cubicBezTo>
                    <a:pt x="7929" y="5540"/>
                    <a:pt x="6072" y="5273"/>
                    <a:pt x="5700" y="5718"/>
                  </a:cubicBezTo>
                  <a:cubicBezTo>
                    <a:pt x="5328" y="6162"/>
                    <a:pt x="8857" y="6696"/>
                    <a:pt x="8857" y="7052"/>
                  </a:cubicBezTo>
                  <a:cubicBezTo>
                    <a:pt x="8857" y="7407"/>
                    <a:pt x="9970" y="7853"/>
                    <a:pt x="10341" y="8297"/>
                  </a:cubicBezTo>
                  <a:cubicBezTo>
                    <a:pt x="10714" y="8742"/>
                    <a:pt x="12386" y="9277"/>
                    <a:pt x="12755" y="9810"/>
                  </a:cubicBezTo>
                  <a:cubicBezTo>
                    <a:pt x="13126" y="10343"/>
                    <a:pt x="14612" y="10611"/>
                    <a:pt x="15170" y="10877"/>
                  </a:cubicBezTo>
                  <a:cubicBezTo>
                    <a:pt x="15726" y="11145"/>
                    <a:pt x="15911" y="11768"/>
                    <a:pt x="15726" y="12301"/>
                  </a:cubicBezTo>
                  <a:cubicBezTo>
                    <a:pt x="15542" y="12834"/>
                    <a:pt x="15539" y="13813"/>
                    <a:pt x="16654" y="14614"/>
                  </a:cubicBezTo>
                  <a:cubicBezTo>
                    <a:pt x="17768" y="15416"/>
                    <a:pt x="15354" y="15770"/>
                    <a:pt x="14612" y="16216"/>
                  </a:cubicBezTo>
                  <a:cubicBezTo>
                    <a:pt x="13870" y="16660"/>
                    <a:pt x="14241" y="17283"/>
                    <a:pt x="12013" y="17016"/>
                  </a:cubicBezTo>
                  <a:cubicBezTo>
                    <a:pt x="9785" y="16749"/>
                    <a:pt x="12386" y="17906"/>
                    <a:pt x="12013" y="18261"/>
                  </a:cubicBezTo>
                  <a:cubicBezTo>
                    <a:pt x="11641" y="18618"/>
                    <a:pt x="8671" y="17906"/>
                    <a:pt x="8671" y="18261"/>
                  </a:cubicBezTo>
                  <a:cubicBezTo>
                    <a:pt x="8671" y="18475"/>
                    <a:pt x="7668" y="18753"/>
                    <a:pt x="6866" y="18941"/>
                  </a:cubicBezTo>
                  <a:cubicBezTo>
                    <a:pt x="7185" y="19141"/>
                    <a:pt x="7637" y="19252"/>
                    <a:pt x="8163" y="19411"/>
                  </a:cubicBezTo>
                  <a:cubicBezTo>
                    <a:pt x="8858" y="19618"/>
                    <a:pt x="7299" y="19971"/>
                    <a:pt x="7342" y="20635"/>
                  </a:cubicBezTo>
                  <a:cubicBezTo>
                    <a:pt x="7384" y="21301"/>
                    <a:pt x="8425" y="21467"/>
                    <a:pt x="8814" y="21196"/>
                  </a:cubicBezTo>
                  <a:cubicBezTo>
                    <a:pt x="9204" y="20926"/>
                    <a:pt x="10808" y="20324"/>
                    <a:pt x="11459" y="20221"/>
                  </a:cubicBezTo>
                  <a:cubicBezTo>
                    <a:pt x="12108" y="20117"/>
                    <a:pt x="11459" y="19661"/>
                    <a:pt x="12151" y="19680"/>
                  </a:cubicBezTo>
                  <a:cubicBezTo>
                    <a:pt x="12844" y="19701"/>
                    <a:pt x="12628" y="19203"/>
                    <a:pt x="12933" y="18932"/>
                  </a:cubicBezTo>
                  <a:cubicBezTo>
                    <a:pt x="13237" y="18663"/>
                    <a:pt x="13711" y="18766"/>
                    <a:pt x="14752" y="18788"/>
                  </a:cubicBezTo>
                  <a:cubicBezTo>
                    <a:pt x="15792" y="18808"/>
                    <a:pt x="17263" y="18330"/>
                    <a:pt x="18738" y="17874"/>
                  </a:cubicBezTo>
                  <a:cubicBezTo>
                    <a:pt x="20212" y="17417"/>
                    <a:pt x="20471" y="17314"/>
                    <a:pt x="21033" y="16005"/>
                  </a:cubicBezTo>
                  <a:cubicBezTo>
                    <a:pt x="21600" y="14698"/>
                    <a:pt x="20385" y="13140"/>
                    <a:pt x="20342" y="12745"/>
                  </a:cubicBezTo>
                  <a:cubicBezTo>
                    <a:pt x="20300" y="12351"/>
                    <a:pt x="18304" y="10524"/>
                    <a:pt x="17568" y="10544"/>
                  </a:cubicBezTo>
                  <a:cubicBezTo>
                    <a:pt x="16831" y="10565"/>
                    <a:pt x="13452" y="8903"/>
                    <a:pt x="12844" y="8634"/>
                  </a:cubicBezTo>
                  <a:cubicBezTo>
                    <a:pt x="12239" y="8364"/>
                    <a:pt x="12411" y="7907"/>
                    <a:pt x="11544" y="7553"/>
                  </a:cubicBezTo>
                  <a:cubicBezTo>
                    <a:pt x="10678" y="7201"/>
                    <a:pt x="10592" y="6287"/>
                    <a:pt x="10808" y="5644"/>
                  </a:cubicBezTo>
                  <a:cubicBezTo>
                    <a:pt x="11026" y="5000"/>
                    <a:pt x="12933" y="4855"/>
                    <a:pt x="12890" y="4418"/>
                  </a:cubicBezTo>
                  <a:cubicBezTo>
                    <a:pt x="12847" y="3982"/>
                    <a:pt x="13061" y="3609"/>
                    <a:pt x="14013" y="3588"/>
                  </a:cubicBezTo>
                  <a:cubicBezTo>
                    <a:pt x="14969" y="3566"/>
                    <a:pt x="15878" y="3193"/>
                    <a:pt x="16311" y="2860"/>
                  </a:cubicBezTo>
                  <a:cubicBezTo>
                    <a:pt x="16373" y="2812"/>
                    <a:pt x="16462" y="2781"/>
                    <a:pt x="16560" y="2759"/>
                  </a:cubicBezTo>
                  <a:cubicBezTo>
                    <a:pt x="16318" y="2625"/>
                    <a:pt x="16107" y="2539"/>
                    <a:pt x="15958" y="252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8" name="Shape 3294"/>
            <p:cNvSpPr/>
            <p:nvPr/>
          </p:nvSpPr>
          <p:spPr>
            <a:xfrm>
              <a:off x="16196591" y="5996523"/>
              <a:ext cx="334749" cy="259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06" h="21454" extrusionOk="0">
                  <a:moveTo>
                    <a:pt x="9794" y="19054"/>
                  </a:moveTo>
                  <a:cubicBezTo>
                    <a:pt x="9794" y="17798"/>
                    <a:pt x="13389" y="20314"/>
                    <a:pt x="13839" y="19054"/>
                  </a:cubicBezTo>
                  <a:cubicBezTo>
                    <a:pt x="14290" y="17798"/>
                    <a:pt x="11142" y="13712"/>
                    <a:pt x="13839" y="14656"/>
                  </a:cubicBezTo>
                  <a:cubicBezTo>
                    <a:pt x="16536" y="15598"/>
                    <a:pt x="16087" y="13399"/>
                    <a:pt x="16985" y="11828"/>
                  </a:cubicBezTo>
                  <a:cubicBezTo>
                    <a:pt x="17882" y="10256"/>
                    <a:pt x="20805" y="9003"/>
                    <a:pt x="19456" y="6172"/>
                  </a:cubicBezTo>
                  <a:cubicBezTo>
                    <a:pt x="18502" y="4165"/>
                    <a:pt x="18228" y="1853"/>
                    <a:pt x="18228" y="0"/>
                  </a:cubicBezTo>
                  <a:cubicBezTo>
                    <a:pt x="17359" y="960"/>
                    <a:pt x="16304" y="1032"/>
                    <a:pt x="15710" y="702"/>
                  </a:cubicBezTo>
                  <a:cubicBezTo>
                    <a:pt x="14952" y="276"/>
                    <a:pt x="13287" y="65"/>
                    <a:pt x="13287" y="1760"/>
                  </a:cubicBezTo>
                  <a:cubicBezTo>
                    <a:pt x="13287" y="3452"/>
                    <a:pt x="12078" y="3875"/>
                    <a:pt x="12227" y="3030"/>
                  </a:cubicBezTo>
                  <a:cubicBezTo>
                    <a:pt x="12379" y="2183"/>
                    <a:pt x="11017" y="2392"/>
                    <a:pt x="10259" y="1124"/>
                  </a:cubicBezTo>
                  <a:cubicBezTo>
                    <a:pt x="9501" y="-146"/>
                    <a:pt x="6777" y="1547"/>
                    <a:pt x="5414" y="913"/>
                  </a:cubicBezTo>
                  <a:cubicBezTo>
                    <a:pt x="4050" y="276"/>
                    <a:pt x="1931" y="1969"/>
                    <a:pt x="571" y="4301"/>
                  </a:cubicBezTo>
                  <a:cubicBezTo>
                    <a:pt x="-795" y="6629"/>
                    <a:pt x="720" y="6629"/>
                    <a:pt x="720" y="8746"/>
                  </a:cubicBezTo>
                  <a:cubicBezTo>
                    <a:pt x="720" y="10866"/>
                    <a:pt x="1629" y="10866"/>
                    <a:pt x="1176" y="12556"/>
                  </a:cubicBezTo>
                  <a:cubicBezTo>
                    <a:pt x="1162" y="12599"/>
                    <a:pt x="1151" y="12659"/>
                    <a:pt x="1141" y="12707"/>
                  </a:cubicBezTo>
                  <a:cubicBezTo>
                    <a:pt x="2478" y="13528"/>
                    <a:pt x="1951" y="15859"/>
                    <a:pt x="2100" y="17176"/>
                  </a:cubicBezTo>
                  <a:cubicBezTo>
                    <a:pt x="2257" y="18565"/>
                    <a:pt x="3570" y="17758"/>
                    <a:pt x="4302" y="17686"/>
                  </a:cubicBezTo>
                  <a:cubicBezTo>
                    <a:pt x="5038" y="17613"/>
                    <a:pt x="3830" y="19297"/>
                    <a:pt x="4459" y="20327"/>
                  </a:cubicBezTo>
                  <a:cubicBezTo>
                    <a:pt x="5089" y="21353"/>
                    <a:pt x="6925" y="19447"/>
                    <a:pt x="7291" y="20696"/>
                  </a:cubicBezTo>
                  <a:cubicBezTo>
                    <a:pt x="7380" y="20989"/>
                    <a:pt x="7488" y="21235"/>
                    <a:pt x="7609" y="21454"/>
                  </a:cubicBezTo>
                  <a:cubicBezTo>
                    <a:pt x="8579" y="20792"/>
                    <a:pt x="9794" y="19811"/>
                    <a:pt x="9794" y="1905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299" name="Shape 3295"/>
            <p:cNvSpPr/>
            <p:nvPr/>
          </p:nvSpPr>
          <p:spPr>
            <a:xfrm>
              <a:off x="16077060" y="5498473"/>
              <a:ext cx="441362" cy="534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5" h="21175" extrusionOk="0">
                  <a:moveTo>
                    <a:pt x="14575" y="9683"/>
                  </a:moveTo>
                  <a:cubicBezTo>
                    <a:pt x="14575" y="9081"/>
                    <a:pt x="11061" y="8178"/>
                    <a:pt x="11432" y="7425"/>
                  </a:cubicBezTo>
                  <a:cubicBezTo>
                    <a:pt x="11802" y="6673"/>
                    <a:pt x="13652" y="7124"/>
                    <a:pt x="13652" y="6371"/>
                  </a:cubicBezTo>
                  <a:cubicBezTo>
                    <a:pt x="13652" y="5620"/>
                    <a:pt x="12910" y="5620"/>
                    <a:pt x="12726" y="4565"/>
                  </a:cubicBezTo>
                  <a:cubicBezTo>
                    <a:pt x="12543" y="3511"/>
                    <a:pt x="11247" y="3812"/>
                    <a:pt x="10693" y="4114"/>
                  </a:cubicBezTo>
                  <a:cubicBezTo>
                    <a:pt x="10137" y="4416"/>
                    <a:pt x="8287" y="3812"/>
                    <a:pt x="8287" y="3060"/>
                  </a:cubicBezTo>
                  <a:cubicBezTo>
                    <a:pt x="8287" y="2307"/>
                    <a:pt x="6808" y="1856"/>
                    <a:pt x="6808" y="1253"/>
                  </a:cubicBezTo>
                  <a:cubicBezTo>
                    <a:pt x="6808" y="907"/>
                    <a:pt x="6260" y="459"/>
                    <a:pt x="5755" y="0"/>
                  </a:cubicBezTo>
                  <a:cubicBezTo>
                    <a:pt x="5285" y="192"/>
                    <a:pt x="4806" y="234"/>
                    <a:pt x="4592" y="58"/>
                  </a:cubicBezTo>
                  <a:cubicBezTo>
                    <a:pt x="4247" y="-223"/>
                    <a:pt x="3785" y="996"/>
                    <a:pt x="4131" y="1277"/>
                  </a:cubicBezTo>
                  <a:cubicBezTo>
                    <a:pt x="4478" y="1560"/>
                    <a:pt x="4938" y="3343"/>
                    <a:pt x="4016" y="3155"/>
                  </a:cubicBezTo>
                  <a:cubicBezTo>
                    <a:pt x="3094" y="2967"/>
                    <a:pt x="3094" y="1936"/>
                    <a:pt x="2516" y="2029"/>
                  </a:cubicBezTo>
                  <a:cubicBezTo>
                    <a:pt x="2516" y="2029"/>
                    <a:pt x="1021" y="3437"/>
                    <a:pt x="1021" y="4000"/>
                  </a:cubicBezTo>
                  <a:cubicBezTo>
                    <a:pt x="1021" y="4379"/>
                    <a:pt x="447" y="4505"/>
                    <a:pt x="0" y="4688"/>
                  </a:cubicBezTo>
                  <a:cubicBezTo>
                    <a:pt x="266" y="4881"/>
                    <a:pt x="493" y="5055"/>
                    <a:pt x="570" y="5152"/>
                  </a:cubicBezTo>
                  <a:cubicBezTo>
                    <a:pt x="822" y="5455"/>
                    <a:pt x="448" y="6266"/>
                    <a:pt x="819" y="6976"/>
                  </a:cubicBezTo>
                  <a:cubicBezTo>
                    <a:pt x="1194" y="7686"/>
                    <a:pt x="2440" y="6571"/>
                    <a:pt x="2813" y="7586"/>
                  </a:cubicBezTo>
                  <a:cubicBezTo>
                    <a:pt x="3189" y="8598"/>
                    <a:pt x="2565" y="9107"/>
                    <a:pt x="2565" y="10119"/>
                  </a:cubicBezTo>
                  <a:cubicBezTo>
                    <a:pt x="2565" y="11134"/>
                    <a:pt x="1568" y="11034"/>
                    <a:pt x="1817" y="11946"/>
                  </a:cubicBezTo>
                  <a:cubicBezTo>
                    <a:pt x="2065" y="12858"/>
                    <a:pt x="3437" y="11744"/>
                    <a:pt x="4432" y="11134"/>
                  </a:cubicBezTo>
                  <a:cubicBezTo>
                    <a:pt x="5430" y="10524"/>
                    <a:pt x="6178" y="10627"/>
                    <a:pt x="6550" y="11034"/>
                  </a:cubicBezTo>
                  <a:cubicBezTo>
                    <a:pt x="6925" y="11440"/>
                    <a:pt x="8171" y="11134"/>
                    <a:pt x="8420" y="10627"/>
                  </a:cubicBezTo>
                  <a:cubicBezTo>
                    <a:pt x="8670" y="10121"/>
                    <a:pt x="10537" y="9917"/>
                    <a:pt x="11161" y="10526"/>
                  </a:cubicBezTo>
                  <a:cubicBezTo>
                    <a:pt x="11785" y="11134"/>
                    <a:pt x="12405" y="11845"/>
                    <a:pt x="13277" y="12251"/>
                  </a:cubicBezTo>
                  <a:cubicBezTo>
                    <a:pt x="14150" y="12655"/>
                    <a:pt x="12655" y="14887"/>
                    <a:pt x="13527" y="15090"/>
                  </a:cubicBezTo>
                  <a:cubicBezTo>
                    <a:pt x="14399" y="15292"/>
                    <a:pt x="15645" y="16408"/>
                    <a:pt x="15522" y="17626"/>
                  </a:cubicBezTo>
                  <a:cubicBezTo>
                    <a:pt x="15414" y="18672"/>
                    <a:pt x="16132" y="19419"/>
                    <a:pt x="15145" y="20318"/>
                  </a:cubicBezTo>
                  <a:cubicBezTo>
                    <a:pt x="15759" y="20643"/>
                    <a:pt x="16495" y="20640"/>
                    <a:pt x="16392" y="20972"/>
                  </a:cubicBezTo>
                  <a:cubicBezTo>
                    <a:pt x="16269" y="21377"/>
                    <a:pt x="17264" y="21174"/>
                    <a:pt x="17264" y="20364"/>
                  </a:cubicBezTo>
                  <a:cubicBezTo>
                    <a:pt x="17264" y="19552"/>
                    <a:pt x="18634" y="19653"/>
                    <a:pt x="19258" y="19857"/>
                  </a:cubicBezTo>
                  <a:cubicBezTo>
                    <a:pt x="19747" y="20015"/>
                    <a:pt x="20614" y="19981"/>
                    <a:pt x="21329" y="19521"/>
                  </a:cubicBezTo>
                  <a:cubicBezTo>
                    <a:pt x="21329" y="19157"/>
                    <a:pt x="21361" y="18827"/>
                    <a:pt x="21415" y="18563"/>
                  </a:cubicBezTo>
                  <a:cubicBezTo>
                    <a:pt x="21600" y="17661"/>
                    <a:pt x="21415" y="16607"/>
                    <a:pt x="20862" y="16154"/>
                  </a:cubicBezTo>
                  <a:cubicBezTo>
                    <a:pt x="20306" y="15704"/>
                    <a:pt x="18826" y="15252"/>
                    <a:pt x="18457" y="14349"/>
                  </a:cubicBezTo>
                  <a:cubicBezTo>
                    <a:pt x="18089" y="13447"/>
                    <a:pt x="16424" y="12541"/>
                    <a:pt x="16053" y="11789"/>
                  </a:cubicBezTo>
                  <a:cubicBezTo>
                    <a:pt x="15684" y="11037"/>
                    <a:pt x="14575" y="10284"/>
                    <a:pt x="14575" y="968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0" name="Shape 3296"/>
            <p:cNvSpPr/>
            <p:nvPr/>
          </p:nvSpPr>
          <p:spPr>
            <a:xfrm>
              <a:off x="15917681" y="5618005"/>
              <a:ext cx="476228" cy="908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1" h="21509" extrusionOk="0">
                  <a:moveTo>
                    <a:pt x="13187" y="11369"/>
                  </a:moveTo>
                  <a:cubicBezTo>
                    <a:pt x="13187" y="10763"/>
                    <a:pt x="12049" y="10763"/>
                    <a:pt x="13076" y="10097"/>
                  </a:cubicBezTo>
                  <a:cubicBezTo>
                    <a:pt x="14098" y="9429"/>
                    <a:pt x="15691" y="8945"/>
                    <a:pt x="16716" y="9127"/>
                  </a:cubicBezTo>
                  <a:cubicBezTo>
                    <a:pt x="17741" y="9309"/>
                    <a:pt x="19789" y="8824"/>
                    <a:pt x="20358" y="9187"/>
                  </a:cubicBezTo>
                  <a:cubicBezTo>
                    <a:pt x="20460" y="9253"/>
                    <a:pt x="20577" y="9300"/>
                    <a:pt x="20698" y="9342"/>
                  </a:cubicBezTo>
                  <a:cubicBezTo>
                    <a:pt x="21600" y="8805"/>
                    <a:pt x="20944" y="8358"/>
                    <a:pt x="21043" y="7733"/>
                  </a:cubicBezTo>
                  <a:cubicBezTo>
                    <a:pt x="21155" y="7005"/>
                    <a:pt x="20016" y="6338"/>
                    <a:pt x="19220" y="6217"/>
                  </a:cubicBezTo>
                  <a:cubicBezTo>
                    <a:pt x="18423" y="6096"/>
                    <a:pt x="19789" y="4762"/>
                    <a:pt x="18992" y="4520"/>
                  </a:cubicBezTo>
                  <a:cubicBezTo>
                    <a:pt x="18195" y="4277"/>
                    <a:pt x="17628" y="3853"/>
                    <a:pt x="17058" y="3489"/>
                  </a:cubicBezTo>
                  <a:cubicBezTo>
                    <a:pt x="16488" y="3125"/>
                    <a:pt x="14782" y="3247"/>
                    <a:pt x="14554" y="3550"/>
                  </a:cubicBezTo>
                  <a:cubicBezTo>
                    <a:pt x="14326" y="3853"/>
                    <a:pt x="13187" y="4035"/>
                    <a:pt x="12845" y="3793"/>
                  </a:cubicBezTo>
                  <a:cubicBezTo>
                    <a:pt x="12506" y="3550"/>
                    <a:pt x="11822" y="3488"/>
                    <a:pt x="10910" y="3853"/>
                  </a:cubicBezTo>
                  <a:cubicBezTo>
                    <a:pt x="10000" y="4217"/>
                    <a:pt x="8747" y="4883"/>
                    <a:pt x="8521" y="4338"/>
                  </a:cubicBezTo>
                  <a:cubicBezTo>
                    <a:pt x="8293" y="3793"/>
                    <a:pt x="9203" y="3853"/>
                    <a:pt x="9203" y="3246"/>
                  </a:cubicBezTo>
                  <a:cubicBezTo>
                    <a:pt x="9203" y="2641"/>
                    <a:pt x="9774" y="2337"/>
                    <a:pt x="9430" y="1732"/>
                  </a:cubicBezTo>
                  <a:cubicBezTo>
                    <a:pt x="9089" y="1125"/>
                    <a:pt x="7951" y="1792"/>
                    <a:pt x="7609" y="1367"/>
                  </a:cubicBezTo>
                  <a:cubicBezTo>
                    <a:pt x="7270" y="943"/>
                    <a:pt x="7611" y="458"/>
                    <a:pt x="7381" y="277"/>
                  </a:cubicBezTo>
                  <a:cubicBezTo>
                    <a:pt x="7311" y="219"/>
                    <a:pt x="7103" y="115"/>
                    <a:pt x="6860" y="0"/>
                  </a:cubicBezTo>
                  <a:cubicBezTo>
                    <a:pt x="6663" y="53"/>
                    <a:pt x="6491" y="115"/>
                    <a:pt x="6422" y="205"/>
                  </a:cubicBezTo>
                  <a:cubicBezTo>
                    <a:pt x="6211" y="486"/>
                    <a:pt x="4423" y="541"/>
                    <a:pt x="4001" y="934"/>
                  </a:cubicBezTo>
                  <a:cubicBezTo>
                    <a:pt x="3580" y="1327"/>
                    <a:pt x="2316" y="1271"/>
                    <a:pt x="2000" y="1271"/>
                  </a:cubicBezTo>
                  <a:cubicBezTo>
                    <a:pt x="1682" y="1271"/>
                    <a:pt x="631" y="1327"/>
                    <a:pt x="525" y="1720"/>
                  </a:cubicBezTo>
                  <a:cubicBezTo>
                    <a:pt x="422" y="2112"/>
                    <a:pt x="0" y="3682"/>
                    <a:pt x="0" y="3964"/>
                  </a:cubicBezTo>
                  <a:cubicBezTo>
                    <a:pt x="0" y="4243"/>
                    <a:pt x="1473" y="5140"/>
                    <a:pt x="2000" y="5252"/>
                  </a:cubicBezTo>
                  <a:cubicBezTo>
                    <a:pt x="2526" y="5364"/>
                    <a:pt x="1893" y="6037"/>
                    <a:pt x="2526" y="6205"/>
                  </a:cubicBezTo>
                  <a:cubicBezTo>
                    <a:pt x="3159" y="6373"/>
                    <a:pt x="2737" y="6935"/>
                    <a:pt x="2421" y="6878"/>
                  </a:cubicBezTo>
                  <a:cubicBezTo>
                    <a:pt x="2104" y="6822"/>
                    <a:pt x="2632" y="7608"/>
                    <a:pt x="2000" y="7887"/>
                  </a:cubicBezTo>
                  <a:cubicBezTo>
                    <a:pt x="1367" y="8168"/>
                    <a:pt x="1893" y="8898"/>
                    <a:pt x="2948" y="9403"/>
                  </a:cubicBezTo>
                  <a:cubicBezTo>
                    <a:pt x="4001" y="9907"/>
                    <a:pt x="4001" y="10692"/>
                    <a:pt x="4001" y="11141"/>
                  </a:cubicBezTo>
                  <a:cubicBezTo>
                    <a:pt x="4001" y="11589"/>
                    <a:pt x="4843" y="11646"/>
                    <a:pt x="4843" y="12205"/>
                  </a:cubicBezTo>
                  <a:cubicBezTo>
                    <a:pt x="4843" y="12205"/>
                    <a:pt x="3584" y="14651"/>
                    <a:pt x="2555" y="14546"/>
                  </a:cubicBezTo>
                  <a:cubicBezTo>
                    <a:pt x="2335" y="15157"/>
                    <a:pt x="2058" y="16117"/>
                    <a:pt x="1804" y="16638"/>
                  </a:cubicBezTo>
                  <a:cubicBezTo>
                    <a:pt x="1489" y="17289"/>
                    <a:pt x="1254" y="17855"/>
                    <a:pt x="1963" y="17898"/>
                  </a:cubicBezTo>
                  <a:cubicBezTo>
                    <a:pt x="2672" y="17940"/>
                    <a:pt x="4092" y="18800"/>
                    <a:pt x="5471" y="19724"/>
                  </a:cubicBezTo>
                  <a:cubicBezTo>
                    <a:pt x="5807" y="19950"/>
                    <a:pt x="6066" y="20186"/>
                    <a:pt x="6268" y="20427"/>
                  </a:cubicBezTo>
                  <a:cubicBezTo>
                    <a:pt x="6746" y="20413"/>
                    <a:pt x="7280" y="20428"/>
                    <a:pt x="7816" y="20483"/>
                  </a:cubicBezTo>
                  <a:cubicBezTo>
                    <a:pt x="8864" y="20587"/>
                    <a:pt x="9126" y="21041"/>
                    <a:pt x="9126" y="21320"/>
                  </a:cubicBezTo>
                  <a:cubicBezTo>
                    <a:pt x="9126" y="21600"/>
                    <a:pt x="10900" y="21495"/>
                    <a:pt x="11227" y="21459"/>
                  </a:cubicBezTo>
                  <a:cubicBezTo>
                    <a:pt x="11478" y="21433"/>
                    <a:pt x="11156" y="21039"/>
                    <a:pt x="12049" y="20887"/>
                  </a:cubicBezTo>
                  <a:cubicBezTo>
                    <a:pt x="11512" y="20481"/>
                    <a:pt x="10121" y="19989"/>
                    <a:pt x="8979" y="19934"/>
                  </a:cubicBezTo>
                  <a:cubicBezTo>
                    <a:pt x="7640" y="19871"/>
                    <a:pt x="7008" y="18800"/>
                    <a:pt x="7127" y="18318"/>
                  </a:cubicBezTo>
                  <a:cubicBezTo>
                    <a:pt x="7245" y="17835"/>
                    <a:pt x="6141" y="17415"/>
                    <a:pt x="6141" y="16995"/>
                  </a:cubicBezTo>
                  <a:cubicBezTo>
                    <a:pt x="6141" y="16574"/>
                    <a:pt x="5352" y="16554"/>
                    <a:pt x="4447" y="16323"/>
                  </a:cubicBezTo>
                  <a:cubicBezTo>
                    <a:pt x="3539" y="16091"/>
                    <a:pt x="4642" y="14664"/>
                    <a:pt x="4762" y="14055"/>
                  </a:cubicBezTo>
                  <a:cubicBezTo>
                    <a:pt x="4878" y="13446"/>
                    <a:pt x="6772" y="11703"/>
                    <a:pt x="6222" y="11157"/>
                  </a:cubicBezTo>
                  <a:cubicBezTo>
                    <a:pt x="5669" y="10612"/>
                    <a:pt x="8152" y="10191"/>
                    <a:pt x="8469" y="10799"/>
                  </a:cubicBezTo>
                  <a:cubicBezTo>
                    <a:pt x="8784" y="11409"/>
                    <a:pt x="8901" y="11703"/>
                    <a:pt x="10480" y="11661"/>
                  </a:cubicBezTo>
                  <a:cubicBezTo>
                    <a:pt x="12056" y="11620"/>
                    <a:pt x="12056" y="12270"/>
                    <a:pt x="13318" y="12460"/>
                  </a:cubicBezTo>
                  <a:cubicBezTo>
                    <a:pt x="13392" y="12470"/>
                    <a:pt x="13443" y="12489"/>
                    <a:pt x="13504" y="12503"/>
                  </a:cubicBezTo>
                  <a:cubicBezTo>
                    <a:pt x="13512" y="12490"/>
                    <a:pt x="13520" y="12473"/>
                    <a:pt x="13530" y="12460"/>
                  </a:cubicBezTo>
                  <a:cubicBezTo>
                    <a:pt x="13871" y="11976"/>
                    <a:pt x="13187" y="11976"/>
                    <a:pt x="13187" y="1136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1" name="Shape 3297"/>
            <p:cNvSpPr/>
            <p:nvPr/>
          </p:nvSpPr>
          <p:spPr>
            <a:xfrm>
              <a:off x="10996948" y="3167598"/>
              <a:ext cx="570181" cy="464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4" h="21220" extrusionOk="0">
                  <a:moveTo>
                    <a:pt x="246" y="4251"/>
                  </a:moveTo>
                  <a:cubicBezTo>
                    <a:pt x="395" y="4736"/>
                    <a:pt x="544" y="6435"/>
                    <a:pt x="197" y="7104"/>
                  </a:cubicBezTo>
                  <a:cubicBezTo>
                    <a:pt x="-149" y="7771"/>
                    <a:pt x="0" y="7953"/>
                    <a:pt x="345" y="8195"/>
                  </a:cubicBezTo>
                  <a:cubicBezTo>
                    <a:pt x="693" y="8439"/>
                    <a:pt x="841" y="9045"/>
                    <a:pt x="841" y="9531"/>
                  </a:cubicBezTo>
                  <a:cubicBezTo>
                    <a:pt x="841" y="10016"/>
                    <a:pt x="1089" y="9956"/>
                    <a:pt x="1139" y="10988"/>
                  </a:cubicBezTo>
                  <a:cubicBezTo>
                    <a:pt x="1188" y="12020"/>
                    <a:pt x="1386" y="12747"/>
                    <a:pt x="1683" y="13172"/>
                  </a:cubicBezTo>
                  <a:cubicBezTo>
                    <a:pt x="1916" y="13505"/>
                    <a:pt x="1873" y="14015"/>
                    <a:pt x="1751" y="14398"/>
                  </a:cubicBezTo>
                  <a:cubicBezTo>
                    <a:pt x="2166" y="14774"/>
                    <a:pt x="2633" y="15137"/>
                    <a:pt x="3043" y="15317"/>
                  </a:cubicBezTo>
                  <a:cubicBezTo>
                    <a:pt x="4076" y="15770"/>
                    <a:pt x="4447" y="16130"/>
                    <a:pt x="4518" y="16583"/>
                  </a:cubicBezTo>
                  <a:cubicBezTo>
                    <a:pt x="4593" y="17035"/>
                    <a:pt x="5478" y="17849"/>
                    <a:pt x="5701" y="17216"/>
                  </a:cubicBezTo>
                  <a:cubicBezTo>
                    <a:pt x="5921" y="16585"/>
                    <a:pt x="6512" y="16945"/>
                    <a:pt x="6954" y="16945"/>
                  </a:cubicBezTo>
                  <a:cubicBezTo>
                    <a:pt x="7398" y="16945"/>
                    <a:pt x="7472" y="17578"/>
                    <a:pt x="7543" y="17939"/>
                  </a:cubicBezTo>
                  <a:cubicBezTo>
                    <a:pt x="7619" y="18301"/>
                    <a:pt x="8650" y="18121"/>
                    <a:pt x="9021" y="18391"/>
                  </a:cubicBezTo>
                  <a:cubicBezTo>
                    <a:pt x="9389" y="18662"/>
                    <a:pt x="9537" y="19657"/>
                    <a:pt x="10053" y="20018"/>
                  </a:cubicBezTo>
                  <a:cubicBezTo>
                    <a:pt x="10571" y="20378"/>
                    <a:pt x="11012" y="19566"/>
                    <a:pt x="11383" y="19837"/>
                  </a:cubicBezTo>
                  <a:cubicBezTo>
                    <a:pt x="11750" y="20109"/>
                    <a:pt x="12711" y="20378"/>
                    <a:pt x="13301" y="20109"/>
                  </a:cubicBezTo>
                  <a:cubicBezTo>
                    <a:pt x="13889" y="19837"/>
                    <a:pt x="14260" y="20378"/>
                    <a:pt x="14998" y="20291"/>
                  </a:cubicBezTo>
                  <a:cubicBezTo>
                    <a:pt x="15734" y="20199"/>
                    <a:pt x="16694" y="20559"/>
                    <a:pt x="16915" y="20832"/>
                  </a:cubicBezTo>
                  <a:cubicBezTo>
                    <a:pt x="17032" y="20974"/>
                    <a:pt x="17656" y="21116"/>
                    <a:pt x="18225" y="21220"/>
                  </a:cubicBezTo>
                  <a:cubicBezTo>
                    <a:pt x="18371" y="20849"/>
                    <a:pt x="18085" y="19704"/>
                    <a:pt x="18131" y="19423"/>
                  </a:cubicBezTo>
                  <a:cubicBezTo>
                    <a:pt x="18180" y="19121"/>
                    <a:pt x="19914" y="17238"/>
                    <a:pt x="20211" y="16813"/>
                  </a:cubicBezTo>
                  <a:cubicBezTo>
                    <a:pt x="20509" y="16389"/>
                    <a:pt x="20956" y="16389"/>
                    <a:pt x="21202" y="15843"/>
                  </a:cubicBezTo>
                  <a:cubicBezTo>
                    <a:pt x="21451" y="15297"/>
                    <a:pt x="20509" y="13537"/>
                    <a:pt x="20312" y="13172"/>
                  </a:cubicBezTo>
                  <a:cubicBezTo>
                    <a:pt x="20113" y="12808"/>
                    <a:pt x="20014" y="11352"/>
                    <a:pt x="20163" y="10744"/>
                  </a:cubicBezTo>
                  <a:cubicBezTo>
                    <a:pt x="20312" y="10138"/>
                    <a:pt x="19419" y="9773"/>
                    <a:pt x="19419" y="9349"/>
                  </a:cubicBezTo>
                  <a:cubicBezTo>
                    <a:pt x="19419" y="8924"/>
                    <a:pt x="20262" y="8195"/>
                    <a:pt x="20707" y="7953"/>
                  </a:cubicBezTo>
                  <a:cubicBezTo>
                    <a:pt x="21154" y="7710"/>
                    <a:pt x="21004" y="6010"/>
                    <a:pt x="20609" y="5586"/>
                  </a:cubicBezTo>
                  <a:cubicBezTo>
                    <a:pt x="20211" y="5161"/>
                    <a:pt x="20014" y="4372"/>
                    <a:pt x="20262" y="3523"/>
                  </a:cubicBezTo>
                  <a:cubicBezTo>
                    <a:pt x="20509" y="2674"/>
                    <a:pt x="18776" y="2006"/>
                    <a:pt x="18528" y="2006"/>
                  </a:cubicBezTo>
                  <a:cubicBezTo>
                    <a:pt x="18486" y="2006"/>
                    <a:pt x="18462" y="1952"/>
                    <a:pt x="18445" y="1880"/>
                  </a:cubicBezTo>
                  <a:cubicBezTo>
                    <a:pt x="16897" y="2231"/>
                    <a:pt x="12937" y="1726"/>
                    <a:pt x="12637" y="1580"/>
                  </a:cubicBezTo>
                  <a:cubicBezTo>
                    <a:pt x="12441" y="1484"/>
                    <a:pt x="11939" y="1263"/>
                    <a:pt x="11507" y="1074"/>
                  </a:cubicBezTo>
                  <a:cubicBezTo>
                    <a:pt x="11311" y="1476"/>
                    <a:pt x="10902" y="1844"/>
                    <a:pt x="10285" y="1844"/>
                  </a:cubicBezTo>
                  <a:cubicBezTo>
                    <a:pt x="9330" y="1844"/>
                    <a:pt x="9263" y="670"/>
                    <a:pt x="9230" y="145"/>
                  </a:cubicBezTo>
                  <a:cubicBezTo>
                    <a:pt x="9198" y="-380"/>
                    <a:pt x="5366" y="591"/>
                    <a:pt x="4340" y="1844"/>
                  </a:cubicBezTo>
                  <a:cubicBezTo>
                    <a:pt x="3318" y="3099"/>
                    <a:pt x="939" y="2612"/>
                    <a:pt x="874" y="3300"/>
                  </a:cubicBezTo>
                  <a:cubicBezTo>
                    <a:pt x="825" y="3800"/>
                    <a:pt x="469" y="4059"/>
                    <a:pt x="236" y="3919"/>
                  </a:cubicBezTo>
                  <a:cubicBezTo>
                    <a:pt x="220" y="4041"/>
                    <a:pt x="216" y="4156"/>
                    <a:pt x="246" y="425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2" name="Shape 3298"/>
            <p:cNvSpPr/>
            <p:nvPr/>
          </p:nvSpPr>
          <p:spPr>
            <a:xfrm>
              <a:off x="11076635" y="3924635"/>
              <a:ext cx="213267" cy="2028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135" extrusionOk="0">
                  <a:moveTo>
                    <a:pt x="15785" y="19199"/>
                  </a:moveTo>
                  <a:cubicBezTo>
                    <a:pt x="15552" y="17955"/>
                    <a:pt x="19334" y="12243"/>
                    <a:pt x="20280" y="12243"/>
                  </a:cubicBezTo>
                  <a:cubicBezTo>
                    <a:pt x="21066" y="12243"/>
                    <a:pt x="21361" y="6755"/>
                    <a:pt x="21029" y="3903"/>
                  </a:cubicBezTo>
                  <a:cubicBezTo>
                    <a:pt x="18094" y="1775"/>
                    <a:pt x="15658" y="1049"/>
                    <a:pt x="15658" y="1049"/>
                  </a:cubicBezTo>
                  <a:cubicBezTo>
                    <a:pt x="15658" y="1049"/>
                    <a:pt x="7779" y="640"/>
                    <a:pt x="6464" y="84"/>
                  </a:cubicBezTo>
                  <a:cubicBezTo>
                    <a:pt x="5151" y="-465"/>
                    <a:pt x="3837" y="1882"/>
                    <a:pt x="2655" y="916"/>
                  </a:cubicBezTo>
                  <a:cubicBezTo>
                    <a:pt x="1472" y="-49"/>
                    <a:pt x="-239" y="1189"/>
                    <a:pt x="27" y="2570"/>
                  </a:cubicBezTo>
                  <a:cubicBezTo>
                    <a:pt x="290" y="3948"/>
                    <a:pt x="2784" y="4780"/>
                    <a:pt x="2784" y="6847"/>
                  </a:cubicBezTo>
                  <a:cubicBezTo>
                    <a:pt x="2784" y="8913"/>
                    <a:pt x="7779" y="11951"/>
                    <a:pt x="7646" y="13053"/>
                  </a:cubicBezTo>
                  <a:cubicBezTo>
                    <a:pt x="7557" y="13828"/>
                    <a:pt x="10640" y="15930"/>
                    <a:pt x="12484" y="18765"/>
                  </a:cubicBezTo>
                  <a:cubicBezTo>
                    <a:pt x="13465" y="19415"/>
                    <a:pt x="14507" y="20264"/>
                    <a:pt x="15540" y="21135"/>
                  </a:cubicBezTo>
                  <a:cubicBezTo>
                    <a:pt x="15745" y="20225"/>
                    <a:pt x="15845" y="19514"/>
                    <a:pt x="15785" y="1919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3" name="Shape 3299"/>
            <p:cNvSpPr/>
            <p:nvPr/>
          </p:nvSpPr>
          <p:spPr>
            <a:xfrm>
              <a:off x="10957103" y="3825025"/>
              <a:ext cx="320717" cy="279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517" y="17366"/>
                  </a:moveTo>
                  <a:cubicBezTo>
                    <a:pt x="12608" y="16550"/>
                    <a:pt x="9218" y="14298"/>
                    <a:pt x="9218" y="12766"/>
                  </a:cubicBezTo>
                  <a:cubicBezTo>
                    <a:pt x="9218" y="11234"/>
                    <a:pt x="7525" y="10618"/>
                    <a:pt x="7347" y="9596"/>
                  </a:cubicBezTo>
                  <a:cubicBezTo>
                    <a:pt x="7166" y="8573"/>
                    <a:pt x="8327" y="7655"/>
                    <a:pt x="9130" y="8370"/>
                  </a:cubicBezTo>
                  <a:cubicBezTo>
                    <a:pt x="9932" y="9086"/>
                    <a:pt x="10824" y="7347"/>
                    <a:pt x="11715" y="7754"/>
                  </a:cubicBezTo>
                  <a:cubicBezTo>
                    <a:pt x="12608" y="8166"/>
                    <a:pt x="17955" y="8469"/>
                    <a:pt x="17955" y="8469"/>
                  </a:cubicBezTo>
                  <a:cubicBezTo>
                    <a:pt x="17955" y="8469"/>
                    <a:pt x="19608" y="9007"/>
                    <a:pt x="21600" y="10584"/>
                  </a:cubicBezTo>
                  <a:cubicBezTo>
                    <a:pt x="21557" y="10159"/>
                    <a:pt x="21494" y="9804"/>
                    <a:pt x="21411" y="9590"/>
                  </a:cubicBezTo>
                  <a:cubicBezTo>
                    <a:pt x="20933" y="8299"/>
                    <a:pt x="21411" y="6830"/>
                    <a:pt x="20129" y="6279"/>
                  </a:cubicBezTo>
                  <a:cubicBezTo>
                    <a:pt x="19467" y="5993"/>
                    <a:pt x="19190" y="4681"/>
                    <a:pt x="19075" y="3476"/>
                  </a:cubicBezTo>
                  <a:cubicBezTo>
                    <a:pt x="18471" y="3687"/>
                    <a:pt x="17959" y="3860"/>
                    <a:pt x="17680" y="3941"/>
                  </a:cubicBezTo>
                  <a:cubicBezTo>
                    <a:pt x="16613" y="4247"/>
                    <a:pt x="14345" y="4092"/>
                    <a:pt x="13546" y="2868"/>
                  </a:cubicBezTo>
                  <a:cubicBezTo>
                    <a:pt x="12950" y="1957"/>
                    <a:pt x="11095" y="621"/>
                    <a:pt x="10187" y="0"/>
                  </a:cubicBezTo>
                  <a:cubicBezTo>
                    <a:pt x="9814" y="373"/>
                    <a:pt x="8392" y="1771"/>
                    <a:pt x="7773" y="1853"/>
                  </a:cubicBezTo>
                  <a:cubicBezTo>
                    <a:pt x="7055" y="1957"/>
                    <a:pt x="7504" y="4115"/>
                    <a:pt x="6786" y="4115"/>
                  </a:cubicBezTo>
                  <a:cubicBezTo>
                    <a:pt x="6069" y="4115"/>
                    <a:pt x="5532" y="5552"/>
                    <a:pt x="5354" y="6168"/>
                  </a:cubicBezTo>
                  <a:cubicBezTo>
                    <a:pt x="5176" y="6785"/>
                    <a:pt x="3565" y="5756"/>
                    <a:pt x="2847" y="6065"/>
                  </a:cubicBezTo>
                  <a:cubicBezTo>
                    <a:pt x="2335" y="6288"/>
                    <a:pt x="824" y="6557"/>
                    <a:pt x="0" y="6695"/>
                  </a:cubicBezTo>
                  <a:cubicBezTo>
                    <a:pt x="126" y="7630"/>
                    <a:pt x="77" y="8668"/>
                    <a:pt x="729" y="8668"/>
                  </a:cubicBezTo>
                  <a:cubicBezTo>
                    <a:pt x="1803" y="8668"/>
                    <a:pt x="3775" y="8533"/>
                    <a:pt x="3834" y="10175"/>
                  </a:cubicBezTo>
                  <a:cubicBezTo>
                    <a:pt x="3890" y="11817"/>
                    <a:pt x="6460" y="15448"/>
                    <a:pt x="7411" y="16680"/>
                  </a:cubicBezTo>
                  <a:cubicBezTo>
                    <a:pt x="8366" y="17913"/>
                    <a:pt x="10519" y="17641"/>
                    <a:pt x="10636" y="18667"/>
                  </a:cubicBezTo>
                  <a:cubicBezTo>
                    <a:pt x="10757" y="19695"/>
                    <a:pt x="12310" y="20651"/>
                    <a:pt x="14103" y="20788"/>
                  </a:cubicBezTo>
                  <a:cubicBezTo>
                    <a:pt x="14589" y="20826"/>
                    <a:pt x="15173" y="21148"/>
                    <a:pt x="15801" y="21600"/>
                  </a:cubicBezTo>
                  <a:cubicBezTo>
                    <a:pt x="14549" y="19499"/>
                    <a:pt x="12457" y="17940"/>
                    <a:pt x="12517" y="1736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4" name="Shape 3300"/>
            <p:cNvSpPr/>
            <p:nvPr/>
          </p:nvSpPr>
          <p:spPr>
            <a:xfrm>
              <a:off x="11275855" y="4123854"/>
              <a:ext cx="108931" cy="219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6" h="21600" extrusionOk="0">
                  <a:moveTo>
                    <a:pt x="13714" y="18418"/>
                  </a:moveTo>
                  <a:cubicBezTo>
                    <a:pt x="16255" y="18161"/>
                    <a:pt x="14729" y="17113"/>
                    <a:pt x="16511" y="16198"/>
                  </a:cubicBezTo>
                  <a:cubicBezTo>
                    <a:pt x="18285" y="15285"/>
                    <a:pt x="20320" y="13457"/>
                    <a:pt x="20581" y="12804"/>
                  </a:cubicBezTo>
                  <a:cubicBezTo>
                    <a:pt x="20610" y="12733"/>
                    <a:pt x="20703" y="12684"/>
                    <a:pt x="20826" y="12641"/>
                  </a:cubicBezTo>
                  <a:cubicBezTo>
                    <a:pt x="17374" y="11308"/>
                    <a:pt x="14956" y="10352"/>
                    <a:pt x="14194" y="8985"/>
                  </a:cubicBezTo>
                  <a:cubicBezTo>
                    <a:pt x="13420" y="7589"/>
                    <a:pt x="14224" y="4861"/>
                    <a:pt x="15436" y="2870"/>
                  </a:cubicBezTo>
                  <a:cubicBezTo>
                    <a:pt x="13465" y="2152"/>
                    <a:pt x="7406" y="0"/>
                    <a:pt x="5501" y="0"/>
                  </a:cubicBezTo>
                  <a:cubicBezTo>
                    <a:pt x="3619" y="0"/>
                    <a:pt x="718" y="2152"/>
                    <a:pt x="0" y="4218"/>
                  </a:cubicBezTo>
                  <a:cubicBezTo>
                    <a:pt x="4448" y="5437"/>
                    <a:pt x="6197" y="6303"/>
                    <a:pt x="3117" y="7886"/>
                  </a:cubicBezTo>
                  <a:cubicBezTo>
                    <a:pt x="-93" y="9540"/>
                    <a:pt x="-774" y="15113"/>
                    <a:pt x="2778" y="16590"/>
                  </a:cubicBezTo>
                  <a:cubicBezTo>
                    <a:pt x="6163" y="18000"/>
                    <a:pt x="7138" y="20799"/>
                    <a:pt x="10418" y="21600"/>
                  </a:cubicBezTo>
                  <a:cubicBezTo>
                    <a:pt x="11345" y="20192"/>
                    <a:pt x="12040" y="18596"/>
                    <a:pt x="13714" y="1841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5" name="Shape 3301"/>
            <p:cNvSpPr/>
            <p:nvPr/>
          </p:nvSpPr>
          <p:spPr>
            <a:xfrm>
              <a:off x="10718039" y="3645727"/>
              <a:ext cx="441117" cy="200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600" extrusionOk="0">
                  <a:moveTo>
                    <a:pt x="18043" y="1923"/>
                  </a:moveTo>
                  <a:cubicBezTo>
                    <a:pt x="17276" y="0"/>
                    <a:pt x="15356" y="0"/>
                    <a:pt x="15356" y="0"/>
                  </a:cubicBezTo>
                  <a:cubicBezTo>
                    <a:pt x="15356" y="0"/>
                    <a:pt x="15162" y="1923"/>
                    <a:pt x="14874" y="2985"/>
                  </a:cubicBezTo>
                  <a:cubicBezTo>
                    <a:pt x="14632" y="3879"/>
                    <a:pt x="13236" y="3866"/>
                    <a:pt x="12342" y="3330"/>
                  </a:cubicBezTo>
                  <a:cubicBezTo>
                    <a:pt x="12088" y="4067"/>
                    <a:pt x="10927" y="4643"/>
                    <a:pt x="10765" y="5709"/>
                  </a:cubicBezTo>
                  <a:cubicBezTo>
                    <a:pt x="10572" y="6998"/>
                    <a:pt x="9153" y="6283"/>
                    <a:pt x="9605" y="9717"/>
                  </a:cubicBezTo>
                  <a:cubicBezTo>
                    <a:pt x="10056" y="13154"/>
                    <a:pt x="8896" y="12009"/>
                    <a:pt x="8444" y="11580"/>
                  </a:cubicBezTo>
                  <a:cubicBezTo>
                    <a:pt x="7992" y="11149"/>
                    <a:pt x="5993" y="11720"/>
                    <a:pt x="5477" y="12864"/>
                  </a:cubicBezTo>
                  <a:cubicBezTo>
                    <a:pt x="4960" y="14012"/>
                    <a:pt x="4250" y="13724"/>
                    <a:pt x="3799" y="13154"/>
                  </a:cubicBezTo>
                  <a:cubicBezTo>
                    <a:pt x="3348" y="12583"/>
                    <a:pt x="2445" y="12294"/>
                    <a:pt x="2057" y="13724"/>
                  </a:cubicBezTo>
                  <a:cubicBezTo>
                    <a:pt x="1670" y="15157"/>
                    <a:pt x="960" y="12583"/>
                    <a:pt x="380" y="12723"/>
                  </a:cubicBezTo>
                  <a:cubicBezTo>
                    <a:pt x="-201" y="12864"/>
                    <a:pt x="57" y="15586"/>
                    <a:pt x="57" y="16160"/>
                  </a:cubicBezTo>
                  <a:cubicBezTo>
                    <a:pt x="57" y="16731"/>
                    <a:pt x="960" y="18449"/>
                    <a:pt x="1541" y="17878"/>
                  </a:cubicBezTo>
                  <a:cubicBezTo>
                    <a:pt x="2121" y="17305"/>
                    <a:pt x="2831" y="18019"/>
                    <a:pt x="3348" y="18737"/>
                  </a:cubicBezTo>
                  <a:cubicBezTo>
                    <a:pt x="3863" y="19452"/>
                    <a:pt x="4831" y="18163"/>
                    <a:pt x="5154" y="17448"/>
                  </a:cubicBezTo>
                  <a:cubicBezTo>
                    <a:pt x="5477" y="16731"/>
                    <a:pt x="7283" y="16731"/>
                    <a:pt x="7476" y="16731"/>
                  </a:cubicBezTo>
                  <a:cubicBezTo>
                    <a:pt x="7670" y="16731"/>
                    <a:pt x="7733" y="19023"/>
                    <a:pt x="8057" y="19452"/>
                  </a:cubicBezTo>
                  <a:cubicBezTo>
                    <a:pt x="8379" y="19882"/>
                    <a:pt x="9605" y="20170"/>
                    <a:pt x="10702" y="20311"/>
                  </a:cubicBezTo>
                  <a:cubicBezTo>
                    <a:pt x="11798" y="20452"/>
                    <a:pt x="13411" y="21600"/>
                    <a:pt x="13927" y="21600"/>
                  </a:cubicBezTo>
                  <a:cubicBezTo>
                    <a:pt x="14443" y="21600"/>
                    <a:pt x="15281" y="19593"/>
                    <a:pt x="16441" y="19593"/>
                  </a:cubicBezTo>
                  <a:cubicBezTo>
                    <a:pt x="17602" y="19593"/>
                    <a:pt x="18248" y="18019"/>
                    <a:pt x="18441" y="18163"/>
                  </a:cubicBezTo>
                  <a:cubicBezTo>
                    <a:pt x="18446" y="18166"/>
                    <a:pt x="18451" y="18179"/>
                    <a:pt x="18452" y="18185"/>
                  </a:cubicBezTo>
                  <a:cubicBezTo>
                    <a:pt x="18536" y="17386"/>
                    <a:pt x="18672" y="16743"/>
                    <a:pt x="18923" y="16665"/>
                  </a:cubicBezTo>
                  <a:cubicBezTo>
                    <a:pt x="19395" y="16517"/>
                    <a:pt x="19057" y="14721"/>
                    <a:pt x="19395" y="13827"/>
                  </a:cubicBezTo>
                  <a:cubicBezTo>
                    <a:pt x="19731" y="12934"/>
                    <a:pt x="19125" y="11140"/>
                    <a:pt x="19731" y="11287"/>
                  </a:cubicBezTo>
                  <a:cubicBezTo>
                    <a:pt x="20336" y="11438"/>
                    <a:pt x="21009" y="11588"/>
                    <a:pt x="21009" y="9648"/>
                  </a:cubicBezTo>
                  <a:cubicBezTo>
                    <a:pt x="21009" y="8992"/>
                    <a:pt x="21169" y="8415"/>
                    <a:pt x="21399" y="7932"/>
                  </a:cubicBezTo>
                  <a:cubicBezTo>
                    <a:pt x="20734" y="5863"/>
                    <a:pt x="20256" y="2558"/>
                    <a:pt x="20256" y="2558"/>
                  </a:cubicBezTo>
                  <a:cubicBezTo>
                    <a:pt x="20256" y="2558"/>
                    <a:pt x="18815" y="3841"/>
                    <a:pt x="18043" y="192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6" name="Shape 3302"/>
            <p:cNvSpPr/>
            <p:nvPr/>
          </p:nvSpPr>
          <p:spPr>
            <a:xfrm>
              <a:off x="11096557" y="3665649"/>
              <a:ext cx="386743" cy="217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1" h="21196" extrusionOk="0">
                  <a:moveTo>
                    <a:pt x="20792" y="3896"/>
                  </a:moveTo>
                  <a:cubicBezTo>
                    <a:pt x="20537" y="3748"/>
                    <a:pt x="20259" y="3439"/>
                    <a:pt x="20015" y="3059"/>
                  </a:cubicBezTo>
                  <a:cubicBezTo>
                    <a:pt x="19092" y="2699"/>
                    <a:pt x="18201" y="2222"/>
                    <a:pt x="17929" y="1743"/>
                  </a:cubicBezTo>
                  <a:cubicBezTo>
                    <a:pt x="17383" y="782"/>
                    <a:pt x="15195" y="200"/>
                    <a:pt x="14865" y="8"/>
                  </a:cubicBezTo>
                  <a:cubicBezTo>
                    <a:pt x="14538" y="-188"/>
                    <a:pt x="12455" y="3478"/>
                    <a:pt x="11797" y="3478"/>
                  </a:cubicBezTo>
                  <a:cubicBezTo>
                    <a:pt x="11140" y="3478"/>
                    <a:pt x="8293" y="4057"/>
                    <a:pt x="8293" y="5404"/>
                  </a:cubicBezTo>
                  <a:cubicBezTo>
                    <a:pt x="8293" y="6757"/>
                    <a:pt x="4793" y="6952"/>
                    <a:pt x="3805" y="5404"/>
                  </a:cubicBezTo>
                  <a:cubicBezTo>
                    <a:pt x="3649" y="5160"/>
                    <a:pt x="3501" y="4835"/>
                    <a:pt x="3358" y="4482"/>
                  </a:cubicBezTo>
                  <a:cubicBezTo>
                    <a:pt x="3096" y="4919"/>
                    <a:pt x="2914" y="5441"/>
                    <a:pt x="2914" y="6034"/>
                  </a:cubicBezTo>
                  <a:cubicBezTo>
                    <a:pt x="2914" y="7789"/>
                    <a:pt x="2147" y="7653"/>
                    <a:pt x="1457" y="7517"/>
                  </a:cubicBezTo>
                  <a:cubicBezTo>
                    <a:pt x="767" y="7383"/>
                    <a:pt x="1457" y="9006"/>
                    <a:pt x="1075" y="9814"/>
                  </a:cubicBezTo>
                  <a:cubicBezTo>
                    <a:pt x="689" y="10622"/>
                    <a:pt x="1075" y="12247"/>
                    <a:pt x="537" y="12380"/>
                  </a:cubicBezTo>
                  <a:cubicBezTo>
                    <a:pt x="251" y="12451"/>
                    <a:pt x="96" y="13033"/>
                    <a:pt x="0" y="13755"/>
                  </a:cubicBezTo>
                  <a:cubicBezTo>
                    <a:pt x="231" y="13949"/>
                    <a:pt x="796" y="15937"/>
                    <a:pt x="796" y="15937"/>
                  </a:cubicBezTo>
                  <a:cubicBezTo>
                    <a:pt x="796" y="15937"/>
                    <a:pt x="767" y="15985"/>
                    <a:pt x="721" y="16058"/>
                  </a:cubicBezTo>
                  <a:cubicBezTo>
                    <a:pt x="1466" y="16841"/>
                    <a:pt x="2988" y="18525"/>
                    <a:pt x="3477" y="19674"/>
                  </a:cubicBezTo>
                  <a:cubicBezTo>
                    <a:pt x="4133" y="21217"/>
                    <a:pt x="5995" y="21412"/>
                    <a:pt x="6871" y="21027"/>
                  </a:cubicBezTo>
                  <a:cubicBezTo>
                    <a:pt x="7747" y="20644"/>
                    <a:pt x="11470" y="18519"/>
                    <a:pt x="11470" y="18519"/>
                  </a:cubicBezTo>
                  <a:cubicBezTo>
                    <a:pt x="11470" y="18519"/>
                    <a:pt x="12348" y="19098"/>
                    <a:pt x="12894" y="19289"/>
                  </a:cubicBezTo>
                  <a:cubicBezTo>
                    <a:pt x="13022" y="19337"/>
                    <a:pt x="13372" y="19435"/>
                    <a:pt x="13826" y="19558"/>
                  </a:cubicBezTo>
                  <a:cubicBezTo>
                    <a:pt x="14093" y="19067"/>
                    <a:pt x="14916" y="18653"/>
                    <a:pt x="15794" y="17102"/>
                  </a:cubicBezTo>
                  <a:cubicBezTo>
                    <a:pt x="16822" y="15290"/>
                    <a:pt x="18367" y="8815"/>
                    <a:pt x="18808" y="8299"/>
                  </a:cubicBezTo>
                  <a:cubicBezTo>
                    <a:pt x="19249" y="7781"/>
                    <a:pt x="20427" y="6615"/>
                    <a:pt x="21014" y="5839"/>
                  </a:cubicBezTo>
                  <a:cubicBezTo>
                    <a:pt x="21600" y="5061"/>
                    <a:pt x="21455" y="4284"/>
                    <a:pt x="20792" y="389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7" name="Shape 3303"/>
            <p:cNvSpPr/>
            <p:nvPr/>
          </p:nvSpPr>
          <p:spPr>
            <a:xfrm>
              <a:off x="10877415" y="3486350"/>
              <a:ext cx="369883" cy="192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551" extrusionOk="0">
                  <a:moveTo>
                    <a:pt x="19947" y="9787"/>
                  </a:moveTo>
                  <a:cubicBezTo>
                    <a:pt x="19380" y="9125"/>
                    <a:pt x="17802" y="9566"/>
                    <a:pt x="17687" y="8679"/>
                  </a:cubicBezTo>
                  <a:cubicBezTo>
                    <a:pt x="17578" y="7793"/>
                    <a:pt x="17465" y="6243"/>
                    <a:pt x="16785" y="6243"/>
                  </a:cubicBezTo>
                  <a:cubicBezTo>
                    <a:pt x="16109" y="6243"/>
                    <a:pt x="15205" y="5359"/>
                    <a:pt x="14868" y="6907"/>
                  </a:cubicBezTo>
                  <a:cubicBezTo>
                    <a:pt x="14528" y="8458"/>
                    <a:pt x="13174" y="6464"/>
                    <a:pt x="13060" y="5356"/>
                  </a:cubicBezTo>
                  <a:cubicBezTo>
                    <a:pt x="12950" y="4245"/>
                    <a:pt x="12384" y="3363"/>
                    <a:pt x="10804" y="2252"/>
                  </a:cubicBezTo>
                  <a:cubicBezTo>
                    <a:pt x="10177" y="1812"/>
                    <a:pt x="9463" y="922"/>
                    <a:pt x="8827" y="0"/>
                  </a:cubicBezTo>
                  <a:cubicBezTo>
                    <a:pt x="8776" y="267"/>
                    <a:pt x="8714" y="518"/>
                    <a:pt x="8648" y="714"/>
                  </a:cubicBezTo>
                  <a:cubicBezTo>
                    <a:pt x="8344" y="1610"/>
                    <a:pt x="7284" y="-29"/>
                    <a:pt x="6830" y="863"/>
                  </a:cubicBezTo>
                  <a:cubicBezTo>
                    <a:pt x="6374" y="1757"/>
                    <a:pt x="4859" y="1902"/>
                    <a:pt x="4026" y="3392"/>
                  </a:cubicBezTo>
                  <a:cubicBezTo>
                    <a:pt x="3192" y="4881"/>
                    <a:pt x="1448" y="5624"/>
                    <a:pt x="464" y="6070"/>
                  </a:cubicBezTo>
                  <a:cubicBezTo>
                    <a:pt x="-522" y="6519"/>
                    <a:pt x="313" y="8302"/>
                    <a:pt x="691" y="9640"/>
                  </a:cubicBezTo>
                  <a:cubicBezTo>
                    <a:pt x="1071" y="10976"/>
                    <a:pt x="1071" y="14250"/>
                    <a:pt x="1828" y="15293"/>
                  </a:cubicBezTo>
                  <a:cubicBezTo>
                    <a:pt x="2587" y="16332"/>
                    <a:pt x="5087" y="19457"/>
                    <a:pt x="5390" y="20499"/>
                  </a:cubicBezTo>
                  <a:cubicBezTo>
                    <a:pt x="5441" y="20679"/>
                    <a:pt x="5410" y="20844"/>
                    <a:pt x="5347" y="21001"/>
                  </a:cubicBezTo>
                  <a:cubicBezTo>
                    <a:pt x="6397" y="21558"/>
                    <a:pt x="8037" y="21571"/>
                    <a:pt x="8321" y="20643"/>
                  </a:cubicBezTo>
                  <a:cubicBezTo>
                    <a:pt x="8660" y="19538"/>
                    <a:pt x="8887" y="17541"/>
                    <a:pt x="8887" y="17541"/>
                  </a:cubicBezTo>
                  <a:cubicBezTo>
                    <a:pt x="8887" y="17541"/>
                    <a:pt x="11142" y="17541"/>
                    <a:pt x="12044" y="19538"/>
                  </a:cubicBezTo>
                  <a:cubicBezTo>
                    <a:pt x="12950" y="21532"/>
                    <a:pt x="14643" y="20199"/>
                    <a:pt x="14643" y="20199"/>
                  </a:cubicBezTo>
                  <a:cubicBezTo>
                    <a:pt x="14643" y="20199"/>
                    <a:pt x="14736" y="20763"/>
                    <a:pt x="14888" y="21551"/>
                  </a:cubicBezTo>
                  <a:cubicBezTo>
                    <a:pt x="15132" y="20457"/>
                    <a:pt x="15452" y="19496"/>
                    <a:pt x="15838" y="19382"/>
                  </a:cubicBezTo>
                  <a:cubicBezTo>
                    <a:pt x="16791" y="19117"/>
                    <a:pt x="18147" y="18851"/>
                    <a:pt x="19098" y="16186"/>
                  </a:cubicBezTo>
                  <a:cubicBezTo>
                    <a:pt x="19591" y="14811"/>
                    <a:pt x="20403" y="13719"/>
                    <a:pt x="21078" y="12986"/>
                  </a:cubicBezTo>
                  <a:cubicBezTo>
                    <a:pt x="20621" y="11888"/>
                    <a:pt x="20386" y="10305"/>
                    <a:pt x="19947" y="978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8" name="Shape 3304"/>
            <p:cNvSpPr/>
            <p:nvPr/>
          </p:nvSpPr>
          <p:spPr>
            <a:xfrm>
              <a:off x="11136401" y="3605883"/>
              <a:ext cx="335797" cy="135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54" extrusionOk="0">
                  <a:moveTo>
                    <a:pt x="16029" y="1972"/>
                  </a:moveTo>
                  <a:cubicBezTo>
                    <a:pt x="14755" y="2262"/>
                    <a:pt x="14115" y="468"/>
                    <a:pt x="13100" y="1368"/>
                  </a:cubicBezTo>
                  <a:cubicBezTo>
                    <a:pt x="12080" y="2262"/>
                    <a:pt x="10422" y="1368"/>
                    <a:pt x="9788" y="468"/>
                  </a:cubicBezTo>
                  <a:cubicBezTo>
                    <a:pt x="9147" y="-432"/>
                    <a:pt x="8386" y="2262"/>
                    <a:pt x="7492" y="1068"/>
                  </a:cubicBezTo>
                  <a:cubicBezTo>
                    <a:pt x="7296" y="803"/>
                    <a:pt x="7131" y="424"/>
                    <a:pt x="6987" y="0"/>
                  </a:cubicBezTo>
                  <a:cubicBezTo>
                    <a:pt x="6225" y="993"/>
                    <a:pt x="5309" y="2470"/>
                    <a:pt x="4752" y="4332"/>
                  </a:cubicBezTo>
                  <a:cubicBezTo>
                    <a:pt x="3678" y="7940"/>
                    <a:pt x="2147" y="8301"/>
                    <a:pt x="1072" y="8659"/>
                  </a:cubicBezTo>
                  <a:cubicBezTo>
                    <a:pt x="636" y="8814"/>
                    <a:pt x="275" y="10115"/>
                    <a:pt x="0" y="11597"/>
                  </a:cubicBezTo>
                  <a:cubicBezTo>
                    <a:pt x="350" y="13722"/>
                    <a:pt x="994" y="17159"/>
                    <a:pt x="1760" y="18759"/>
                  </a:cubicBezTo>
                  <a:cubicBezTo>
                    <a:pt x="2908" y="21168"/>
                    <a:pt x="6981" y="20865"/>
                    <a:pt x="6981" y="18759"/>
                  </a:cubicBezTo>
                  <a:cubicBezTo>
                    <a:pt x="6981" y="16664"/>
                    <a:pt x="10293" y="15764"/>
                    <a:pt x="11058" y="15764"/>
                  </a:cubicBezTo>
                  <a:cubicBezTo>
                    <a:pt x="11824" y="15764"/>
                    <a:pt x="14246" y="10062"/>
                    <a:pt x="14627" y="10367"/>
                  </a:cubicBezTo>
                  <a:cubicBezTo>
                    <a:pt x="15011" y="10666"/>
                    <a:pt x="17557" y="11570"/>
                    <a:pt x="18192" y="13065"/>
                  </a:cubicBezTo>
                  <a:cubicBezTo>
                    <a:pt x="18509" y="13811"/>
                    <a:pt x="19545" y="14552"/>
                    <a:pt x="20619" y="15112"/>
                  </a:cubicBezTo>
                  <a:cubicBezTo>
                    <a:pt x="20168" y="14181"/>
                    <a:pt x="19813" y="12973"/>
                    <a:pt x="19813" y="11980"/>
                  </a:cubicBezTo>
                  <a:cubicBezTo>
                    <a:pt x="19813" y="10375"/>
                    <a:pt x="21098" y="6144"/>
                    <a:pt x="21524" y="5337"/>
                  </a:cubicBezTo>
                  <a:cubicBezTo>
                    <a:pt x="21559" y="5275"/>
                    <a:pt x="21575" y="5157"/>
                    <a:pt x="21600" y="5056"/>
                  </a:cubicBezTo>
                  <a:cubicBezTo>
                    <a:pt x="20619" y="4711"/>
                    <a:pt x="19541" y="4240"/>
                    <a:pt x="19339" y="3767"/>
                  </a:cubicBezTo>
                  <a:cubicBezTo>
                    <a:pt x="18958" y="2864"/>
                    <a:pt x="17300" y="1667"/>
                    <a:pt x="16029" y="19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09" name="Shape 3305"/>
            <p:cNvSpPr/>
            <p:nvPr/>
          </p:nvSpPr>
          <p:spPr>
            <a:xfrm>
              <a:off x="9562562" y="4163699"/>
              <a:ext cx="200112" cy="366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55" h="21134" extrusionOk="0">
                  <a:moveTo>
                    <a:pt x="14337" y="17314"/>
                  </a:moveTo>
                  <a:cubicBezTo>
                    <a:pt x="16607" y="17065"/>
                    <a:pt x="13715" y="15944"/>
                    <a:pt x="13094" y="15570"/>
                  </a:cubicBezTo>
                  <a:cubicBezTo>
                    <a:pt x="12473" y="15197"/>
                    <a:pt x="13302" y="13703"/>
                    <a:pt x="14541" y="13703"/>
                  </a:cubicBezTo>
                  <a:cubicBezTo>
                    <a:pt x="15779" y="13703"/>
                    <a:pt x="14541" y="12832"/>
                    <a:pt x="12888" y="11833"/>
                  </a:cubicBezTo>
                  <a:cubicBezTo>
                    <a:pt x="11238" y="10838"/>
                    <a:pt x="12888" y="10464"/>
                    <a:pt x="14337" y="10464"/>
                  </a:cubicBezTo>
                  <a:cubicBezTo>
                    <a:pt x="15779" y="10464"/>
                    <a:pt x="13922" y="8970"/>
                    <a:pt x="15365" y="8099"/>
                  </a:cubicBezTo>
                  <a:cubicBezTo>
                    <a:pt x="16811" y="7225"/>
                    <a:pt x="14951" y="5609"/>
                    <a:pt x="14951" y="4861"/>
                  </a:cubicBezTo>
                  <a:cubicBezTo>
                    <a:pt x="14951" y="4114"/>
                    <a:pt x="17016" y="3866"/>
                    <a:pt x="18671" y="2871"/>
                  </a:cubicBezTo>
                  <a:cubicBezTo>
                    <a:pt x="20322" y="1872"/>
                    <a:pt x="17224" y="2247"/>
                    <a:pt x="17224" y="1500"/>
                  </a:cubicBezTo>
                  <a:cubicBezTo>
                    <a:pt x="17224" y="752"/>
                    <a:pt x="15159" y="502"/>
                    <a:pt x="13715" y="1127"/>
                  </a:cubicBezTo>
                  <a:cubicBezTo>
                    <a:pt x="12266" y="1751"/>
                    <a:pt x="12680" y="1127"/>
                    <a:pt x="11443" y="1127"/>
                  </a:cubicBezTo>
                  <a:cubicBezTo>
                    <a:pt x="10203" y="1127"/>
                    <a:pt x="7930" y="1376"/>
                    <a:pt x="7930" y="628"/>
                  </a:cubicBezTo>
                  <a:cubicBezTo>
                    <a:pt x="7930" y="-122"/>
                    <a:pt x="6900" y="-243"/>
                    <a:pt x="5866" y="502"/>
                  </a:cubicBezTo>
                  <a:cubicBezTo>
                    <a:pt x="5563" y="723"/>
                    <a:pt x="5042" y="841"/>
                    <a:pt x="4338" y="893"/>
                  </a:cubicBezTo>
                  <a:cubicBezTo>
                    <a:pt x="4188" y="1870"/>
                    <a:pt x="4022" y="2781"/>
                    <a:pt x="4494" y="3242"/>
                  </a:cubicBezTo>
                  <a:cubicBezTo>
                    <a:pt x="5597" y="4316"/>
                    <a:pt x="3137" y="9997"/>
                    <a:pt x="930" y="11532"/>
                  </a:cubicBezTo>
                  <a:cubicBezTo>
                    <a:pt x="-1278" y="13067"/>
                    <a:pt x="848" y="13477"/>
                    <a:pt x="3137" y="14552"/>
                  </a:cubicBezTo>
                  <a:cubicBezTo>
                    <a:pt x="5428" y="15626"/>
                    <a:pt x="3902" y="19515"/>
                    <a:pt x="3902" y="20436"/>
                  </a:cubicBezTo>
                  <a:cubicBezTo>
                    <a:pt x="3902" y="21357"/>
                    <a:pt x="5938" y="21102"/>
                    <a:pt x="8313" y="21102"/>
                  </a:cubicBezTo>
                  <a:cubicBezTo>
                    <a:pt x="9729" y="21102"/>
                    <a:pt x="11328" y="20723"/>
                    <a:pt x="12896" y="20557"/>
                  </a:cubicBezTo>
                  <a:cubicBezTo>
                    <a:pt x="12430" y="20128"/>
                    <a:pt x="12064" y="19708"/>
                    <a:pt x="12064" y="19430"/>
                  </a:cubicBezTo>
                  <a:cubicBezTo>
                    <a:pt x="12064" y="18682"/>
                    <a:pt x="12064" y="17562"/>
                    <a:pt x="14337" y="1731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0" name="Shape 3306"/>
            <p:cNvSpPr/>
            <p:nvPr/>
          </p:nvSpPr>
          <p:spPr>
            <a:xfrm>
              <a:off x="10339521" y="3287130"/>
              <a:ext cx="245523" cy="210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2" h="21404" extrusionOk="0">
                  <a:moveTo>
                    <a:pt x="6829" y="16673"/>
                  </a:moveTo>
                  <a:cubicBezTo>
                    <a:pt x="7774" y="15572"/>
                    <a:pt x="9427" y="16122"/>
                    <a:pt x="10373" y="17226"/>
                  </a:cubicBezTo>
                  <a:cubicBezTo>
                    <a:pt x="11319" y="18327"/>
                    <a:pt x="12736" y="18599"/>
                    <a:pt x="14156" y="20250"/>
                  </a:cubicBezTo>
                  <a:cubicBezTo>
                    <a:pt x="14518" y="20676"/>
                    <a:pt x="14913" y="21060"/>
                    <a:pt x="15298" y="21404"/>
                  </a:cubicBezTo>
                  <a:cubicBezTo>
                    <a:pt x="15432" y="20244"/>
                    <a:pt x="15457" y="17930"/>
                    <a:pt x="15897" y="16735"/>
                  </a:cubicBezTo>
                  <a:cubicBezTo>
                    <a:pt x="16360" y="15477"/>
                    <a:pt x="15432" y="13852"/>
                    <a:pt x="16204" y="13852"/>
                  </a:cubicBezTo>
                  <a:cubicBezTo>
                    <a:pt x="16976" y="13852"/>
                    <a:pt x="19142" y="13852"/>
                    <a:pt x="19142" y="12235"/>
                  </a:cubicBezTo>
                  <a:cubicBezTo>
                    <a:pt x="19142" y="10613"/>
                    <a:pt x="19762" y="11151"/>
                    <a:pt x="20227" y="10249"/>
                  </a:cubicBezTo>
                  <a:cubicBezTo>
                    <a:pt x="20691" y="9349"/>
                    <a:pt x="18835" y="7548"/>
                    <a:pt x="18524" y="7006"/>
                  </a:cubicBezTo>
                  <a:cubicBezTo>
                    <a:pt x="18217" y="6467"/>
                    <a:pt x="19916" y="6287"/>
                    <a:pt x="21154" y="4130"/>
                  </a:cubicBezTo>
                  <a:cubicBezTo>
                    <a:pt x="21600" y="3343"/>
                    <a:pt x="21416" y="1737"/>
                    <a:pt x="21003" y="0"/>
                  </a:cubicBezTo>
                  <a:cubicBezTo>
                    <a:pt x="20796" y="642"/>
                    <a:pt x="20383" y="1103"/>
                    <a:pt x="19684" y="615"/>
                  </a:cubicBezTo>
                  <a:cubicBezTo>
                    <a:pt x="18524" y="-196"/>
                    <a:pt x="16748" y="255"/>
                    <a:pt x="14428" y="795"/>
                  </a:cubicBezTo>
                  <a:cubicBezTo>
                    <a:pt x="12109" y="1334"/>
                    <a:pt x="11413" y="3947"/>
                    <a:pt x="12260" y="5027"/>
                  </a:cubicBezTo>
                  <a:cubicBezTo>
                    <a:pt x="13112" y="6110"/>
                    <a:pt x="10021" y="6648"/>
                    <a:pt x="9790" y="5210"/>
                  </a:cubicBezTo>
                  <a:cubicBezTo>
                    <a:pt x="9558" y="3763"/>
                    <a:pt x="7238" y="4758"/>
                    <a:pt x="7389" y="6648"/>
                  </a:cubicBezTo>
                  <a:cubicBezTo>
                    <a:pt x="7547" y="8539"/>
                    <a:pt x="4838" y="9261"/>
                    <a:pt x="4995" y="11598"/>
                  </a:cubicBezTo>
                  <a:cubicBezTo>
                    <a:pt x="5150" y="13944"/>
                    <a:pt x="2519" y="16104"/>
                    <a:pt x="820" y="17273"/>
                  </a:cubicBezTo>
                  <a:cubicBezTo>
                    <a:pt x="555" y="17459"/>
                    <a:pt x="280" y="17646"/>
                    <a:pt x="0" y="17833"/>
                  </a:cubicBezTo>
                  <a:cubicBezTo>
                    <a:pt x="856" y="18294"/>
                    <a:pt x="1541" y="18599"/>
                    <a:pt x="1863" y="18599"/>
                  </a:cubicBezTo>
                  <a:cubicBezTo>
                    <a:pt x="3285" y="18599"/>
                    <a:pt x="5883" y="17776"/>
                    <a:pt x="6829" y="1667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1" name="Shape 3307"/>
            <p:cNvSpPr/>
            <p:nvPr/>
          </p:nvSpPr>
          <p:spPr>
            <a:xfrm>
              <a:off x="10498897" y="3546116"/>
              <a:ext cx="39739" cy="55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26" h="21600" extrusionOk="0">
                  <a:moveTo>
                    <a:pt x="11074" y="0"/>
                  </a:moveTo>
                  <a:cubicBezTo>
                    <a:pt x="4890" y="2580"/>
                    <a:pt x="-774" y="8125"/>
                    <a:pt x="88" y="19862"/>
                  </a:cubicBezTo>
                  <a:cubicBezTo>
                    <a:pt x="6124" y="19725"/>
                    <a:pt x="14657" y="20260"/>
                    <a:pt x="20826" y="21600"/>
                  </a:cubicBezTo>
                  <a:cubicBezTo>
                    <a:pt x="19322" y="8819"/>
                    <a:pt x="12613" y="4854"/>
                    <a:pt x="10880" y="2216"/>
                  </a:cubicBezTo>
                  <a:cubicBezTo>
                    <a:pt x="10375" y="1499"/>
                    <a:pt x="10543" y="751"/>
                    <a:pt x="11074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2" name="Shape 3308"/>
            <p:cNvSpPr/>
            <p:nvPr/>
          </p:nvSpPr>
          <p:spPr>
            <a:xfrm>
              <a:off x="10299677" y="3446506"/>
              <a:ext cx="231242" cy="160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0650" extrusionOk="0">
                  <a:moveTo>
                    <a:pt x="715" y="5440"/>
                  </a:moveTo>
                  <a:cubicBezTo>
                    <a:pt x="839" y="6636"/>
                    <a:pt x="2196" y="9535"/>
                    <a:pt x="2688" y="8343"/>
                  </a:cubicBezTo>
                  <a:cubicBezTo>
                    <a:pt x="3183" y="7148"/>
                    <a:pt x="4416" y="9880"/>
                    <a:pt x="5525" y="10731"/>
                  </a:cubicBezTo>
                  <a:cubicBezTo>
                    <a:pt x="6636" y="11584"/>
                    <a:pt x="8855" y="12607"/>
                    <a:pt x="8978" y="13632"/>
                  </a:cubicBezTo>
                  <a:cubicBezTo>
                    <a:pt x="9101" y="14655"/>
                    <a:pt x="9472" y="16876"/>
                    <a:pt x="10582" y="16192"/>
                  </a:cubicBezTo>
                  <a:cubicBezTo>
                    <a:pt x="11692" y="15508"/>
                    <a:pt x="13048" y="13119"/>
                    <a:pt x="13048" y="14483"/>
                  </a:cubicBezTo>
                  <a:cubicBezTo>
                    <a:pt x="13048" y="15847"/>
                    <a:pt x="13418" y="18411"/>
                    <a:pt x="14651" y="18068"/>
                  </a:cubicBezTo>
                  <a:cubicBezTo>
                    <a:pt x="15885" y="17723"/>
                    <a:pt x="16255" y="20967"/>
                    <a:pt x="17489" y="20624"/>
                  </a:cubicBezTo>
                  <a:cubicBezTo>
                    <a:pt x="17712" y="20568"/>
                    <a:pt x="18020" y="20530"/>
                    <a:pt x="18377" y="20515"/>
                  </a:cubicBezTo>
                  <a:cubicBezTo>
                    <a:pt x="18225" y="16655"/>
                    <a:pt x="19227" y="14831"/>
                    <a:pt x="20322" y="13983"/>
                  </a:cubicBezTo>
                  <a:cubicBezTo>
                    <a:pt x="20577" y="13302"/>
                    <a:pt x="21315" y="12592"/>
                    <a:pt x="21436" y="11756"/>
                  </a:cubicBezTo>
                  <a:cubicBezTo>
                    <a:pt x="21600" y="10619"/>
                    <a:pt x="19793" y="8343"/>
                    <a:pt x="19955" y="6979"/>
                  </a:cubicBezTo>
                  <a:cubicBezTo>
                    <a:pt x="19963" y="6908"/>
                    <a:pt x="19972" y="6811"/>
                    <a:pt x="19978" y="6733"/>
                  </a:cubicBezTo>
                  <a:cubicBezTo>
                    <a:pt x="19569" y="6299"/>
                    <a:pt x="19149" y="5814"/>
                    <a:pt x="18764" y="5276"/>
                  </a:cubicBezTo>
                  <a:cubicBezTo>
                    <a:pt x="17254" y="3190"/>
                    <a:pt x="15747" y="2847"/>
                    <a:pt x="14741" y="1456"/>
                  </a:cubicBezTo>
                  <a:cubicBezTo>
                    <a:pt x="13735" y="62"/>
                    <a:pt x="11977" y="-633"/>
                    <a:pt x="10972" y="757"/>
                  </a:cubicBezTo>
                  <a:cubicBezTo>
                    <a:pt x="9966" y="2152"/>
                    <a:pt x="7203" y="3190"/>
                    <a:pt x="5691" y="3190"/>
                  </a:cubicBezTo>
                  <a:cubicBezTo>
                    <a:pt x="5348" y="3190"/>
                    <a:pt x="4620" y="2806"/>
                    <a:pt x="3710" y="2223"/>
                  </a:cubicBezTo>
                  <a:cubicBezTo>
                    <a:pt x="2522" y="3171"/>
                    <a:pt x="1259" y="4072"/>
                    <a:pt x="0" y="4423"/>
                  </a:cubicBezTo>
                  <a:cubicBezTo>
                    <a:pt x="250" y="4897"/>
                    <a:pt x="635" y="4648"/>
                    <a:pt x="715" y="544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3" name="Shape 3309"/>
            <p:cNvSpPr/>
            <p:nvPr/>
          </p:nvSpPr>
          <p:spPr>
            <a:xfrm>
              <a:off x="11355544" y="3685570"/>
              <a:ext cx="540256" cy="3519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7" h="21573" extrusionOk="0">
                  <a:moveTo>
                    <a:pt x="19264" y="14426"/>
                  </a:moveTo>
                  <a:cubicBezTo>
                    <a:pt x="18771" y="14319"/>
                    <a:pt x="18135" y="13994"/>
                    <a:pt x="18347" y="13558"/>
                  </a:cubicBezTo>
                  <a:cubicBezTo>
                    <a:pt x="18360" y="13530"/>
                    <a:pt x="18389" y="13476"/>
                    <a:pt x="18410" y="13434"/>
                  </a:cubicBezTo>
                  <a:cubicBezTo>
                    <a:pt x="17750" y="12610"/>
                    <a:pt x="17577" y="9945"/>
                    <a:pt x="17998" y="9293"/>
                  </a:cubicBezTo>
                  <a:cubicBezTo>
                    <a:pt x="18534" y="8463"/>
                    <a:pt x="17135" y="5306"/>
                    <a:pt x="16490" y="4144"/>
                  </a:cubicBezTo>
                  <a:cubicBezTo>
                    <a:pt x="16188" y="3598"/>
                    <a:pt x="15532" y="1782"/>
                    <a:pt x="14921" y="0"/>
                  </a:cubicBezTo>
                  <a:cubicBezTo>
                    <a:pt x="14362" y="280"/>
                    <a:pt x="13867" y="595"/>
                    <a:pt x="13770" y="843"/>
                  </a:cubicBezTo>
                  <a:cubicBezTo>
                    <a:pt x="13560" y="1383"/>
                    <a:pt x="12853" y="1930"/>
                    <a:pt x="12432" y="1930"/>
                  </a:cubicBezTo>
                  <a:cubicBezTo>
                    <a:pt x="12010" y="1930"/>
                    <a:pt x="11587" y="1603"/>
                    <a:pt x="11235" y="2146"/>
                  </a:cubicBezTo>
                  <a:cubicBezTo>
                    <a:pt x="10882" y="2689"/>
                    <a:pt x="10391" y="2906"/>
                    <a:pt x="10178" y="2581"/>
                  </a:cubicBezTo>
                  <a:cubicBezTo>
                    <a:pt x="9967" y="2255"/>
                    <a:pt x="9263" y="1930"/>
                    <a:pt x="8769" y="1930"/>
                  </a:cubicBezTo>
                  <a:cubicBezTo>
                    <a:pt x="8278" y="1930"/>
                    <a:pt x="6728" y="1277"/>
                    <a:pt x="6377" y="1277"/>
                  </a:cubicBezTo>
                  <a:cubicBezTo>
                    <a:pt x="6167" y="1277"/>
                    <a:pt x="5829" y="1321"/>
                    <a:pt x="5459" y="1398"/>
                  </a:cubicBezTo>
                  <a:cubicBezTo>
                    <a:pt x="5539" y="1633"/>
                    <a:pt x="5477" y="1915"/>
                    <a:pt x="5231" y="2200"/>
                  </a:cubicBezTo>
                  <a:cubicBezTo>
                    <a:pt x="4809" y="2689"/>
                    <a:pt x="3963" y="3423"/>
                    <a:pt x="3647" y="3749"/>
                  </a:cubicBezTo>
                  <a:cubicBezTo>
                    <a:pt x="3330" y="4074"/>
                    <a:pt x="2220" y="8150"/>
                    <a:pt x="1481" y="9291"/>
                  </a:cubicBezTo>
                  <a:cubicBezTo>
                    <a:pt x="742" y="10432"/>
                    <a:pt x="55" y="10596"/>
                    <a:pt x="2" y="11002"/>
                  </a:cubicBezTo>
                  <a:cubicBezTo>
                    <a:pt x="-50" y="11410"/>
                    <a:pt x="847" y="12471"/>
                    <a:pt x="847" y="13123"/>
                  </a:cubicBezTo>
                  <a:cubicBezTo>
                    <a:pt x="847" y="13776"/>
                    <a:pt x="1058" y="14426"/>
                    <a:pt x="1640" y="14426"/>
                  </a:cubicBezTo>
                  <a:cubicBezTo>
                    <a:pt x="2220" y="14426"/>
                    <a:pt x="1587" y="16547"/>
                    <a:pt x="1956" y="16710"/>
                  </a:cubicBezTo>
                  <a:cubicBezTo>
                    <a:pt x="2327" y="16872"/>
                    <a:pt x="4596" y="17116"/>
                    <a:pt x="4596" y="17933"/>
                  </a:cubicBezTo>
                  <a:cubicBezTo>
                    <a:pt x="4596" y="18567"/>
                    <a:pt x="4847" y="19100"/>
                    <a:pt x="4738" y="19540"/>
                  </a:cubicBezTo>
                  <a:cubicBezTo>
                    <a:pt x="5376" y="19706"/>
                    <a:pt x="5845" y="21045"/>
                    <a:pt x="6094" y="20948"/>
                  </a:cubicBezTo>
                  <a:cubicBezTo>
                    <a:pt x="6377" y="20841"/>
                    <a:pt x="8278" y="21493"/>
                    <a:pt x="8629" y="21384"/>
                  </a:cubicBezTo>
                  <a:cubicBezTo>
                    <a:pt x="8981" y="21275"/>
                    <a:pt x="10602" y="21384"/>
                    <a:pt x="11165" y="21493"/>
                  </a:cubicBezTo>
                  <a:cubicBezTo>
                    <a:pt x="11728" y="21600"/>
                    <a:pt x="12361" y="21166"/>
                    <a:pt x="12853" y="20406"/>
                  </a:cubicBezTo>
                  <a:cubicBezTo>
                    <a:pt x="13348" y="19643"/>
                    <a:pt x="15110" y="19536"/>
                    <a:pt x="15673" y="19643"/>
                  </a:cubicBezTo>
                  <a:cubicBezTo>
                    <a:pt x="16234" y="19754"/>
                    <a:pt x="17361" y="19971"/>
                    <a:pt x="17573" y="20516"/>
                  </a:cubicBezTo>
                  <a:cubicBezTo>
                    <a:pt x="17684" y="20798"/>
                    <a:pt x="18347" y="21225"/>
                    <a:pt x="19018" y="21573"/>
                  </a:cubicBezTo>
                  <a:cubicBezTo>
                    <a:pt x="19097" y="21034"/>
                    <a:pt x="18995" y="20332"/>
                    <a:pt x="19016" y="19643"/>
                  </a:cubicBezTo>
                  <a:cubicBezTo>
                    <a:pt x="19050" y="18502"/>
                    <a:pt x="19473" y="16765"/>
                    <a:pt x="20212" y="16654"/>
                  </a:cubicBezTo>
                  <a:cubicBezTo>
                    <a:pt x="20951" y="16547"/>
                    <a:pt x="21550" y="16547"/>
                    <a:pt x="21445" y="14646"/>
                  </a:cubicBezTo>
                  <a:cubicBezTo>
                    <a:pt x="21443" y="14580"/>
                    <a:pt x="21443" y="14531"/>
                    <a:pt x="21439" y="14471"/>
                  </a:cubicBezTo>
                  <a:cubicBezTo>
                    <a:pt x="21066" y="13976"/>
                    <a:pt x="20715" y="13558"/>
                    <a:pt x="20600" y="13558"/>
                  </a:cubicBezTo>
                  <a:cubicBezTo>
                    <a:pt x="20319" y="13558"/>
                    <a:pt x="19473" y="14472"/>
                    <a:pt x="19264" y="1442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4" name="Shape 3310"/>
            <p:cNvSpPr/>
            <p:nvPr/>
          </p:nvSpPr>
          <p:spPr>
            <a:xfrm>
              <a:off x="11734061" y="3685570"/>
              <a:ext cx="185524" cy="230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44" extrusionOk="0">
                  <a:moveTo>
                    <a:pt x="15618" y="5455"/>
                  </a:moveTo>
                  <a:cubicBezTo>
                    <a:pt x="14787" y="3310"/>
                    <a:pt x="12111" y="2483"/>
                    <a:pt x="10660" y="2483"/>
                  </a:cubicBezTo>
                  <a:cubicBezTo>
                    <a:pt x="9217" y="2483"/>
                    <a:pt x="6741" y="-156"/>
                    <a:pt x="5090" y="7"/>
                  </a:cubicBezTo>
                  <a:cubicBezTo>
                    <a:pt x="4190" y="97"/>
                    <a:pt x="1959" y="531"/>
                    <a:pt x="0" y="1040"/>
                  </a:cubicBezTo>
                  <a:cubicBezTo>
                    <a:pt x="1792" y="3747"/>
                    <a:pt x="3715" y="6505"/>
                    <a:pt x="4600" y="7334"/>
                  </a:cubicBezTo>
                  <a:cubicBezTo>
                    <a:pt x="6490" y="9099"/>
                    <a:pt x="10592" y="13894"/>
                    <a:pt x="9020" y="15155"/>
                  </a:cubicBezTo>
                  <a:cubicBezTo>
                    <a:pt x="7785" y="16145"/>
                    <a:pt x="8293" y="20193"/>
                    <a:pt x="10227" y="21444"/>
                  </a:cubicBezTo>
                  <a:cubicBezTo>
                    <a:pt x="11124" y="20508"/>
                    <a:pt x="14170" y="17444"/>
                    <a:pt x="14170" y="16513"/>
                  </a:cubicBezTo>
                  <a:cubicBezTo>
                    <a:pt x="14170" y="15523"/>
                    <a:pt x="14381" y="13542"/>
                    <a:pt x="16852" y="14038"/>
                  </a:cubicBezTo>
                  <a:cubicBezTo>
                    <a:pt x="19330" y="14534"/>
                    <a:pt x="21600" y="15361"/>
                    <a:pt x="21600" y="14699"/>
                  </a:cubicBezTo>
                  <a:cubicBezTo>
                    <a:pt x="21600" y="14038"/>
                    <a:pt x="20982" y="11895"/>
                    <a:pt x="19951" y="11066"/>
                  </a:cubicBezTo>
                  <a:cubicBezTo>
                    <a:pt x="18920" y="10244"/>
                    <a:pt x="16445" y="7603"/>
                    <a:pt x="15618" y="545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5" name="Shape 3311"/>
            <p:cNvSpPr/>
            <p:nvPr/>
          </p:nvSpPr>
          <p:spPr>
            <a:xfrm>
              <a:off x="11455153" y="4004323"/>
              <a:ext cx="373898" cy="205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1" h="21594" extrusionOk="0">
                  <a:moveTo>
                    <a:pt x="16565" y="177"/>
                  </a:moveTo>
                  <a:cubicBezTo>
                    <a:pt x="15754" y="-6"/>
                    <a:pt x="13217" y="177"/>
                    <a:pt x="12505" y="1484"/>
                  </a:cubicBezTo>
                  <a:cubicBezTo>
                    <a:pt x="11796" y="2786"/>
                    <a:pt x="10885" y="3530"/>
                    <a:pt x="10074" y="3346"/>
                  </a:cubicBezTo>
                  <a:cubicBezTo>
                    <a:pt x="9263" y="3159"/>
                    <a:pt x="6929" y="2973"/>
                    <a:pt x="6423" y="3159"/>
                  </a:cubicBezTo>
                  <a:cubicBezTo>
                    <a:pt x="5918" y="3346"/>
                    <a:pt x="3180" y="2230"/>
                    <a:pt x="2774" y="2413"/>
                  </a:cubicBezTo>
                  <a:cubicBezTo>
                    <a:pt x="2414" y="2579"/>
                    <a:pt x="1739" y="284"/>
                    <a:pt x="820" y="0"/>
                  </a:cubicBezTo>
                  <a:cubicBezTo>
                    <a:pt x="776" y="211"/>
                    <a:pt x="696" y="413"/>
                    <a:pt x="542" y="596"/>
                  </a:cubicBezTo>
                  <a:cubicBezTo>
                    <a:pt x="-142" y="1438"/>
                    <a:pt x="-219" y="3668"/>
                    <a:pt x="542" y="4928"/>
                  </a:cubicBezTo>
                  <a:cubicBezTo>
                    <a:pt x="1302" y="6186"/>
                    <a:pt x="2291" y="8978"/>
                    <a:pt x="1607" y="8978"/>
                  </a:cubicBezTo>
                  <a:cubicBezTo>
                    <a:pt x="924" y="8978"/>
                    <a:pt x="388" y="10651"/>
                    <a:pt x="465" y="11489"/>
                  </a:cubicBezTo>
                  <a:cubicBezTo>
                    <a:pt x="542" y="12331"/>
                    <a:pt x="237" y="14145"/>
                    <a:pt x="465" y="14564"/>
                  </a:cubicBezTo>
                  <a:cubicBezTo>
                    <a:pt x="696" y="14984"/>
                    <a:pt x="2291" y="17779"/>
                    <a:pt x="2365" y="18615"/>
                  </a:cubicBezTo>
                  <a:cubicBezTo>
                    <a:pt x="2434" y="19351"/>
                    <a:pt x="3086" y="19734"/>
                    <a:pt x="3039" y="20379"/>
                  </a:cubicBezTo>
                  <a:cubicBezTo>
                    <a:pt x="4316" y="20202"/>
                    <a:pt x="7024" y="19917"/>
                    <a:pt x="7639" y="20480"/>
                  </a:cubicBezTo>
                  <a:cubicBezTo>
                    <a:pt x="8450" y="21227"/>
                    <a:pt x="11291" y="21594"/>
                    <a:pt x="11291" y="21594"/>
                  </a:cubicBezTo>
                  <a:cubicBezTo>
                    <a:pt x="12099" y="21594"/>
                    <a:pt x="12810" y="21037"/>
                    <a:pt x="12609" y="20107"/>
                  </a:cubicBezTo>
                  <a:cubicBezTo>
                    <a:pt x="12437" y="19321"/>
                    <a:pt x="13493" y="18801"/>
                    <a:pt x="14256" y="18658"/>
                  </a:cubicBezTo>
                  <a:cubicBezTo>
                    <a:pt x="14123" y="17797"/>
                    <a:pt x="14033" y="17088"/>
                    <a:pt x="14230" y="16938"/>
                  </a:cubicBezTo>
                  <a:cubicBezTo>
                    <a:pt x="14609" y="16660"/>
                    <a:pt x="16816" y="16100"/>
                    <a:pt x="17727" y="16938"/>
                  </a:cubicBezTo>
                  <a:cubicBezTo>
                    <a:pt x="18190" y="17366"/>
                    <a:pt x="18711" y="16963"/>
                    <a:pt x="19113" y="16464"/>
                  </a:cubicBezTo>
                  <a:cubicBezTo>
                    <a:pt x="18991" y="15680"/>
                    <a:pt x="18873" y="15062"/>
                    <a:pt x="18640" y="14984"/>
                  </a:cubicBezTo>
                  <a:cubicBezTo>
                    <a:pt x="18080" y="14800"/>
                    <a:pt x="17222" y="10514"/>
                    <a:pt x="17930" y="10233"/>
                  </a:cubicBezTo>
                  <a:cubicBezTo>
                    <a:pt x="18640" y="9957"/>
                    <a:pt x="19552" y="5485"/>
                    <a:pt x="20668" y="4836"/>
                  </a:cubicBezTo>
                  <a:cubicBezTo>
                    <a:pt x="21112" y="4576"/>
                    <a:pt x="21301" y="4087"/>
                    <a:pt x="21381" y="3484"/>
                  </a:cubicBezTo>
                  <a:cubicBezTo>
                    <a:pt x="20415" y="2887"/>
                    <a:pt x="19461" y="2156"/>
                    <a:pt x="19301" y="1673"/>
                  </a:cubicBezTo>
                  <a:cubicBezTo>
                    <a:pt x="18996" y="740"/>
                    <a:pt x="17373" y="367"/>
                    <a:pt x="16565" y="17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6" name="Shape 3312"/>
            <p:cNvSpPr/>
            <p:nvPr/>
          </p:nvSpPr>
          <p:spPr>
            <a:xfrm>
              <a:off x="11355544" y="4143777"/>
              <a:ext cx="161132" cy="115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74" h="21600" extrusionOk="0">
                  <a:moveTo>
                    <a:pt x="4768" y="21600"/>
                  </a:moveTo>
                  <a:lnTo>
                    <a:pt x="4768" y="21600"/>
                  </a:lnTo>
                  <a:cubicBezTo>
                    <a:pt x="4842" y="21518"/>
                    <a:pt x="4944" y="21460"/>
                    <a:pt x="5067" y="21411"/>
                  </a:cubicBezTo>
                  <a:cubicBezTo>
                    <a:pt x="5090" y="21406"/>
                    <a:pt x="5105" y="21390"/>
                    <a:pt x="5131" y="21379"/>
                  </a:cubicBezTo>
                  <a:cubicBezTo>
                    <a:pt x="5259" y="21341"/>
                    <a:pt x="5412" y="21313"/>
                    <a:pt x="5573" y="21292"/>
                  </a:cubicBezTo>
                  <a:cubicBezTo>
                    <a:pt x="5594" y="21281"/>
                    <a:pt x="5617" y="21281"/>
                    <a:pt x="5637" y="21281"/>
                  </a:cubicBezTo>
                  <a:cubicBezTo>
                    <a:pt x="6317" y="21199"/>
                    <a:pt x="7230" y="21259"/>
                    <a:pt x="8163" y="21215"/>
                  </a:cubicBezTo>
                  <a:cubicBezTo>
                    <a:pt x="8219" y="21210"/>
                    <a:pt x="8288" y="21210"/>
                    <a:pt x="8355" y="21210"/>
                  </a:cubicBezTo>
                  <a:cubicBezTo>
                    <a:pt x="8562" y="21194"/>
                    <a:pt x="8769" y="21172"/>
                    <a:pt x="8979" y="21150"/>
                  </a:cubicBezTo>
                  <a:cubicBezTo>
                    <a:pt x="9058" y="21134"/>
                    <a:pt x="9140" y="21134"/>
                    <a:pt x="9224" y="21117"/>
                  </a:cubicBezTo>
                  <a:cubicBezTo>
                    <a:pt x="9495" y="21068"/>
                    <a:pt x="9763" y="21009"/>
                    <a:pt x="10017" y="20916"/>
                  </a:cubicBezTo>
                  <a:cubicBezTo>
                    <a:pt x="12108" y="20172"/>
                    <a:pt x="12634" y="16951"/>
                    <a:pt x="13683" y="17691"/>
                  </a:cubicBezTo>
                  <a:cubicBezTo>
                    <a:pt x="14731" y="18434"/>
                    <a:pt x="20322" y="14387"/>
                    <a:pt x="21022" y="12900"/>
                  </a:cubicBezTo>
                  <a:cubicBezTo>
                    <a:pt x="21112" y="12726"/>
                    <a:pt x="21153" y="12557"/>
                    <a:pt x="21168" y="12394"/>
                  </a:cubicBezTo>
                  <a:cubicBezTo>
                    <a:pt x="21278" y="11249"/>
                    <a:pt x="19780" y="10569"/>
                    <a:pt x="19621" y="9261"/>
                  </a:cubicBezTo>
                  <a:cubicBezTo>
                    <a:pt x="19450" y="7777"/>
                    <a:pt x="15784" y="2814"/>
                    <a:pt x="15255" y="2068"/>
                  </a:cubicBezTo>
                  <a:cubicBezTo>
                    <a:pt x="15147" y="1917"/>
                    <a:pt x="15101" y="1634"/>
                    <a:pt x="15078" y="1302"/>
                  </a:cubicBezTo>
                  <a:cubicBezTo>
                    <a:pt x="15078" y="1270"/>
                    <a:pt x="15071" y="1243"/>
                    <a:pt x="15071" y="1212"/>
                  </a:cubicBezTo>
                  <a:cubicBezTo>
                    <a:pt x="15055" y="858"/>
                    <a:pt x="15071" y="444"/>
                    <a:pt x="15101" y="0"/>
                  </a:cubicBezTo>
                  <a:cubicBezTo>
                    <a:pt x="9636" y="1125"/>
                    <a:pt x="1531" y="3519"/>
                    <a:pt x="1531" y="3519"/>
                  </a:cubicBezTo>
                  <a:cubicBezTo>
                    <a:pt x="1531" y="3519"/>
                    <a:pt x="1332" y="3318"/>
                    <a:pt x="1064" y="3051"/>
                  </a:cubicBezTo>
                  <a:cubicBezTo>
                    <a:pt x="230" y="6832"/>
                    <a:pt x="-322" y="12009"/>
                    <a:pt x="210" y="14659"/>
                  </a:cubicBezTo>
                  <a:cubicBezTo>
                    <a:pt x="734" y="17255"/>
                    <a:pt x="2396" y="19069"/>
                    <a:pt x="4768" y="2160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7" name="Shape 3313"/>
            <p:cNvSpPr/>
            <p:nvPr/>
          </p:nvSpPr>
          <p:spPr>
            <a:xfrm>
              <a:off x="11455153" y="3366818"/>
              <a:ext cx="1067862" cy="614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345" extrusionOk="0">
                  <a:moveTo>
                    <a:pt x="19209" y="13367"/>
                  </a:moveTo>
                  <a:cubicBezTo>
                    <a:pt x="19397" y="13321"/>
                    <a:pt x="19961" y="12257"/>
                    <a:pt x="20150" y="12257"/>
                  </a:cubicBezTo>
                  <a:cubicBezTo>
                    <a:pt x="20338" y="12257"/>
                    <a:pt x="21143" y="12535"/>
                    <a:pt x="21143" y="12304"/>
                  </a:cubicBezTo>
                  <a:cubicBezTo>
                    <a:pt x="21143" y="12073"/>
                    <a:pt x="21412" y="11287"/>
                    <a:pt x="21358" y="11056"/>
                  </a:cubicBezTo>
                  <a:cubicBezTo>
                    <a:pt x="21304" y="10825"/>
                    <a:pt x="21036" y="10502"/>
                    <a:pt x="21090" y="10270"/>
                  </a:cubicBezTo>
                  <a:cubicBezTo>
                    <a:pt x="21143" y="10039"/>
                    <a:pt x="21519" y="10039"/>
                    <a:pt x="21519" y="9762"/>
                  </a:cubicBezTo>
                  <a:cubicBezTo>
                    <a:pt x="21519" y="9485"/>
                    <a:pt x="21224" y="9346"/>
                    <a:pt x="21224" y="9161"/>
                  </a:cubicBezTo>
                  <a:cubicBezTo>
                    <a:pt x="21224" y="8976"/>
                    <a:pt x="21600" y="8653"/>
                    <a:pt x="21573" y="8283"/>
                  </a:cubicBezTo>
                  <a:cubicBezTo>
                    <a:pt x="21547" y="7913"/>
                    <a:pt x="21224" y="7867"/>
                    <a:pt x="20875" y="7544"/>
                  </a:cubicBezTo>
                  <a:cubicBezTo>
                    <a:pt x="20525" y="7219"/>
                    <a:pt x="20176" y="7358"/>
                    <a:pt x="19854" y="7081"/>
                  </a:cubicBezTo>
                  <a:cubicBezTo>
                    <a:pt x="19532" y="6804"/>
                    <a:pt x="18860" y="6988"/>
                    <a:pt x="18860" y="6804"/>
                  </a:cubicBezTo>
                  <a:cubicBezTo>
                    <a:pt x="18860" y="6620"/>
                    <a:pt x="18430" y="6018"/>
                    <a:pt x="18322" y="5694"/>
                  </a:cubicBezTo>
                  <a:cubicBezTo>
                    <a:pt x="18215" y="5372"/>
                    <a:pt x="17866" y="5556"/>
                    <a:pt x="17651" y="5786"/>
                  </a:cubicBezTo>
                  <a:cubicBezTo>
                    <a:pt x="17436" y="6018"/>
                    <a:pt x="17247" y="6110"/>
                    <a:pt x="17033" y="5880"/>
                  </a:cubicBezTo>
                  <a:cubicBezTo>
                    <a:pt x="16818" y="5648"/>
                    <a:pt x="16630" y="5278"/>
                    <a:pt x="16442" y="5417"/>
                  </a:cubicBezTo>
                  <a:cubicBezTo>
                    <a:pt x="16254" y="5556"/>
                    <a:pt x="15905" y="5464"/>
                    <a:pt x="15985" y="5001"/>
                  </a:cubicBezTo>
                  <a:cubicBezTo>
                    <a:pt x="16066" y="4539"/>
                    <a:pt x="15636" y="3523"/>
                    <a:pt x="15448" y="3384"/>
                  </a:cubicBezTo>
                  <a:cubicBezTo>
                    <a:pt x="15260" y="3245"/>
                    <a:pt x="14695" y="3476"/>
                    <a:pt x="14562" y="3014"/>
                  </a:cubicBezTo>
                  <a:cubicBezTo>
                    <a:pt x="14427" y="2551"/>
                    <a:pt x="14185" y="2182"/>
                    <a:pt x="14293" y="1859"/>
                  </a:cubicBezTo>
                  <a:cubicBezTo>
                    <a:pt x="14400" y="1535"/>
                    <a:pt x="14266" y="656"/>
                    <a:pt x="14132" y="287"/>
                  </a:cubicBezTo>
                  <a:cubicBezTo>
                    <a:pt x="13997" y="-83"/>
                    <a:pt x="13325" y="-36"/>
                    <a:pt x="13138" y="102"/>
                  </a:cubicBezTo>
                  <a:cubicBezTo>
                    <a:pt x="12950" y="240"/>
                    <a:pt x="12519" y="-36"/>
                    <a:pt x="12332" y="148"/>
                  </a:cubicBezTo>
                  <a:cubicBezTo>
                    <a:pt x="12143" y="333"/>
                    <a:pt x="12036" y="656"/>
                    <a:pt x="11767" y="656"/>
                  </a:cubicBezTo>
                  <a:cubicBezTo>
                    <a:pt x="11618" y="656"/>
                    <a:pt x="11518" y="622"/>
                    <a:pt x="11436" y="418"/>
                  </a:cubicBezTo>
                  <a:cubicBezTo>
                    <a:pt x="11145" y="644"/>
                    <a:pt x="10658" y="689"/>
                    <a:pt x="10658" y="689"/>
                  </a:cubicBezTo>
                  <a:cubicBezTo>
                    <a:pt x="10658" y="689"/>
                    <a:pt x="9940" y="1673"/>
                    <a:pt x="9940" y="2043"/>
                  </a:cubicBezTo>
                  <a:cubicBezTo>
                    <a:pt x="9940" y="2413"/>
                    <a:pt x="9905" y="3030"/>
                    <a:pt x="9725" y="2722"/>
                  </a:cubicBezTo>
                  <a:cubicBezTo>
                    <a:pt x="9547" y="2414"/>
                    <a:pt x="8795" y="2413"/>
                    <a:pt x="8616" y="2598"/>
                  </a:cubicBezTo>
                  <a:cubicBezTo>
                    <a:pt x="8436" y="2783"/>
                    <a:pt x="8150" y="1859"/>
                    <a:pt x="7827" y="2167"/>
                  </a:cubicBezTo>
                  <a:cubicBezTo>
                    <a:pt x="7505" y="2475"/>
                    <a:pt x="7075" y="1735"/>
                    <a:pt x="7039" y="2043"/>
                  </a:cubicBezTo>
                  <a:cubicBezTo>
                    <a:pt x="7003" y="2353"/>
                    <a:pt x="6538" y="2106"/>
                    <a:pt x="6215" y="1859"/>
                  </a:cubicBezTo>
                  <a:cubicBezTo>
                    <a:pt x="5893" y="1613"/>
                    <a:pt x="5319" y="1982"/>
                    <a:pt x="5105" y="1550"/>
                  </a:cubicBezTo>
                  <a:cubicBezTo>
                    <a:pt x="4890" y="1119"/>
                    <a:pt x="3493" y="1119"/>
                    <a:pt x="3027" y="1119"/>
                  </a:cubicBezTo>
                  <a:cubicBezTo>
                    <a:pt x="2562" y="1119"/>
                    <a:pt x="2454" y="1550"/>
                    <a:pt x="2239" y="1921"/>
                  </a:cubicBezTo>
                  <a:cubicBezTo>
                    <a:pt x="2045" y="2257"/>
                    <a:pt x="1819" y="2187"/>
                    <a:pt x="1591" y="2169"/>
                  </a:cubicBezTo>
                  <a:cubicBezTo>
                    <a:pt x="1611" y="2480"/>
                    <a:pt x="1647" y="2757"/>
                    <a:pt x="1693" y="2875"/>
                  </a:cubicBezTo>
                  <a:cubicBezTo>
                    <a:pt x="1800" y="3153"/>
                    <a:pt x="2311" y="4493"/>
                    <a:pt x="2176" y="4909"/>
                  </a:cubicBezTo>
                  <a:cubicBezTo>
                    <a:pt x="2042" y="5325"/>
                    <a:pt x="1800" y="5325"/>
                    <a:pt x="1639" y="5648"/>
                  </a:cubicBezTo>
                  <a:cubicBezTo>
                    <a:pt x="1477" y="5972"/>
                    <a:pt x="537" y="7405"/>
                    <a:pt x="511" y="7635"/>
                  </a:cubicBezTo>
                  <a:cubicBezTo>
                    <a:pt x="483" y="7867"/>
                    <a:pt x="672" y="8883"/>
                    <a:pt x="537" y="9068"/>
                  </a:cubicBezTo>
                  <a:cubicBezTo>
                    <a:pt x="404" y="9254"/>
                    <a:pt x="0" y="10225"/>
                    <a:pt x="0" y="10593"/>
                  </a:cubicBezTo>
                  <a:cubicBezTo>
                    <a:pt x="0" y="10963"/>
                    <a:pt x="295" y="11472"/>
                    <a:pt x="537" y="11611"/>
                  </a:cubicBezTo>
                  <a:cubicBezTo>
                    <a:pt x="639" y="11670"/>
                    <a:pt x="704" y="11752"/>
                    <a:pt x="734" y="11849"/>
                  </a:cubicBezTo>
                  <a:cubicBezTo>
                    <a:pt x="922" y="11806"/>
                    <a:pt x="1094" y="11781"/>
                    <a:pt x="1201" y="11781"/>
                  </a:cubicBezTo>
                  <a:cubicBezTo>
                    <a:pt x="1380" y="11781"/>
                    <a:pt x="2168" y="12151"/>
                    <a:pt x="2418" y="12151"/>
                  </a:cubicBezTo>
                  <a:cubicBezTo>
                    <a:pt x="2669" y="12151"/>
                    <a:pt x="3027" y="12335"/>
                    <a:pt x="3135" y="12520"/>
                  </a:cubicBezTo>
                  <a:cubicBezTo>
                    <a:pt x="3243" y="12705"/>
                    <a:pt x="3493" y="12581"/>
                    <a:pt x="3672" y="12274"/>
                  </a:cubicBezTo>
                  <a:cubicBezTo>
                    <a:pt x="3851" y="11966"/>
                    <a:pt x="4067" y="12151"/>
                    <a:pt x="4281" y="12151"/>
                  </a:cubicBezTo>
                  <a:cubicBezTo>
                    <a:pt x="4495" y="12151"/>
                    <a:pt x="4855" y="11841"/>
                    <a:pt x="4962" y="11535"/>
                  </a:cubicBezTo>
                  <a:cubicBezTo>
                    <a:pt x="5069" y="11227"/>
                    <a:pt x="6144" y="10733"/>
                    <a:pt x="6430" y="10671"/>
                  </a:cubicBezTo>
                  <a:cubicBezTo>
                    <a:pt x="6717" y="10610"/>
                    <a:pt x="7147" y="11595"/>
                    <a:pt x="7397" y="11595"/>
                  </a:cubicBezTo>
                  <a:cubicBezTo>
                    <a:pt x="7649" y="11595"/>
                    <a:pt x="8113" y="11904"/>
                    <a:pt x="8257" y="12705"/>
                  </a:cubicBezTo>
                  <a:cubicBezTo>
                    <a:pt x="8401" y="13507"/>
                    <a:pt x="8830" y="14493"/>
                    <a:pt x="9009" y="14799"/>
                  </a:cubicBezTo>
                  <a:cubicBezTo>
                    <a:pt x="9188" y="15109"/>
                    <a:pt x="9295" y="15909"/>
                    <a:pt x="9295" y="16156"/>
                  </a:cubicBezTo>
                  <a:cubicBezTo>
                    <a:pt x="9295" y="16403"/>
                    <a:pt x="8902" y="16094"/>
                    <a:pt x="8472" y="15909"/>
                  </a:cubicBezTo>
                  <a:cubicBezTo>
                    <a:pt x="8043" y="15724"/>
                    <a:pt x="8006" y="16463"/>
                    <a:pt x="8006" y="16833"/>
                  </a:cubicBezTo>
                  <a:cubicBezTo>
                    <a:pt x="8006" y="17203"/>
                    <a:pt x="7397" y="18497"/>
                    <a:pt x="7290" y="18744"/>
                  </a:cubicBezTo>
                  <a:cubicBezTo>
                    <a:pt x="7182" y="18991"/>
                    <a:pt x="7505" y="19176"/>
                    <a:pt x="7756" y="19236"/>
                  </a:cubicBezTo>
                  <a:cubicBezTo>
                    <a:pt x="7863" y="19263"/>
                    <a:pt x="8293" y="18744"/>
                    <a:pt x="8436" y="18744"/>
                  </a:cubicBezTo>
                  <a:cubicBezTo>
                    <a:pt x="8494" y="18744"/>
                    <a:pt x="8673" y="18981"/>
                    <a:pt x="8863" y="19262"/>
                  </a:cubicBezTo>
                  <a:cubicBezTo>
                    <a:pt x="8822" y="18298"/>
                    <a:pt x="8938" y="18351"/>
                    <a:pt x="9439" y="17697"/>
                  </a:cubicBezTo>
                  <a:cubicBezTo>
                    <a:pt x="9958" y="17020"/>
                    <a:pt x="10012" y="15756"/>
                    <a:pt x="10477" y="15601"/>
                  </a:cubicBezTo>
                  <a:cubicBezTo>
                    <a:pt x="10943" y="15447"/>
                    <a:pt x="11140" y="15076"/>
                    <a:pt x="11821" y="15262"/>
                  </a:cubicBezTo>
                  <a:cubicBezTo>
                    <a:pt x="12502" y="15447"/>
                    <a:pt x="11481" y="16186"/>
                    <a:pt x="11946" y="16617"/>
                  </a:cubicBezTo>
                  <a:cubicBezTo>
                    <a:pt x="12412" y="17051"/>
                    <a:pt x="13845" y="16495"/>
                    <a:pt x="13917" y="17111"/>
                  </a:cubicBezTo>
                  <a:cubicBezTo>
                    <a:pt x="13988" y="17727"/>
                    <a:pt x="12269" y="18344"/>
                    <a:pt x="12305" y="18652"/>
                  </a:cubicBezTo>
                  <a:cubicBezTo>
                    <a:pt x="12340" y="18959"/>
                    <a:pt x="13218" y="19269"/>
                    <a:pt x="13523" y="19606"/>
                  </a:cubicBezTo>
                  <a:cubicBezTo>
                    <a:pt x="13827" y="19946"/>
                    <a:pt x="13433" y="20901"/>
                    <a:pt x="13577" y="21209"/>
                  </a:cubicBezTo>
                  <a:cubicBezTo>
                    <a:pt x="13720" y="21517"/>
                    <a:pt x="14185" y="21270"/>
                    <a:pt x="14562" y="20808"/>
                  </a:cubicBezTo>
                  <a:cubicBezTo>
                    <a:pt x="14938" y="20346"/>
                    <a:pt x="15242" y="20500"/>
                    <a:pt x="15726" y="19946"/>
                  </a:cubicBezTo>
                  <a:cubicBezTo>
                    <a:pt x="16209" y="19391"/>
                    <a:pt x="17212" y="19883"/>
                    <a:pt x="17338" y="19546"/>
                  </a:cubicBezTo>
                  <a:cubicBezTo>
                    <a:pt x="17463" y="19206"/>
                    <a:pt x="17051" y="18868"/>
                    <a:pt x="16119" y="18991"/>
                  </a:cubicBezTo>
                  <a:cubicBezTo>
                    <a:pt x="15188" y="19114"/>
                    <a:pt x="15134" y="17604"/>
                    <a:pt x="15134" y="17295"/>
                  </a:cubicBezTo>
                  <a:cubicBezTo>
                    <a:pt x="15134" y="16988"/>
                    <a:pt x="16102" y="15724"/>
                    <a:pt x="16657" y="15632"/>
                  </a:cubicBezTo>
                  <a:cubicBezTo>
                    <a:pt x="17212" y="15539"/>
                    <a:pt x="17660" y="15262"/>
                    <a:pt x="18197" y="14832"/>
                  </a:cubicBezTo>
                  <a:cubicBezTo>
                    <a:pt x="18413" y="14659"/>
                    <a:pt x="18794" y="14481"/>
                    <a:pt x="19182" y="14355"/>
                  </a:cubicBezTo>
                  <a:cubicBezTo>
                    <a:pt x="19124" y="13918"/>
                    <a:pt x="19049" y="13407"/>
                    <a:pt x="19209" y="1336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8" name="Shape 3314"/>
            <p:cNvSpPr/>
            <p:nvPr/>
          </p:nvSpPr>
          <p:spPr>
            <a:xfrm>
              <a:off x="11514919" y="3048066"/>
              <a:ext cx="561390" cy="399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7" h="21257" extrusionOk="0">
                  <a:moveTo>
                    <a:pt x="20226" y="10552"/>
                  </a:moveTo>
                  <a:cubicBezTo>
                    <a:pt x="19817" y="10409"/>
                    <a:pt x="19563" y="9139"/>
                    <a:pt x="18900" y="8784"/>
                  </a:cubicBezTo>
                  <a:cubicBezTo>
                    <a:pt x="18239" y="8431"/>
                    <a:pt x="18391" y="7300"/>
                    <a:pt x="17831" y="6806"/>
                  </a:cubicBezTo>
                  <a:cubicBezTo>
                    <a:pt x="17271" y="6310"/>
                    <a:pt x="17627" y="5322"/>
                    <a:pt x="17575" y="4543"/>
                  </a:cubicBezTo>
                  <a:cubicBezTo>
                    <a:pt x="17525" y="3766"/>
                    <a:pt x="17678" y="2565"/>
                    <a:pt x="17372" y="2353"/>
                  </a:cubicBezTo>
                  <a:cubicBezTo>
                    <a:pt x="17065" y="2141"/>
                    <a:pt x="15792" y="1152"/>
                    <a:pt x="15233" y="1506"/>
                  </a:cubicBezTo>
                  <a:cubicBezTo>
                    <a:pt x="14672" y="1859"/>
                    <a:pt x="14265" y="2141"/>
                    <a:pt x="14009" y="1506"/>
                  </a:cubicBezTo>
                  <a:cubicBezTo>
                    <a:pt x="13755" y="870"/>
                    <a:pt x="13399" y="515"/>
                    <a:pt x="12839" y="728"/>
                  </a:cubicBezTo>
                  <a:cubicBezTo>
                    <a:pt x="12277" y="940"/>
                    <a:pt x="11920" y="587"/>
                    <a:pt x="11615" y="232"/>
                  </a:cubicBezTo>
                  <a:cubicBezTo>
                    <a:pt x="11569" y="178"/>
                    <a:pt x="11531" y="95"/>
                    <a:pt x="11498" y="0"/>
                  </a:cubicBezTo>
                  <a:cubicBezTo>
                    <a:pt x="11273" y="65"/>
                    <a:pt x="10975" y="186"/>
                    <a:pt x="10784" y="398"/>
                  </a:cubicBezTo>
                  <a:cubicBezTo>
                    <a:pt x="10444" y="775"/>
                    <a:pt x="10377" y="1529"/>
                    <a:pt x="9901" y="1529"/>
                  </a:cubicBezTo>
                  <a:cubicBezTo>
                    <a:pt x="9426" y="1529"/>
                    <a:pt x="8882" y="1248"/>
                    <a:pt x="8339" y="1812"/>
                  </a:cubicBezTo>
                  <a:cubicBezTo>
                    <a:pt x="7794" y="2377"/>
                    <a:pt x="7659" y="3039"/>
                    <a:pt x="7727" y="3508"/>
                  </a:cubicBezTo>
                  <a:cubicBezTo>
                    <a:pt x="7794" y="3978"/>
                    <a:pt x="7863" y="4733"/>
                    <a:pt x="7455" y="4733"/>
                  </a:cubicBezTo>
                  <a:cubicBezTo>
                    <a:pt x="7048" y="4733"/>
                    <a:pt x="7117" y="5394"/>
                    <a:pt x="6709" y="5583"/>
                  </a:cubicBezTo>
                  <a:cubicBezTo>
                    <a:pt x="6301" y="5770"/>
                    <a:pt x="5621" y="6619"/>
                    <a:pt x="5553" y="7087"/>
                  </a:cubicBezTo>
                  <a:cubicBezTo>
                    <a:pt x="5486" y="7562"/>
                    <a:pt x="5486" y="8597"/>
                    <a:pt x="5213" y="8597"/>
                  </a:cubicBezTo>
                  <a:cubicBezTo>
                    <a:pt x="4941" y="8597"/>
                    <a:pt x="3991" y="8786"/>
                    <a:pt x="3719" y="9256"/>
                  </a:cubicBezTo>
                  <a:cubicBezTo>
                    <a:pt x="3448" y="9728"/>
                    <a:pt x="3110" y="10197"/>
                    <a:pt x="2565" y="10010"/>
                  </a:cubicBezTo>
                  <a:cubicBezTo>
                    <a:pt x="2287" y="9913"/>
                    <a:pt x="1539" y="9866"/>
                    <a:pt x="882" y="9844"/>
                  </a:cubicBezTo>
                  <a:cubicBezTo>
                    <a:pt x="891" y="9937"/>
                    <a:pt x="891" y="10028"/>
                    <a:pt x="866" y="10128"/>
                  </a:cubicBezTo>
                  <a:cubicBezTo>
                    <a:pt x="612" y="11117"/>
                    <a:pt x="815" y="12035"/>
                    <a:pt x="1223" y="12530"/>
                  </a:cubicBezTo>
                  <a:cubicBezTo>
                    <a:pt x="1630" y="13024"/>
                    <a:pt x="1784" y="15003"/>
                    <a:pt x="1324" y="15286"/>
                  </a:cubicBezTo>
                  <a:cubicBezTo>
                    <a:pt x="866" y="15568"/>
                    <a:pt x="0" y="16416"/>
                    <a:pt x="0" y="16912"/>
                  </a:cubicBezTo>
                  <a:cubicBezTo>
                    <a:pt x="0" y="17405"/>
                    <a:pt x="918" y="17830"/>
                    <a:pt x="765" y="18535"/>
                  </a:cubicBezTo>
                  <a:cubicBezTo>
                    <a:pt x="678" y="18941"/>
                    <a:pt x="675" y="19659"/>
                    <a:pt x="724" y="20284"/>
                  </a:cubicBezTo>
                  <a:cubicBezTo>
                    <a:pt x="1158" y="20311"/>
                    <a:pt x="1585" y="20418"/>
                    <a:pt x="1953" y="19904"/>
                  </a:cubicBezTo>
                  <a:cubicBezTo>
                    <a:pt x="2361" y="19337"/>
                    <a:pt x="2565" y="18678"/>
                    <a:pt x="3448" y="18678"/>
                  </a:cubicBezTo>
                  <a:cubicBezTo>
                    <a:pt x="4330" y="18678"/>
                    <a:pt x="6979" y="18678"/>
                    <a:pt x="7387" y="19337"/>
                  </a:cubicBezTo>
                  <a:cubicBezTo>
                    <a:pt x="7794" y="19998"/>
                    <a:pt x="8882" y="19433"/>
                    <a:pt x="9493" y="19809"/>
                  </a:cubicBezTo>
                  <a:cubicBezTo>
                    <a:pt x="10105" y="20187"/>
                    <a:pt x="10988" y="20565"/>
                    <a:pt x="11055" y="20091"/>
                  </a:cubicBezTo>
                  <a:cubicBezTo>
                    <a:pt x="11123" y="19621"/>
                    <a:pt x="11940" y="20752"/>
                    <a:pt x="12550" y="20281"/>
                  </a:cubicBezTo>
                  <a:cubicBezTo>
                    <a:pt x="13161" y="19809"/>
                    <a:pt x="13705" y="21223"/>
                    <a:pt x="14045" y="20939"/>
                  </a:cubicBezTo>
                  <a:cubicBezTo>
                    <a:pt x="14384" y="20656"/>
                    <a:pt x="15810" y="20658"/>
                    <a:pt x="16149" y="21130"/>
                  </a:cubicBezTo>
                  <a:cubicBezTo>
                    <a:pt x="16491" y="21600"/>
                    <a:pt x="16557" y="20656"/>
                    <a:pt x="16557" y="20091"/>
                  </a:cubicBezTo>
                  <a:cubicBezTo>
                    <a:pt x="16557" y="19526"/>
                    <a:pt x="17917" y="18020"/>
                    <a:pt x="17917" y="18020"/>
                  </a:cubicBezTo>
                  <a:cubicBezTo>
                    <a:pt x="17917" y="18020"/>
                    <a:pt x="18842" y="17952"/>
                    <a:pt x="19393" y="17607"/>
                  </a:cubicBezTo>
                  <a:cubicBezTo>
                    <a:pt x="19270" y="17362"/>
                    <a:pt x="19166" y="16961"/>
                    <a:pt x="19053" y="16276"/>
                  </a:cubicBezTo>
                  <a:cubicBezTo>
                    <a:pt x="18800" y="14720"/>
                    <a:pt x="18391" y="13802"/>
                    <a:pt x="18697" y="13307"/>
                  </a:cubicBezTo>
                  <a:cubicBezTo>
                    <a:pt x="19002" y="12812"/>
                    <a:pt x="19869" y="13943"/>
                    <a:pt x="20326" y="13660"/>
                  </a:cubicBezTo>
                  <a:cubicBezTo>
                    <a:pt x="20786" y="13378"/>
                    <a:pt x="21600" y="12812"/>
                    <a:pt x="21499" y="12177"/>
                  </a:cubicBezTo>
                  <a:cubicBezTo>
                    <a:pt x="21397" y="11541"/>
                    <a:pt x="20633" y="10691"/>
                    <a:pt x="20226" y="1055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19" name="Shape 3315"/>
            <p:cNvSpPr/>
            <p:nvPr/>
          </p:nvSpPr>
          <p:spPr>
            <a:xfrm>
              <a:off x="11375466" y="2888690"/>
              <a:ext cx="435410" cy="20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8" h="21440" extrusionOk="0">
                  <a:moveTo>
                    <a:pt x="6976" y="14950"/>
                  </a:moveTo>
                  <a:cubicBezTo>
                    <a:pt x="7769" y="14950"/>
                    <a:pt x="9623" y="15791"/>
                    <a:pt x="10681" y="14950"/>
                  </a:cubicBezTo>
                  <a:cubicBezTo>
                    <a:pt x="11739" y="14114"/>
                    <a:pt x="11739" y="16631"/>
                    <a:pt x="12402" y="16346"/>
                  </a:cubicBezTo>
                  <a:cubicBezTo>
                    <a:pt x="13062" y="16067"/>
                    <a:pt x="14386" y="18022"/>
                    <a:pt x="15181" y="19421"/>
                  </a:cubicBezTo>
                  <a:cubicBezTo>
                    <a:pt x="15603" y="20165"/>
                    <a:pt x="16105" y="20759"/>
                    <a:pt x="16663" y="21440"/>
                  </a:cubicBezTo>
                  <a:cubicBezTo>
                    <a:pt x="16789" y="20984"/>
                    <a:pt x="16960" y="20534"/>
                    <a:pt x="17232" y="20104"/>
                  </a:cubicBezTo>
                  <a:cubicBezTo>
                    <a:pt x="17924" y="19010"/>
                    <a:pt x="18616" y="19555"/>
                    <a:pt x="19222" y="19555"/>
                  </a:cubicBezTo>
                  <a:cubicBezTo>
                    <a:pt x="19829" y="19555"/>
                    <a:pt x="19915" y="18094"/>
                    <a:pt x="20348" y="17363"/>
                  </a:cubicBezTo>
                  <a:cubicBezTo>
                    <a:pt x="20591" y="16952"/>
                    <a:pt x="20971" y="16718"/>
                    <a:pt x="21258" y="16592"/>
                  </a:cubicBezTo>
                  <a:cubicBezTo>
                    <a:pt x="21026" y="15581"/>
                    <a:pt x="21014" y="13610"/>
                    <a:pt x="20628" y="12797"/>
                  </a:cubicBezTo>
                  <a:cubicBezTo>
                    <a:pt x="20173" y="11840"/>
                    <a:pt x="19525" y="10193"/>
                    <a:pt x="19720" y="9236"/>
                  </a:cubicBezTo>
                  <a:cubicBezTo>
                    <a:pt x="19915" y="8276"/>
                    <a:pt x="19915" y="6908"/>
                    <a:pt x="19394" y="5813"/>
                  </a:cubicBezTo>
                  <a:cubicBezTo>
                    <a:pt x="19166" y="5333"/>
                    <a:pt x="18994" y="4772"/>
                    <a:pt x="18899" y="4236"/>
                  </a:cubicBezTo>
                  <a:cubicBezTo>
                    <a:pt x="17844" y="3950"/>
                    <a:pt x="16423" y="3626"/>
                    <a:pt x="16105" y="3851"/>
                  </a:cubicBezTo>
                  <a:cubicBezTo>
                    <a:pt x="15586" y="4218"/>
                    <a:pt x="13510" y="746"/>
                    <a:pt x="13163" y="197"/>
                  </a:cubicBezTo>
                  <a:cubicBezTo>
                    <a:pt x="12935" y="-160"/>
                    <a:pt x="11396" y="26"/>
                    <a:pt x="10009" y="299"/>
                  </a:cubicBezTo>
                  <a:cubicBezTo>
                    <a:pt x="9210" y="2166"/>
                    <a:pt x="9785" y="3539"/>
                    <a:pt x="9743" y="6407"/>
                  </a:cubicBezTo>
                  <a:cubicBezTo>
                    <a:pt x="9700" y="9331"/>
                    <a:pt x="8184" y="8783"/>
                    <a:pt x="7364" y="8783"/>
                  </a:cubicBezTo>
                  <a:cubicBezTo>
                    <a:pt x="6539" y="8783"/>
                    <a:pt x="5199" y="3578"/>
                    <a:pt x="4767" y="2387"/>
                  </a:cubicBezTo>
                  <a:cubicBezTo>
                    <a:pt x="4332" y="1202"/>
                    <a:pt x="2945" y="3851"/>
                    <a:pt x="1952" y="5126"/>
                  </a:cubicBezTo>
                  <a:cubicBezTo>
                    <a:pt x="956" y="6407"/>
                    <a:pt x="1475" y="8873"/>
                    <a:pt x="783" y="10058"/>
                  </a:cubicBezTo>
                  <a:cubicBezTo>
                    <a:pt x="92" y="11246"/>
                    <a:pt x="-342" y="13256"/>
                    <a:pt x="350" y="15905"/>
                  </a:cubicBezTo>
                  <a:cubicBezTo>
                    <a:pt x="378" y="16012"/>
                    <a:pt x="396" y="16124"/>
                    <a:pt x="423" y="16229"/>
                  </a:cubicBezTo>
                  <a:cubicBezTo>
                    <a:pt x="1289" y="16085"/>
                    <a:pt x="2210" y="15749"/>
                    <a:pt x="2742" y="14950"/>
                  </a:cubicBezTo>
                  <a:cubicBezTo>
                    <a:pt x="3668" y="13556"/>
                    <a:pt x="6184" y="14950"/>
                    <a:pt x="6976" y="1495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0" name="Shape 3316"/>
            <p:cNvSpPr/>
            <p:nvPr/>
          </p:nvSpPr>
          <p:spPr>
            <a:xfrm>
              <a:off x="11375466" y="3028144"/>
              <a:ext cx="343683" cy="211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1" h="20599" extrusionOk="0">
                  <a:moveTo>
                    <a:pt x="2767" y="10097"/>
                  </a:moveTo>
                  <a:cubicBezTo>
                    <a:pt x="3179" y="11007"/>
                    <a:pt x="4499" y="11785"/>
                    <a:pt x="4995" y="11396"/>
                  </a:cubicBezTo>
                  <a:cubicBezTo>
                    <a:pt x="5488" y="11007"/>
                    <a:pt x="7057" y="12302"/>
                    <a:pt x="7057" y="13340"/>
                  </a:cubicBezTo>
                  <a:cubicBezTo>
                    <a:pt x="7057" y="14377"/>
                    <a:pt x="6644" y="17495"/>
                    <a:pt x="7057" y="17495"/>
                  </a:cubicBezTo>
                  <a:cubicBezTo>
                    <a:pt x="7431" y="17495"/>
                    <a:pt x="9806" y="18654"/>
                    <a:pt x="9969" y="20218"/>
                  </a:cubicBezTo>
                  <a:cubicBezTo>
                    <a:pt x="11033" y="20258"/>
                    <a:pt x="12244" y="20343"/>
                    <a:pt x="12695" y="20521"/>
                  </a:cubicBezTo>
                  <a:cubicBezTo>
                    <a:pt x="13577" y="20866"/>
                    <a:pt x="14124" y="20004"/>
                    <a:pt x="14564" y="19138"/>
                  </a:cubicBezTo>
                  <a:cubicBezTo>
                    <a:pt x="15004" y="18274"/>
                    <a:pt x="16542" y="17927"/>
                    <a:pt x="16982" y="17927"/>
                  </a:cubicBezTo>
                  <a:cubicBezTo>
                    <a:pt x="17424" y="17927"/>
                    <a:pt x="17424" y="16026"/>
                    <a:pt x="17533" y="15156"/>
                  </a:cubicBezTo>
                  <a:cubicBezTo>
                    <a:pt x="17644" y="14295"/>
                    <a:pt x="18744" y="12737"/>
                    <a:pt x="19404" y="12393"/>
                  </a:cubicBezTo>
                  <a:cubicBezTo>
                    <a:pt x="20065" y="12047"/>
                    <a:pt x="19954" y="10833"/>
                    <a:pt x="20613" y="10833"/>
                  </a:cubicBezTo>
                  <a:cubicBezTo>
                    <a:pt x="21274" y="10833"/>
                    <a:pt x="21162" y="9446"/>
                    <a:pt x="21053" y="8582"/>
                  </a:cubicBezTo>
                  <a:cubicBezTo>
                    <a:pt x="20989" y="8057"/>
                    <a:pt x="21066" y="7400"/>
                    <a:pt x="21321" y="6735"/>
                  </a:cubicBezTo>
                  <a:cubicBezTo>
                    <a:pt x="20613" y="6090"/>
                    <a:pt x="19975" y="5527"/>
                    <a:pt x="19438" y="4823"/>
                  </a:cubicBezTo>
                  <a:cubicBezTo>
                    <a:pt x="18428" y="3498"/>
                    <a:pt x="16746" y="1645"/>
                    <a:pt x="15908" y="1910"/>
                  </a:cubicBezTo>
                  <a:cubicBezTo>
                    <a:pt x="15066" y="2179"/>
                    <a:pt x="15066" y="-205"/>
                    <a:pt x="13721" y="587"/>
                  </a:cubicBezTo>
                  <a:cubicBezTo>
                    <a:pt x="12377" y="1384"/>
                    <a:pt x="10021" y="587"/>
                    <a:pt x="9013" y="587"/>
                  </a:cubicBezTo>
                  <a:cubicBezTo>
                    <a:pt x="8006" y="587"/>
                    <a:pt x="4811" y="-734"/>
                    <a:pt x="3634" y="587"/>
                  </a:cubicBezTo>
                  <a:cubicBezTo>
                    <a:pt x="2958" y="1344"/>
                    <a:pt x="1787" y="1662"/>
                    <a:pt x="687" y="1798"/>
                  </a:cubicBezTo>
                  <a:cubicBezTo>
                    <a:pt x="1438" y="4214"/>
                    <a:pt x="1164" y="6658"/>
                    <a:pt x="321" y="8151"/>
                  </a:cubicBezTo>
                  <a:cubicBezTo>
                    <a:pt x="-279" y="9216"/>
                    <a:pt x="69" y="9358"/>
                    <a:pt x="508" y="9776"/>
                  </a:cubicBezTo>
                  <a:cubicBezTo>
                    <a:pt x="1412" y="9643"/>
                    <a:pt x="2437" y="9366"/>
                    <a:pt x="2767" y="100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1" name="Shape 3317"/>
            <p:cNvSpPr/>
            <p:nvPr/>
          </p:nvSpPr>
          <p:spPr>
            <a:xfrm>
              <a:off x="10518819" y="3745337"/>
              <a:ext cx="267993" cy="142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6" h="20371" extrusionOk="0">
                  <a:moveTo>
                    <a:pt x="18928" y="8608"/>
                  </a:moveTo>
                  <a:cubicBezTo>
                    <a:pt x="17977" y="9368"/>
                    <a:pt x="16497" y="7080"/>
                    <a:pt x="16497" y="6320"/>
                  </a:cubicBezTo>
                  <a:cubicBezTo>
                    <a:pt x="16497" y="5790"/>
                    <a:pt x="16302" y="3890"/>
                    <a:pt x="16500" y="2709"/>
                  </a:cubicBezTo>
                  <a:cubicBezTo>
                    <a:pt x="15716" y="1978"/>
                    <a:pt x="14589" y="992"/>
                    <a:pt x="13750" y="542"/>
                  </a:cubicBezTo>
                  <a:cubicBezTo>
                    <a:pt x="12340" y="-218"/>
                    <a:pt x="11637" y="-218"/>
                    <a:pt x="10510" y="793"/>
                  </a:cubicBezTo>
                  <a:cubicBezTo>
                    <a:pt x="9792" y="1440"/>
                    <a:pt x="7809" y="1260"/>
                    <a:pt x="6468" y="1047"/>
                  </a:cubicBezTo>
                  <a:cubicBezTo>
                    <a:pt x="6349" y="1806"/>
                    <a:pt x="6161" y="2317"/>
                    <a:pt x="5825" y="2317"/>
                  </a:cubicBezTo>
                  <a:cubicBezTo>
                    <a:pt x="4874" y="2317"/>
                    <a:pt x="3607" y="4032"/>
                    <a:pt x="3395" y="5939"/>
                  </a:cubicBezTo>
                  <a:cubicBezTo>
                    <a:pt x="3183" y="7844"/>
                    <a:pt x="964" y="9368"/>
                    <a:pt x="329" y="12799"/>
                  </a:cubicBezTo>
                  <a:cubicBezTo>
                    <a:pt x="-304" y="16230"/>
                    <a:pt x="13" y="17754"/>
                    <a:pt x="964" y="15659"/>
                  </a:cubicBezTo>
                  <a:cubicBezTo>
                    <a:pt x="1915" y="13563"/>
                    <a:pt x="3078" y="14327"/>
                    <a:pt x="3078" y="16038"/>
                  </a:cubicBezTo>
                  <a:cubicBezTo>
                    <a:pt x="3078" y="17754"/>
                    <a:pt x="4346" y="17942"/>
                    <a:pt x="3922" y="20233"/>
                  </a:cubicBezTo>
                  <a:cubicBezTo>
                    <a:pt x="3914" y="20287"/>
                    <a:pt x="3917" y="20313"/>
                    <a:pt x="3910" y="20371"/>
                  </a:cubicBezTo>
                  <a:cubicBezTo>
                    <a:pt x="5355" y="20142"/>
                    <a:pt x="7364" y="19850"/>
                    <a:pt x="7975" y="19850"/>
                  </a:cubicBezTo>
                  <a:cubicBezTo>
                    <a:pt x="8962" y="19850"/>
                    <a:pt x="9947" y="14264"/>
                    <a:pt x="10369" y="13751"/>
                  </a:cubicBezTo>
                  <a:cubicBezTo>
                    <a:pt x="10791" y="13245"/>
                    <a:pt x="11921" y="17821"/>
                    <a:pt x="13047" y="19603"/>
                  </a:cubicBezTo>
                  <a:cubicBezTo>
                    <a:pt x="14172" y="21382"/>
                    <a:pt x="14316" y="18075"/>
                    <a:pt x="14316" y="16551"/>
                  </a:cubicBezTo>
                  <a:cubicBezTo>
                    <a:pt x="14316" y="15024"/>
                    <a:pt x="15302" y="14514"/>
                    <a:pt x="16005" y="14773"/>
                  </a:cubicBezTo>
                  <a:cubicBezTo>
                    <a:pt x="16709" y="15024"/>
                    <a:pt x="18261" y="15533"/>
                    <a:pt x="18261" y="13751"/>
                  </a:cubicBezTo>
                  <a:cubicBezTo>
                    <a:pt x="18261" y="11980"/>
                    <a:pt x="19106" y="12740"/>
                    <a:pt x="19668" y="12740"/>
                  </a:cubicBezTo>
                  <a:cubicBezTo>
                    <a:pt x="20232" y="12740"/>
                    <a:pt x="20375" y="10703"/>
                    <a:pt x="20375" y="10703"/>
                  </a:cubicBezTo>
                  <a:lnTo>
                    <a:pt x="21296" y="9158"/>
                  </a:lnTo>
                  <a:cubicBezTo>
                    <a:pt x="20546" y="8474"/>
                    <a:pt x="19673" y="8011"/>
                    <a:pt x="18928" y="860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2" name="Shape 3318"/>
            <p:cNvSpPr/>
            <p:nvPr/>
          </p:nvSpPr>
          <p:spPr>
            <a:xfrm>
              <a:off x="10498897" y="3167598"/>
              <a:ext cx="532537" cy="599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271" extrusionOk="0">
                  <a:moveTo>
                    <a:pt x="2712" y="5599"/>
                  </a:moveTo>
                  <a:cubicBezTo>
                    <a:pt x="2142" y="6352"/>
                    <a:pt x="1359" y="6415"/>
                    <a:pt x="1500" y="6603"/>
                  </a:cubicBezTo>
                  <a:cubicBezTo>
                    <a:pt x="1644" y="6792"/>
                    <a:pt x="2499" y="7421"/>
                    <a:pt x="2285" y="7735"/>
                  </a:cubicBezTo>
                  <a:cubicBezTo>
                    <a:pt x="2071" y="8050"/>
                    <a:pt x="1785" y="7862"/>
                    <a:pt x="1785" y="8428"/>
                  </a:cubicBezTo>
                  <a:cubicBezTo>
                    <a:pt x="1785" y="8993"/>
                    <a:pt x="787" y="8993"/>
                    <a:pt x="432" y="8993"/>
                  </a:cubicBezTo>
                  <a:cubicBezTo>
                    <a:pt x="76" y="8993"/>
                    <a:pt x="503" y="9560"/>
                    <a:pt x="290" y="9999"/>
                  </a:cubicBezTo>
                  <a:cubicBezTo>
                    <a:pt x="76" y="10439"/>
                    <a:pt x="76" y="11319"/>
                    <a:pt x="4" y="11697"/>
                  </a:cubicBezTo>
                  <a:cubicBezTo>
                    <a:pt x="-66" y="12075"/>
                    <a:pt x="717" y="12703"/>
                    <a:pt x="646" y="13018"/>
                  </a:cubicBezTo>
                  <a:cubicBezTo>
                    <a:pt x="575" y="13334"/>
                    <a:pt x="4" y="13583"/>
                    <a:pt x="148" y="13835"/>
                  </a:cubicBezTo>
                  <a:cubicBezTo>
                    <a:pt x="281" y="14074"/>
                    <a:pt x="795" y="14435"/>
                    <a:pt x="911" y="15597"/>
                  </a:cubicBezTo>
                  <a:cubicBezTo>
                    <a:pt x="1156" y="15660"/>
                    <a:pt x="1357" y="15741"/>
                    <a:pt x="1446" y="15846"/>
                  </a:cubicBezTo>
                  <a:cubicBezTo>
                    <a:pt x="1768" y="16224"/>
                    <a:pt x="2301" y="16507"/>
                    <a:pt x="2996" y="16507"/>
                  </a:cubicBezTo>
                  <a:cubicBezTo>
                    <a:pt x="3690" y="16507"/>
                    <a:pt x="3958" y="16932"/>
                    <a:pt x="4278" y="16884"/>
                  </a:cubicBezTo>
                  <a:cubicBezTo>
                    <a:pt x="4599" y="16837"/>
                    <a:pt x="5454" y="17074"/>
                    <a:pt x="4759" y="17592"/>
                  </a:cubicBezTo>
                  <a:cubicBezTo>
                    <a:pt x="4065" y="18111"/>
                    <a:pt x="3958" y="18723"/>
                    <a:pt x="3797" y="19337"/>
                  </a:cubicBezTo>
                  <a:cubicBezTo>
                    <a:pt x="3694" y="19733"/>
                    <a:pt x="3700" y="20284"/>
                    <a:pt x="3589" y="20626"/>
                  </a:cubicBezTo>
                  <a:cubicBezTo>
                    <a:pt x="4267" y="20679"/>
                    <a:pt x="5269" y="20723"/>
                    <a:pt x="5632" y="20563"/>
                  </a:cubicBezTo>
                  <a:cubicBezTo>
                    <a:pt x="6202" y="20313"/>
                    <a:pt x="6557" y="20313"/>
                    <a:pt x="7270" y="20501"/>
                  </a:cubicBezTo>
                  <a:cubicBezTo>
                    <a:pt x="7694" y="20612"/>
                    <a:pt x="8264" y="20856"/>
                    <a:pt x="8661" y="21037"/>
                  </a:cubicBezTo>
                  <a:cubicBezTo>
                    <a:pt x="8704" y="20910"/>
                    <a:pt x="8781" y="20814"/>
                    <a:pt x="8926" y="20798"/>
                  </a:cubicBezTo>
                  <a:cubicBezTo>
                    <a:pt x="9407" y="20752"/>
                    <a:pt x="9994" y="21600"/>
                    <a:pt x="10315" y="21128"/>
                  </a:cubicBezTo>
                  <a:cubicBezTo>
                    <a:pt x="10636" y="20657"/>
                    <a:pt x="11384" y="20752"/>
                    <a:pt x="11758" y="20940"/>
                  </a:cubicBezTo>
                  <a:cubicBezTo>
                    <a:pt x="12132" y="21128"/>
                    <a:pt x="12720" y="21223"/>
                    <a:pt x="13148" y="20845"/>
                  </a:cubicBezTo>
                  <a:cubicBezTo>
                    <a:pt x="13575" y="20468"/>
                    <a:pt x="15230" y="20280"/>
                    <a:pt x="15605" y="20422"/>
                  </a:cubicBezTo>
                  <a:cubicBezTo>
                    <a:pt x="15979" y="20563"/>
                    <a:pt x="16940" y="20940"/>
                    <a:pt x="16567" y="19808"/>
                  </a:cubicBezTo>
                  <a:cubicBezTo>
                    <a:pt x="16192" y="18677"/>
                    <a:pt x="17367" y="18912"/>
                    <a:pt x="17527" y="18488"/>
                  </a:cubicBezTo>
                  <a:cubicBezTo>
                    <a:pt x="17688" y="18063"/>
                    <a:pt x="19077" y="17875"/>
                    <a:pt x="18864" y="17545"/>
                  </a:cubicBezTo>
                  <a:cubicBezTo>
                    <a:pt x="18650" y="17214"/>
                    <a:pt x="16887" y="16224"/>
                    <a:pt x="16353" y="15894"/>
                  </a:cubicBezTo>
                  <a:cubicBezTo>
                    <a:pt x="15819" y="15564"/>
                    <a:pt x="15819" y="14526"/>
                    <a:pt x="15551" y="14102"/>
                  </a:cubicBezTo>
                  <a:cubicBezTo>
                    <a:pt x="15284" y="13678"/>
                    <a:pt x="14696" y="13113"/>
                    <a:pt x="15390" y="12970"/>
                  </a:cubicBezTo>
                  <a:cubicBezTo>
                    <a:pt x="16084" y="12829"/>
                    <a:pt x="17314" y="12593"/>
                    <a:pt x="17902" y="12121"/>
                  </a:cubicBezTo>
                  <a:cubicBezTo>
                    <a:pt x="18490" y="11649"/>
                    <a:pt x="19557" y="11603"/>
                    <a:pt x="19879" y="11319"/>
                  </a:cubicBezTo>
                  <a:cubicBezTo>
                    <a:pt x="20199" y="11036"/>
                    <a:pt x="20946" y="11556"/>
                    <a:pt x="21160" y="11272"/>
                  </a:cubicBezTo>
                  <a:cubicBezTo>
                    <a:pt x="21375" y="10989"/>
                    <a:pt x="21534" y="10423"/>
                    <a:pt x="21214" y="10093"/>
                  </a:cubicBezTo>
                  <a:cubicBezTo>
                    <a:pt x="20894" y="9763"/>
                    <a:pt x="20680" y="9198"/>
                    <a:pt x="20627" y="8396"/>
                  </a:cubicBezTo>
                  <a:cubicBezTo>
                    <a:pt x="20573" y="7595"/>
                    <a:pt x="20306" y="7641"/>
                    <a:pt x="20306" y="7264"/>
                  </a:cubicBezTo>
                  <a:cubicBezTo>
                    <a:pt x="20306" y="6886"/>
                    <a:pt x="20146" y="6415"/>
                    <a:pt x="19771" y="6226"/>
                  </a:cubicBezTo>
                  <a:cubicBezTo>
                    <a:pt x="19399" y="6038"/>
                    <a:pt x="19238" y="5897"/>
                    <a:pt x="19611" y="5378"/>
                  </a:cubicBezTo>
                  <a:cubicBezTo>
                    <a:pt x="19986" y="4859"/>
                    <a:pt x="19825" y="3538"/>
                    <a:pt x="19664" y="3162"/>
                  </a:cubicBezTo>
                  <a:cubicBezTo>
                    <a:pt x="19632" y="3087"/>
                    <a:pt x="19636" y="2999"/>
                    <a:pt x="19653" y="2903"/>
                  </a:cubicBezTo>
                  <a:cubicBezTo>
                    <a:pt x="19557" y="2863"/>
                    <a:pt x="19481" y="2781"/>
                    <a:pt x="19451" y="2642"/>
                  </a:cubicBezTo>
                  <a:cubicBezTo>
                    <a:pt x="19343" y="2139"/>
                    <a:pt x="18954" y="1951"/>
                    <a:pt x="18027" y="1951"/>
                  </a:cubicBezTo>
                  <a:cubicBezTo>
                    <a:pt x="17101" y="1951"/>
                    <a:pt x="18596" y="1133"/>
                    <a:pt x="18240" y="725"/>
                  </a:cubicBezTo>
                  <a:cubicBezTo>
                    <a:pt x="17885" y="317"/>
                    <a:pt x="16958" y="1479"/>
                    <a:pt x="16105" y="1227"/>
                  </a:cubicBezTo>
                  <a:cubicBezTo>
                    <a:pt x="15249" y="977"/>
                    <a:pt x="14145" y="2109"/>
                    <a:pt x="13398" y="2611"/>
                  </a:cubicBezTo>
                  <a:cubicBezTo>
                    <a:pt x="12649" y="3115"/>
                    <a:pt x="11581" y="2517"/>
                    <a:pt x="12150" y="1793"/>
                  </a:cubicBezTo>
                  <a:cubicBezTo>
                    <a:pt x="12720" y="1071"/>
                    <a:pt x="12150" y="1133"/>
                    <a:pt x="11295" y="1417"/>
                  </a:cubicBezTo>
                  <a:cubicBezTo>
                    <a:pt x="10440" y="1699"/>
                    <a:pt x="9407" y="1354"/>
                    <a:pt x="9514" y="662"/>
                  </a:cubicBezTo>
                  <a:cubicBezTo>
                    <a:pt x="9541" y="487"/>
                    <a:pt x="9479" y="325"/>
                    <a:pt x="9374" y="172"/>
                  </a:cubicBezTo>
                  <a:cubicBezTo>
                    <a:pt x="8956" y="223"/>
                    <a:pt x="8636" y="235"/>
                    <a:pt x="8482" y="190"/>
                  </a:cubicBezTo>
                  <a:cubicBezTo>
                    <a:pt x="8100" y="78"/>
                    <a:pt x="7231" y="18"/>
                    <a:pt x="6283" y="0"/>
                  </a:cubicBezTo>
                  <a:cubicBezTo>
                    <a:pt x="6567" y="367"/>
                    <a:pt x="6873" y="724"/>
                    <a:pt x="6701" y="1008"/>
                  </a:cubicBezTo>
                  <a:cubicBezTo>
                    <a:pt x="6381" y="1543"/>
                    <a:pt x="6880" y="2046"/>
                    <a:pt x="7342" y="2831"/>
                  </a:cubicBezTo>
                  <a:cubicBezTo>
                    <a:pt x="7805" y="3618"/>
                    <a:pt x="6345" y="3177"/>
                    <a:pt x="6309" y="3680"/>
                  </a:cubicBezTo>
                  <a:cubicBezTo>
                    <a:pt x="6273" y="4184"/>
                    <a:pt x="4956" y="3649"/>
                    <a:pt x="4529" y="3460"/>
                  </a:cubicBezTo>
                  <a:cubicBezTo>
                    <a:pt x="4102" y="3272"/>
                    <a:pt x="2676" y="3397"/>
                    <a:pt x="2712" y="3712"/>
                  </a:cubicBezTo>
                  <a:cubicBezTo>
                    <a:pt x="2726" y="3837"/>
                    <a:pt x="2704" y="4010"/>
                    <a:pt x="2642" y="4157"/>
                  </a:cubicBezTo>
                  <a:cubicBezTo>
                    <a:pt x="2833" y="4764"/>
                    <a:pt x="2917" y="5324"/>
                    <a:pt x="2712" y="559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3" name="Shape 3319"/>
            <p:cNvSpPr/>
            <p:nvPr/>
          </p:nvSpPr>
          <p:spPr>
            <a:xfrm>
              <a:off x="11375466" y="1713292"/>
              <a:ext cx="627526" cy="9947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3" h="21394" extrusionOk="0">
                  <a:moveTo>
                    <a:pt x="18323" y="17960"/>
                  </a:moveTo>
                  <a:cubicBezTo>
                    <a:pt x="18809" y="17274"/>
                    <a:pt x="20991" y="16744"/>
                    <a:pt x="21358" y="16130"/>
                  </a:cubicBezTo>
                  <a:cubicBezTo>
                    <a:pt x="21539" y="15824"/>
                    <a:pt x="21600" y="15672"/>
                    <a:pt x="20812" y="15100"/>
                  </a:cubicBezTo>
                  <a:cubicBezTo>
                    <a:pt x="20022" y="14528"/>
                    <a:pt x="18264" y="14147"/>
                    <a:pt x="18203" y="13842"/>
                  </a:cubicBezTo>
                  <a:cubicBezTo>
                    <a:pt x="18141" y="13536"/>
                    <a:pt x="19538" y="13498"/>
                    <a:pt x="19476" y="13117"/>
                  </a:cubicBezTo>
                  <a:cubicBezTo>
                    <a:pt x="19416" y="12735"/>
                    <a:pt x="18689" y="12737"/>
                    <a:pt x="18384" y="12431"/>
                  </a:cubicBezTo>
                  <a:cubicBezTo>
                    <a:pt x="18081" y="12126"/>
                    <a:pt x="18749" y="11934"/>
                    <a:pt x="18688" y="11783"/>
                  </a:cubicBezTo>
                  <a:cubicBezTo>
                    <a:pt x="18627" y="11631"/>
                    <a:pt x="17718" y="11554"/>
                    <a:pt x="17656" y="11362"/>
                  </a:cubicBezTo>
                  <a:cubicBezTo>
                    <a:pt x="17596" y="11173"/>
                    <a:pt x="18264" y="11211"/>
                    <a:pt x="18141" y="10982"/>
                  </a:cubicBezTo>
                  <a:cubicBezTo>
                    <a:pt x="18020" y="10754"/>
                    <a:pt x="17415" y="10333"/>
                    <a:pt x="17839" y="9990"/>
                  </a:cubicBezTo>
                  <a:cubicBezTo>
                    <a:pt x="18264" y="9647"/>
                    <a:pt x="19174" y="9991"/>
                    <a:pt x="18506" y="9228"/>
                  </a:cubicBezTo>
                  <a:cubicBezTo>
                    <a:pt x="17839" y="8465"/>
                    <a:pt x="16807" y="7512"/>
                    <a:pt x="16564" y="7283"/>
                  </a:cubicBezTo>
                  <a:cubicBezTo>
                    <a:pt x="16321" y="7054"/>
                    <a:pt x="16807" y="6672"/>
                    <a:pt x="17172" y="6521"/>
                  </a:cubicBezTo>
                  <a:cubicBezTo>
                    <a:pt x="17536" y="6368"/>
                    <a:pt x="18446" y="5796"/>
                    <a:pt x="18446" y="5567"/>
                  </a:cubicBezTo>
                  <a:cubicBezTo>
                    <a:pt x="18446" y="5339"/>
                    <a:pt x="17293" y="4728"/>
                    <a:pt x="16990" y="4614"/>
                  </a:cubicBezTo>
                  <a:cubicBezTo>
                    <a:pt x="16686" y="4499"/>
                    <a:pt x="16019" y="4538"/>
                    <a:pt x="15716" y="4156"/>
                  </a:cubicBezTo>
                  <a:cubicBezTo>
                    <a:pt x="15411" y="3775"/>
                    <a:pt x="15109" y="3661"/>
                    <a:pt x="15411" y="3432"/>
                  </a:cubicBezTo>
                  <a:cubicBezTo>
                    <a:pt x="15716" y="3203"/>
                    <a:pt x="15716" y="2975"/>
                    <a:pt x="15716" y="2745"/>
                  </a:cubicBezTo>
                  <a:cubicBezTo>
                    <a:pt x="15716" y="2517"/>
                    <a:pt x="16383" y="2707"/>
                    <a:pt x="16503" y="2364"/>
                  </a:cubicBezTo>
                  <a:cubicBezTo>
                    <a:pt x="16558" y="2208"/>
                    <a:pt x="16733" y="2036"/>
                    <a:pt x="16957" y="1895"/>
                  </a:cubicBezTo>
                  <a:cubicBezTo>
                    <a:pt x="16959" y="1634"/>
                    <a:pt x="17004" y="1354"/>
                    <a:pt x="16957" y="1176"/>
                  </a:cubicBezTo>
                  <a:cubicBezTo>
                    <a:pt x="16858" y="808"/>
                    <a:pt x="15202" y="686"/>
                    <a:pt x="14813" y="257"/>
                  </a:cubicBezTo>
                  <a:cubicBezTo>
                    <a:pt x="14422" y="-171"/>
                    <a:pt x="13448" y="12"/>
                    <a:pt x="13155" y="257"/>
                  </a:cubicBezTo>
                  <a:cubicBezTo>
                    <a:pt x="12864" y="502"/>
                    <a:pt x="11108" y="196"/>
                    <a:pt x="11108" y="564"/>
                  </a:cubicBezTo>
                  <a:cubicBezTo>
                    <a:pt x="11108" y="931"/>
                    <a:pt x="9842" y="993"/>
                    <a:pt x="9842" y="1421"/>
                  </a:cubicBezTo>
                  <a:cubicBezTo>
                    <a:pt x="9842" y="1850"/>
                    <a:pt x="10426" y="2585"/>
                    <a:pt x="9451" y="2524"/>
                  </a:cubicBezTo>
                  <a:cubicBezTo>
                    <a:pt x="8477" y="2463"/>
                    <a:pt x="9158" y="2769"/>
                    <a:pt x="8574" y="3259"/>
                  </a:cubicBezTo>
                  <a:cubicBezTo>
                    <a:pt x="7988" y="3750"/>
                    <a:pt x="7988" y="2952"/>
                    <a:pt x="7404" y="3075"/>
                  </a:cubicBezTo>
                  <a:cubicBezTo>
                    <a:pt x="6820" y="3197"/>
                    <a:pt x="6137" y="2707"/>
                    <a:pt x="5844" y="3013"/>
                  </a:cubicBezTo>
                  <a:cubicBezTo>
                    <a:pt x="5552" y="3321"/>
                    <a:pt x="4578" y="3075"/>
                    <a:pt x="3603" y="2952"/>
                  </a:cubicBezTo>
                  <a:cubicBezTo>
                    <a:pt x="2628" y="2830"/>
                    <a:pt x="2142" y="1973"/>
                    <a:pt x="1361" y="1911"/>
                  </a:cubicBezTo>
                  <a:cubicBezTo>
                    <a:pt x="843" y="1871"/>
                    <a:pt x="290" y="2130"/>
                    <a:pt x="0" y="2540"/>
                  </a:cubicBezTo>
                  <a:cubicBezTo>
                    <a:pt x="756" y="2847"/>
                    <a:pt x="1251" y="3283"/>
                    <a:pt x="2237" y="3565"/>
                  </a:cubicBezTo>
                  <a:cubicBezTo>
                    <a:pt x="3310" y="3872"/>
                    <a:pt x="5259" y="4239"/>
                    <a:pt x="5164" y="4668"/>
                  </a:cubicBezTo>
                  <a:cubicBezTo>
                    <a:pt x="5065" y="5096"/>
                    <a:pt x="4772" y="5709"/>
                    <a:pt x="5259" y="5894"/>
                  </a:cubicBezTo>
                  <a:cubicBezTo>
                    <a:pt x="5748" y="6077"/>
                    <a:pt x="5164" y="6873"/>
                    <a:pt x="5748" y="7058"/>
                  </a:cubicBezTo>
                  <a:cubicBezTo>
                    <a:pt x="6332" y="7242"/>
                    <a:pt x="6137" y="8160"/>
                    <a:pt x="5649" y="8160"/>
                  </a:cubicBezTo>
                  <a:cubicBezTo>
                    <a:pt x="5164" y="8160"/>
                    <a:pt x="5748" y="8650"/>
                    <a:pt x="6041" y="8833"/>
                  </a:cubicBezTo>
                  <a:cubicBezTo>
                    <a:pt x="6173" y="8917"/>
                    <a:pt x="6281" y="9166"/>
                    <a:pt x="6329" y="9468"/>
                  </a:cubicBezTo>
                  <a:cubicBezTo>
                    <a:pt x="6927" y="9560"/>
                    <a:pt x="7460" y="9750"/>
                    <a:pt x="7980" y="9896"/>
                  </a:cubicBezTo>
                  <a:cubicBezTo>
                    <a:pt x="8800" y="10124"/>
                    <a:pt x="8677" y="10486"/>
                    <a:pt x="8708" y="10887"/>
                  </a:cubicBezTo>
                  <a:cubicBezTo>
                    <a:pt x="8738" y="11287"/>
                    <a:pt x="8768" y="11515"/>
                    <a:pt x="8344" y="11344"/>
                  </a:cubicBezTo>
                  <a:cubicBezTo>
                    <a:pt x="7919" y="11173"/>
                    <a:pt x="7464" y="11344"/>
                    <a:pt x="7221" y="11916"/>
                  </a:cubicBezTo>
                  <a:cubicBezTo>
                    <a:pt x="6977" y="12488"/>
                    <a:pt x="5826" y="13175"/>
                    <a:pt x="5128" y="13213"/>
                  </a:cubicBezTo>
                  <a:cubicBezTo>
                    <a:pt x="4429" y="13250"/>
                    <a:pt x="4491" y="13708"/>
                    <a:pt x="3914" y="13803"/>
                  </a:cubicBezTo>
                  <a:cubicBezTo>
                    <a:pt x="3339" y="13899"/>
                    <a:pt x="2793" y="14108"/>
                    <a:pt x="2823" y="14509"/>
                  </a:cubicBezTo>
                  <a:cubicBezTo>
                    <a:pt x="2853" y="14909"/>
                    <a:pt x="1974" y="14947"/>
                    <a:pt x="1397" y="14947"/>
                  </a:cubicBezTo>
                  <a:cubicBezTo>
                    <a:pt x="820" y="14947"/>
                    <a:pt x="942" y="15596"/>
                    <a:pt x="487" y="15767"/>
                  </a:cubicBezTo>
                  <a:cubicBezTo>
                    <a:pt x="32" y="15939"/>
                    <a:pt x="122" y="16167"/>
                    <a:pt x="547" y="16511"/>
                  </a:cubicBezTo>
                  <a:cubicBezTo>
                    <a:pt x="972" y="16854"/>
                    <a:pt x="608" y="17159"/>
                    <a:pt x="759" y="17407"/>
                  </a:cubicBezTo>
                  <a:cubicBezTo>
                    <a:pt x="912" y="17654"/>
                    <a:pt x="1579" y="18226"/>
                    <a:pt x="1123" y="18855"/>
                  </a:cubicBezTo>
                  <a:cubicBezTo>
                    <a:pt x="669" y="19485"/>
                    <a:pt x="184" y="20267"/>
                    <a:pt x="577" y="20191"/>
                  </a:cubicBezTo>
                  <a:cubicBezTo>
                    <a:pt x="971" y="20115"/>
                    <a:pt x="1882" y="20706"/>
                    <a:pt x="2489" y="20667"/>
                  </a:cubicBezTo>
                  <a:cubicBezTo>
                    <a:pt x="3096" y="20628"/>
                    <a:pt x="3158" y="21200"/>
                    <a:pt x="3733" y="21086"/>
                  </a:cubicBezTo>
                  <a:cubicBezTo>
                    <a:pt x="4309" y="20972"/>
                    <a:pt x="4309" y="21429"/>
                    <a:pt x="5978" y="21392"/>
                  </a:cubicBezTo>
                  <a:cubicBezTo>
                    <a:pt x="7646" y="21354"/>
                    <a:pt x="11013" y="20477"/>
                    <a:pt x="12348" y="20477"/>
                  </a:cubicBezTo>
                  <a:cubicBezTo>
                    <a:pt x="13105" y="20477"/>
                    <a:pt x="13711" y="20420"/>
                    <a:pt x="14187" y="20345"/>
                  </a:cubicBezTo>
                  <a:cubicBezTo>
                    <a:pt x="14474" y="20075"/>
                    <a:pt x="14821" y="19780"/>
                    <a:pt x="15169" y="19562"/>
                  </a:cubicBezTo>
                  <a:cubicBezTo>
                    <a:pt x="16019" y="19027"/>
                    <a:pt x="17839" y="18647"/>
                    <a:pt x="18323" y="1796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4" name="Shape 3320"/>
            <p:cNvSpPr/>
            <p:nvPr/>
          </p:nvSpPr>
          <p:spPr>
            <a:xfrm>
              <a:off x="12192268" y="4860969"/>
              <a:ext cx="1262305" cy="1012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2" extrusionOk="0">
                  <a:moveTo>
                    <a:pt x="12893" y="4512"/>
                  </a:moveTo>
                  <a:cubicBezTo>
                    <a:pt x="12893" y="4512"/>
                    <a:pt x="11316" y="4261"/>
                    <a:pt x="11073" y="4261"/>
                  </a:cubicBezTo>
                  <a:cubicBezTo>
                    <a:pt x="10830" y="4261"/>
                    <a:pt x="10224" y="4160"/>
                    <a:pt x="9860" y="3756"/>
                  </a:cubicBezTo>
                  <a:cubicBezTo>
                    <a:pt x="9495" y="3352"/>
                    <a:pt x="7716" y="1687"/>
                    <a:pt x="7393" y="1486"/>
                  </a:cubicBezTo>
                  <a:cubicBezTo>
                    <a:pt x="7069" y="1284"/>
                    <a:pt x="5735" y="73"/>
                    <a:pt x="5370" y="23"/>
                  </a:cubicBezTo>
                  <a:cubicBezTo>
                    <a:pt x="5006" y="-28"/>
                    <a:pt x="4966" y="23"/>
                    <a:pt x="4521" y="23"/>
                  </a:cubicBezTo>
                  <a:cubicBezTo>
                    <a:pt x="4076" y="23"/>
                    <a:pt x="4278" y="376"/>
                    <a:pt x="3469" y="426"/>
                  </a:cubicBezTo>
                  <a:cubicBezTo>
                    <a:pt x="2660" y="477"/>
                    <a:pt x="2215" y="1133"/>
                    <a:pt x="2458" y="1234"/>
                  </a:cubicBezTo>
                  <a:cubicBezTo>
                    <a:pt x="2701" y="1334"/>
                    <a:pt x="3469" y="2191"/>
                    <a:pt x="3226" y="2343"/>
                  </a:cubicBezTo>
                  <a:cubicBezTo>
                    <a:pt x="2984" y="2494"/>
                    <a:pt x="2944" y="2948"/>
                    <a:pt x="2620" y="2948"/>
                  </a:cubicBezTo>
                  <a:cubicBezTo>
                    <a:pt x="2297" y="2948"/>
                    <a:pt x="1972" y="2999"/>
                    <a:pt x="1972" y="3302"/>
                  </a:cubicBezTo>
                  <a:cubicBezTo>
                    <a:pt x="1972" y="3604"/>
                    <a:pt x="1528" y="4108"/>
                    <a:pt x="1164" y="4059"/>
                  </a:cubicBezTo>
                  <a:cubicBezTo>
                    <a:pt x="956" y="4030"/>
                    <a:pt x="500" y="3739"/>
                    <a:pt x="146" y="3495"/>
                  </a:cubicBezTo>
                  <a:lnTo>
                    <a:pt x="39" y="3861"/>
                  </a:lnTo>
                  <a:lnTo>
                    <a:pt x="0" y="4206"/>
                  </a:lnTo>
                  <a:cubicBezTo>
                    <a:pt x="71" y="4474"/>
                    <a:pt x="-35" y="5575"/>
                    <a:pt x="172" y="5662"/>
                  </a:cubicBezTo>
                  <a:cubicBezTo>
                    <a:pt x="399" y="5756"/>
                    <a:pt x="520" y="6266"/>
                    <a:pt x="1004" y="6928"/>
                  </a:cubicBezTo>
                  <a:cubicBezTo>
                    <a:pt x="1489" y="7588"/>
                    <a:pt x="2473" y="9364"/>
                    <a:pt x="2489" y="9798"/>
                  </a:cubicBezTo>
                  <a:cubicBezTo>
                    <a:pt x="2504" y="10233"/>
                    <a:pt x="2670" y="10705"/>
                    <a:pt x="3276" y="11215"/>
                  </a:cubicBezTo>
                  <a:cubicBezTo>
                    <a:pt x="3882" y="11725"/>
                    <a:pt x="3882" y="12348"/>
                    <a:pt x="4200" y="12651"/>
                  </a:cubicBezTo>
                  <a:cubicBezTo>
                    <a:pt x="4518" y="12953"/>
                    <a:pt x="4443" y="13312"/>
                    <a:pt x="4458" y="14068"/>
                  </a:cubicBezTo>
                  <a:cubicBezTo>
                    <a:pt x="4473" y="14823"/>
                    <a:pt x="4745" y="15805"/>
                    <a:pt x="5291" y="16222"/>
                  </a:cubicBezTo>
                  <a:cubicBezTo>
                    <a:pt x="5836" y="16637"/>
                    <a:pt x="6214" y="17090"/>
                    <a:pt x="6472" y="17902"/>
                  </a:cubicBezTo>
                  <a:cubicBezTo>
                    <a:pt x="6729" y="18715"/>
                    <a:pt x="7063" y="19413"/>
                    <a:pt x="7411" y="19849"/>
                  </a:cubicBezTo>
                  <a:cubicBezTo>
                    <a:pt x="7759" y="20282"/>
                    <a:pt x="7562" y="20509"/>
                    <a:pt x="7759" y="20830"/>
                  </a:cubicBezTo>
                  <a:cubicBezTo>
                    <a:pt x="7860" y="20995"/>
                    <a:pt x="8000" y="21277"/>
                    <a:pt x="8096" y="21572"/>
                  </a:cubicBezTo>
                  <a:cubicBezTo>
                    <a:pt x="8365" y="21411"/>
                    <a:pt x="8554" y="21287"/>
                    <a:pt x="8569" y="21250"/>
                  </a:cubicBezTo>
                  <a:cubicBezTo>
                    <a:pt x="8627" y="21104"/>
                    <a:pt x="8452" y="20701"/>
                    <a:pt x="8540" y="20556"/>
                  </a:cubicBezTo>
                  <a:cubicBezTo>
                    <a:pt x="8627" y="20410"/>
                    <a:pt x="8803" y="20153"/>
                    <a:pt x="8979" y="20081"/>
                  </a:cubicBezTo>
                  <a:cubicBezTo>
                    <a:pt x="9154" y="20008"/>
                    <a:pt x="9359" y="20300"/>
                    <a:pt x="9739" y="20227"/>
                  </a:cubicBezTo>
                  <a:cubicBezTo>
                    <a:pt x="10120" y="20155"/>
                    <a:pt x="10910" y="20264"/>
                    <a:pt x="10998" y="20373"/>
                  </a:cubicBezTo>
                  <a:cubicBezTo>
                    <a:pt x="11086" y="20483"/>
                    <a:pt x="12169" y="20410"/>
                    <a:pt x="12433" y="20666"/>
                  </a:cubicBezTo>
                  <a:cubicBezTo>
                    <a:pt x="12696" y="20921"/>
                    <a:pt x="12959" y="20848"/>
                    <a:pt x="13135" y="20337"/>
                  </a:cubicBezTo>
                  <a:cubicBezTo>
                    <a:pt x="13311" y="19826"/>
                    <a:pt x="14539" y="18731"/>
                    <a:pt x="14715" y="18620"/>
                  </a:cubicBezTo>
                  <a:cubicBezTo>
                    <a:pt x="14891" y="18511"/>
                    <a:pt x="16209" y="18620"/>
                    <a:pt x="16735" y="18475"/>
                  </a:cubicBezTo>
                  <a:cubicBezTo>
                    <a:pt x="17262" y="18329"/>
                    <a:pt x="20716" y="16942"/>
                    <a:pt x="20862" y="16796"/>
                  </a:cubicBezTo>
                  <a:cubicBezTo>
                    <a:pt x="21009" y="16650"/>
                    <a:pt x="21565" y="14387"/>
                    <a:pt x="21565" y="14131"/>
                  </a:cubicBezTo>
                  <a:cubicBezTo>
                    <a:pt x="21565" y="13875"/>
                    <a:pt x="21302" y="13182"/>
                    <a:pt x="21038" y="13218"/>
                  </a:cubicBezTo>
                  <a:cubicBezTo>
                    <a:pt x="20774" y="13254"/>
                    <a:pt x="18608" y="12962"/>
                    <a:pt x="18462" y="12853"/>
                  </a:cubicBezTo>
                  <a:cubicBezTo>
                    <a:pt x="18344" y="12765"/>
                    <a:pt x="17769" y="12224"/>
                    <a:pt x="17689" y="11481"/>
                  </a:cubicBezTo>
                  <a:cubicBezTo>
                    <a:pt x="17519" y="11318"/>
                    <a:pt x="17323" y="10968"/>
                    <a:pt x="17265" y="10664"/>
                  </a:cubicBezTo>
                  <a:cubicBezTo>
                    <a:pt x="17015" y="10704"/>
                    <a:pt x="16625" y="10632"/>
                    <a:pt x="16409" y="9929"/>
                  </a:cubicBezTo>
                  <a:cubicBezTo>
                    <a:pt x="16208" y="9757"/>
                    <a:pt x="15676" y="8814"/>
                    <a:pt x="15861" y="8551"/>
                  </a:cubicBezTo>
                  <a:cubicBezTo>
                    <a:pt x="16089" y="8231"/>
                    <a:pt x="15740" y="7551"/>
                    <a:pt x="15407" y="7173"/>
                  </a:cubicBezTo>
                  <a:cubicBezTo>
                    <a:pt x="15074" y="6795"/>
                    <a:pt x="14393" y="6096"/>
                    <a:pt x="14362" y="5662"/>
                  </a:cubicBezTo>
                  <a:cubicBezTo>
                    <a:pt x="14354" y="5542"/>
                    <a:pt x="14303" y="5345"/>
                    <a:pt x="14234" y="5119"/>
                  </a:cubicBezTo>
                  <a:lnTo>
                    <a:pt x="13419" y="5067"/>
                  </a:lnTo>
                  <a:cubicBezTo>
                    <a:pt x="13419" y="5067"/>
                    <a:pt x="12893" y="4512"/>
                    <a:pt x="12893" y="451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5" name="Shape 3321"/>
            <p:cNvSpPr/>
            <p:nvPr/>
          </p:nvSpPr>
          <p:spPr>
            <a:xfrm>
              <a:off x="13228212" y="5319175"/>
              <a:ext cx="479235" cy="537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2" h="21600" extrusionOk="0">
                  <a:moveTo>
                    <a:pt x="10720" y="478"/>
                  </a:moveTo>
                  <a:lnTo>
                    <a:pt x="10720" y="2304"/>
                  </a:lnTo>
                  <a:lnTo>
                    <a:pt x="9028" y="4233"/>
                  </a:lnTo>
                  <a:lnTo>
                    <a:pt x="8124" y="6262"/>
                  </a:lnTo>
                  <a:cubicBezTo>
                    <a:pt x="8381" y="6276"/>
                    <a:pt x="8578" y="6279"/>
                    <a:pt x="8672" y="6269"/>
                  </a:cubicBezTo>
                  <a:cubicBezTo>
                    <a:pt x="9363" y="6200"/>
                    <a:pt x="10052" y="7507"/>
                    <a:pt x="10052" y="7990"/>
                  </a:cubicBezTo>
                  <a:cubicBezTo>
                    <a:pt x="10052" y="8473"/>
                    <a:pt x="8596" y="12743"/>
                    <a:pt x="8213" y="13018"/>
                  </a:cubicBezTo>
                  <a:cubicBezTo>
                    <a:pt x="7936" y="13217"/>
                    <a:pt x="3159" y="14633"/>
                    <a:pt x="0" y="15511"/>
                  </a:cubicBezTo>
                  <a:cubicBezTo>
                    <a:pt x="685" y="16788"/>
                    <a:pt x="2052" y="19331"/>
                    <a:pt x="3286" y="21600"/>
                  </a:cubicBezTo>
                  <a:cubicBezTo>
                    <a:pt x="3496" y="21524"/>
                    <a:pt x="3719" y="21433"/>
                    <a:pt x="3963" y="21305"/>
                  </a:cubicBezTo>
                  <a:cubicBezTo>
                    <a:pt x="5470" y="20522"/>
                    <a:pt x="7174" y="20915"/>
                    <a:pt x="8324" y="20629"/>
                  </a:cubicBezTo>
                  <a:cubicBezTo>
                    <a:pt x="9473" y="20345"/>
                    <a:pt x="8363" y="19488"/>
                    <a:pt x="9355" y="18740"/>
                  </a:cubicBezTo>
                  <a:cubicBezTo>
                    <a:pt x="10346" y="17992"/>
                    <a:pt x="11771" y="18562"/>
                    <a:pt x="12286" y="18311"/>
                  </a:cubicBezTo>
                  <a:cubicBezTo>
                    <a:pt x="12802" y="18063"/>
                    <a:pt x="13159" y="16425"/>
                    <a:pt x="14030" y="16104"/>
                  </a:cubicBezTo>
                  <a:cubicBezTo>
                    <a:pt x="14901" y="15782"/>
                    <a:pt x="15853" y="15997"/>
                    <a:pt x="15733" y="15319"/>
                  </a:cubicBezTo>
                  <a:cubicBezTo>
                    <a:pt x="15615" y="14642"/>
                    <a:pt x="15814" y="12218"/>
                    <a:pt x="16645" y="12075"/>
                  </a:cubicBezTo>
                  <a:cubicBezTo>
                    <a:pt x="17478" y="11935"/>
                    <a:pt x="18787" y="11149"/>
                    <a:pt x="18825" y="10721"/>
                  </a:cubicBezTo>
                  <a:cubicBezTo>
                    <a:pt x="18866" y="10294"/>
                    <a:pt x="20529" y="8691"/>
                    <a:pt x="21043" y="7908"/>
                  </a:cubicBezTo>
                  <a:cubicBezTo>
                    <a:pt x="21558" y="7123"/>
                    <a:pt x="21600" y="6696"/>
                    <a:pt x="20847" y="6589"/>
                  </a:cubicBezTo>
                  <a:cubicBezTo>
                    <a:pt x="20094" y="6481"/>
                    <a:pt x="18905" y="4592"/>
                    <a:pt x="18589" y="4058"/>
                  </a:cubicBezTo>
                  <a:cubicBezTo>
                    <a:pt x="18272" y="3523"/>
                    <a:pt x="15972" y="3879"/>
                    <a:pt x="14111" y="2562"/>
                  </a:cubicBezTo>
                  <a:cubicBezTo>
                    <a:pt x="13353" y="2027"/>
                    <a:pt x="12934" y="1014"/>
                    <a:pt x="12667" y="0"/>
                  </a:cubicBezTo>
                  <a:lnTo>
                    <a:pt x="11736" y="478"/>
                  </a:lnTo>
                  <a:cubicBezTo>
                    <a:pt x="11736" y="478"/>
                    <a:pt x="10720" y="478"/>
                    <a:pt x="10720" y="47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6" name="Shape 3322"/>
            <p:cNvSpPr/>
            <p:nvPr/>
          </p:nvSpPr>
          <p:spPr>
            <a:xfrm>
              <a:off x="13148523" y="5259409"/>
              <a:ext cx="61747" cy="94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4" h="19943" extrusionOk="0">
                  <a:moveTo>
                    <a:pt x="15473" y="19855"/>
                  </a:moveTo>
                  <a:cubicBezTo>
                    <a:pt x="15017" y="18535"/>
                    <a:pt x="15041" y="17284"/>
                    <a:pt x="15852" y="16356"/>
                  </a:cubicBezTo>
                  <a:cubicBezTo>
                    <a:pt x="19402" y="12259"/>
                    <a:pt x="21600" y="1633"/>
                    <a:pt x="13659" y="140"/>
                  </a:cubicBezTo>
                  <a:cubicBezTo>
                    <a:pt x="5718" y="-1348"/>
                    <a:pt x="1339" y="9462"/>
                    <a:pt x="1339" y="12437"/>
                  </a:cubicBezTo>
                  <a:cubicBezTo>
                    <a:pt x="1339" y="12989"/>
                    <a:pt x="823" y="12976"/>
                    <a:pt x="0" y="12608"/>
                  </a:cubicBezTo>
                  <a:cubicBezTo>
                    <a:pt x="3916" y="19545"/>
                    <a:pt x="10962" y="20252"/>
                    <a:pt x="15473" y="1985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7" name="Shape 3323"/>
            <p:cNvSpPr/>
            <p:nvPr/>
          </p:nvSpPr>
          <p:spPr>
            <a:xfrm>
              <a:off x="13228212" y="5239487"/>
              <a:ext cx="285368" cy="230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0" extrusionOk="0">
                  <a:moveTo>
                    <a:pt x="3422" y="19935"/>
                  </a:moveTo>
                  <a:cubicBezTo>
                    <a:pt x="3983" y="20348"/>
                    <a:pt x="11186" y="21355"/>
                    <a:pt x="13909" y="21520"/>
                  </a:cubicBezTo>
                  <a:lnTo>
                    <a:pt x="15439" y="16804"/>
                  </a:lnTo>
                  <a:lnTo>
                    <a:pt x="18304" y="12323"/>
                  </a:lnTo>
                  <a:lnTo>
                    <a:pt x="18304" y="8079"/>
                  </a:lnTo>
                  <a:lnTo>
                    <a:pt x="20024" y="8079"/>
                  </a:lnTo>
                  <a:lnTo>
                    <a:pt x="21600" y="6968"/>
                  </a:lnTo>
                  <a:cubicBezTo>
                    <a:pt x="20934" y="3519"/>
                    <a:pt x="20833" y="53"/>
                    <a:pt x="20356" y="1"/>
                  </a:cubicBezTo>
                  <a:cubicBezTo>
                    <a:pt x="19550" y="-80"/>
                    <a:pt x="16259" y="4308"/>
                    <a:pt x="14919" y="7537"/>
                  </a:cubicBezTo>
                  <a:cubicBezTo>
                    <a:pt x="13576" y="10764"/>
                    <a:pt x="9687" y="13248"/>
                    <a:pt x="6329" y="12505"/>
                  </a:cubicBezTo>
                  <a:cubicBezTo>
                    <a:pt x="2972" y="11759"/>
                    <a:pt x="1835" y="13499"/>
                    <a:pt x="959" y="14244"/>
                  </a:cubicBezTo>
                  <a:cubicBezTo>
                    <a:pt x="736" y="14436"/>
                    <a:pt x="384" y="14282"/>
                    <a:pt x="0" y="13920"/>
                  </a:cubicBezTo>
                  <a:cubicBezTo>
                    <a:pt x="353" y="17179"/>
                    <a:pt x="2900" y="19546"/>
                    <a:pt x="3422" y="1993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8" name="Shape 3324"/>
            <p:cNvSpPr/>
            <p:nvPr/>
          </p:nvSpPr>
          <p:spPr>
            <a:xfrm>
              <a:off x="16057137" y="6474652"/>
              <a:ext cx="1158612" cy="353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7" h="21083" extrusionOk="0">
                  <a:moveTo>
                    <a:pt x="20712" y="3601"/>
                  </a:moveTo>
                  <a:cubicBezTo>
                    <a:pt x="20417" y="3811"/>
                    <a:pt x="19726" y="3705"/>
                    <a:pt x="19726" y="2751"/>
                  </a:cubicBezTo>
                  <a:cubicBezTo>
                    <a:pt x="19726" y="1799"/>
                    <a:pt x="19101" y="0"/>
                    <a:pt x="18706" y="0"/>
                  </a:cubicBezTo>
                  <a:cubicBezTo>
                    <a:pt x="18312" y="0"/>
                    <a:pt x="17851" y="2540"/>
                    <a:pt x="17818" y="3601"/>
                  </a:cubicBezTo>
                  <a:cubicBezTo>
                    <a:pt x="17786" y="4660"/>
                    <a:pt x="17161" y="4553"/>
                    <a:pt x="17226" y="6034"/>
                  </a:cubicBezTo>
                  <a:cubicBezTo>
                    <a:pt x="17252" y="6618"/>
                    <a:pt x="17136" y="6869"/>
                    <a:pt x="16985" y="7022"/>
                  </a:cubicBezTo>
                  <a:cubicBezTo>
                    <a:pt x="17086" y="8300"/>
                    <a:pt x="17142" y="9224"/>
                    <a:pt x="16996" y="9105"/>
                  </a:cubicBezTo>
                  <a:cubicBezTo>
                    <a:pt x="16733" y="8894"/>
                    <a:pt x="16667" y="9952"/>
                    <a:pt x="16273" y="9952"/>
                  </a:cubicBezTo>
                  <a:cubicBezTo>
                    <a:pt x="16138" y="9952"/>
                    <a:pt x="15910" y="8857"/>
                    <a:pt x="15670" y="7425"/>
                  </a:cubicBezTo>
                  <a:cubicBezTo>
                    <a:pt x="15663" y="7422"/>
                    <a:pt x="15655" y="7411"/>
                    <a:pt x="15648" y="7411"/>
                  </a:cubicBezTo>
                  <a:cubicBezTo>
                    <a:pt x="15385" y="7411"/>
                    <a:pt x="14793" y="10375"/>
                    <a:pt x="14662" y="12388"/>
                  </a:cubicBezTo>
                  <a:cubicBezTo>
                    <a:pt x="14530" y="14400"/>
                    <a:pt x="13939" y="13766"/>
                    <a:pt x="13051" y="13976"/>
                  </a:cubicBezTo>
                  <a:cubicBezTo>
                    <a:pt x="12163" y="14189"/>
                    <a:pt x="12524" y="17152"/>
                    <a:pt x="12327" y="18532"/>
                  </a:cubicBezTo>
                  <a:cubicBezTo>
                    <a:pt x="12147" y="19789"/>
                    <a:pt x="11172" y="17514"/>
                    <a:pt x="10679" y="17192"/>
                  </a:cubicBezTo>
                  <a:cubicBezTo>
                    <a:pt x="10761" y="18326"/>
                    <a:pt x="10878" y="19483"/>
                    <a:pt x="11011" y="19483"/>
                  </a:cubicBezTo>
                  <a:cubicBezTo>
                    <a:pt x="11275" y="19483"/>
                    <a:pt x="11670" y="21600"/>
                    <a:pt x="11932" y="20963"/>
                  </a:cubicBezTo>
                  <a:cubicBezTo>
                    <a:pt x="12196" y="20330"/>
                    <a:pt x="12984" y="20963"/>
                    <a:pt x="13379" y="20540"/>
                  </a:cubicBezTo>
                  <a:cubicBezTo>
                    <a:pt x="13774" y="20120"/>
                    <a:pt x="13840" y="19058"/>
                    <a:pt x="14498" y="19058"/>
                  </a:cubicBezTo>
                  <a:cubicBezTo>
                    <a:pt x="15155" y="19058"/>
                    <a:pt x="14892" y="20754"/>
                    <a:pt x="15549" y="19695"/>
                  </a:cubicBezTo>
                  <a:cubicBezTo>
                    <a:pt x="16208" y="18634"/>
                    <a:pt x="16602" y="19483"/>
                    <a:pt x="16535" y="17577"/>
                  </a:cubicBezTo>
                  <a:cubicBezTo>
                    <a:pt x="16470" y="15672"/>
                    <a:pt x="16930" y="15672"/>
                    <a:pt x="16864" y="14189"/>
                  </a:cubicBezTo>
                  <a:cubicBezTo>
                    <a:pt x="16799" y="12705"/>
                    <a:pt x="17589" y="13766"/>
                    <a:pt x="17522" y="11010"/>
                  </a:cubicBezTo>
                  <a:cubicBezTo>
                    <a:pt x="17457" y="8258"/>
                    <a:pt x="18706" y="8683"/>
                    <a:pt x="19232" y="8683"/>
                  </a:cubicBezTo>
                  <a:cubicBezTo>
                    <a:pt x="19354" y="8683"/>
                    <a:pt x="19543" y="8914"/>
                    <a:pt x="19758" y="9259"/>
                  </a:cubicBezTo>
                  <a:cubicBezTo>
                    <a:pt x="20148" y="8641"/>
                    <a:pt x="20706" y="7827"/>
                    <a:pt x="20449" y="7095"/>
                  </a:cubicBezTo>
                  <a:cubicBezTo>
                    <a:pt x="20154" y="6248"/>
                    <a:pt x="21337" y="6987"/>
                    <a:pt x="21468" y="5717"/>
                  </a:cubicBezTo>
                  <a:cubicBezTo>
                    <a:pt x="21600" y="4446"/>
                    <a:pt x="21008" y="3387"/>
                    <a:pt x="20712" y="3601"/>
                  </a:cubicBezTo>
                  <a:close/>
                  <a:moveTo>
                    <a:pt x="3893" y="7674"/>
                  </a:moveTo>
                  <a:cubicBezTo>
                    <a:pt x="3910" y="5293"/>
                    <a:pt x="3203" y="5559"/>
                    <a:pt x="3038" y="3919"/>
                  </a:cubicBezTo>
                  <a:cubicBezTo>
                    <a:pt x="2873" y="2277"/>
                    <a:pt x="2594" y="3229"/>
                    <a:pt x="2495" y="2170"/>
                  </a:cubicBezTo>
                  <a:cubicBezTo>
                    <a:pt x="2481" y="2012"/>
                    <a:pt x="2450" y="1838"/>
                    <a:pt x="2410" y="1659"/>
                  </a:cubicBezTo>
                  <a:cubicBezTo>
                    <a:pt x="2038" y="2044"/>
                    <a:pt x="2172" y="3037"/>
                    <a:pt x="2068" y="3103"/>
                  </a:cubicBezTo>
                  <a:cubicBezTo>
                    <a:pt x="1931" y="3194"/>
                    <a:pt x="1191" y="3458"/>
                    <a:pt x="1191" y="2751"/>
                  </a:cubicBezTo>
                  <a:cubicBezTo>
                    <a:pt x="1191" y="2047"/>
                    <a:pt x="1082" y="903"/>
                    <a:pt x="645" y="640"/>
                  </a:cubicBezTo>
                  <a:cubicBezTo>
                    <a:pt x="422" y="503"/>
                    <a:pt x="199" y="465"/>
                    <a:pt x="0" y="501"/>
                  </a:cubicBezTo>
                  <a:cubicBezTo>
                    <a:pt x="263" y="2384"/>
                    <a:pt x="297" y="4380"/>
                    <a:pt x="308" y="5981"/>
                  </a:cubicBezTo>
                  <a:cubicBezTo>
                    <a:pt x="326" y="8098"/>
                    <a:pt x="1295" y="11488"/>
                    <a:pt x="1443" y="12864"/>
                  </a:cubicBezTo>
                  <a:cubicBezTo>
                    <a:pt x="1591" y="14240"/>
                    <a:pt x="1870" y="14665"/>
                    <a:pt x="2512" y="16149"/>
                  </a:cubicBezTo>
                  <a:cubicBezTo>
                    <a:pt x="3153" y="17630"/>
                    <a:pt x="4403" y="20012"/>
                    <a:pt x="4649" y="19642"/>
                  </a:cubicBezTo>
                  <a:cubicBezTo>
                    <a:pt x="4896" y="19270"/>
                    <a:pt x="4272" y="15776"/>
                    <a:pt x="3910" y="14560"/>
                  </a:cubicBezTo>
                  <a:cubicBezTo>
                    <a:pt x="3548" y="13340"/>
                    <a:pt x="3876" y="10057"/>
                    <a:pt x="3893" y="767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29" name="Shape 3325"/>
            <p:cNvSpPr/>
            <p:nvPr/>
          </p:nvSpPr>
          <p:spPr>
            <a:xfrm>
              <a:off x="16893860" y="6594184"/>
              <a:ext cx="76285" cy="49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8" h="21600" extrusionOk="0">
                  <a:moveTo>
                    <a:pt x="8846" y="21600"/>
                  </a:moveTo>
                  <a:cubicBezTo>
                    <a:pt x="14633" y="21600"/>
                    <a:pt x="15596" y="13798"/>
                    <a:pt x="19456" y="15356"/>
                  </a:cubicBezTo>
                  <a:cubicBezTo>
                    <a:pt x="21600" y="16230"/>
                    <a:pt x="20774" y="9421"/>
                    <a:pt x="19292" y="0"/>
                  </a:cubicBezTo>
                  <a:cubicBezTo>
                    <a:pt x="15861" y="1756"/>
                    <a:pt x="11255" y="1713"/>
                    <a:pt x="11255" y="5987"/>
                  </a:cubicBezTo>
                  <a:cubicBezTo>
                    <a:pt x="11255" y="12847"/>
                    <a:pt x="3949" y="3434"/>
                    <a:pt x="0" y="2972"/>
                  </a:cubicBezTo>
                  <a:cubicBezTo>
                    <a:pt x="3526" y="13524"/>
                    <a:pt x="6866" y="21600"/>
                    <a:pt x="8846" y="2160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0" name="Shape 3326"/>
            <p:cNvSpPr/>
            <p:nvPr/>
          </p:nvSpPr>
          <p:spPr>
            <a:xfrm>
              <a:off x="12431331" y="4502373"/>
              <a:ext cx="586843" cy="5704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3" extrusionOk="0">
                  <a:moveTo>
                    <a:pt x="18168" y="19493"/>
                  </a:moveTo>
                  <a:cubicBezTo>
                    <a:pt x="18449" y="19188"/>
                    <a:pt x="18498" y="18766"/>
                    <a:pt x="19175" y="18664"/>
                  </a:cubicBezTo>
                  <a:cubicBezTo>
                    <a:pt x="19711" y="18583"/>
                    <a:pt x="20045" y="18942"/>
                    <a:pt x="20635" y="19503"/>
                  </a:cubicBezTo>
                  <a:cubicBezTo>
                    <a:pt x="20860" y="19278"/>
                    <a:pt x="21238" y="19082"/>
                    <a:pt x="21600" y="18975"/>
                  </a:cubicBezTo>
                  <a:cubicBezTo>
                    <a:pt x="21011" y="18349"/>
                    <a:pt x="20303" y="17629"/>
                    <a:pt x="20355" y="17197"/>
                  </a:cubicBezTo>
                  <a:cubicBezTo>
                    <a:pt x="20441" y="16485"/>
                    <a:pt x="19657" y="16128"/>
                    <a:pt x="19570" y="15681"/>
                  </a:cubicBezTo>
                  <a:cubicBezTo>
                    <a:pt x="19483" y="15236"/>
                    <a:pt x="20093" y="14523"/>
                    <a:pt x="19745" y="14166"/>
                  </a:cubicBezTo>
                  <a:cubicBezTo>
                    <a:pt x="19395" y="13809"/>
                    <a:pt x="19308" y="12917"/>
                    <a:pt x="18701" y="12828"/>
                  </a:cubicBezTo>
                  <a:cubicBezTo>
                    <a:pt x="18089" y="12739"/>
                    <a:pt x="16171" y="11759"/>
                    <a:pt x="16258" y="11135"/>
                  </a:cubicBezTo>
                  <a:cubicBezTo>
                    <a:pt x="16345" y="10511"/>
                    <a:pt x="15563" y="10064"/>
                    <a:pt x="15214" y="9887"/>
                  </a:cubicBezTo>
                  <a:cubicBezTo>
                    <a:pt x="14866" y="9708"/>
                    <a:pt x="14516" y="8103"/>
                    <a:pt x="14953" y="7835"/>
                  </a:cubicBezTo>
                  <a:cubicBezTo>
                    <a:pt x="15387" y="7569"/>
                    <a:pt x="15301" y="6052"/>
                    <a:pt x="15823" y="6052"/>
                  </a:cubicBezTo>
                  <a:cubicBezTo>
                    <a:pt x="16345" y="6052"/>
                    <a:pt x="15910" y="5250"/>
                    <a:pt x="16085" y="4715"/>
                  </a:cubicBezTo>
                  <a:cubicBezTo>
                    <a:pt x="16258" y="4181"/>
                    <a:pt x="15650" y="3913"/>
                    <a:pt x="15214" y="3913"/>
                  </a:cubicBezTo>
                  <a:cubicBezTo>
                    <a:pt x="14778" y="3913"/>
                    <a:pt x="13993" y="3199"/>
                    <a:pt x="13993" y="2573"/>
                  </a:cubicBezTo>
                  <a:cubicBezTo>
                    <a:pt x="13993" y="1951"/>
                    <a:pt x="13122" y="1060"/>
                    <a:pt x="13210" y="792"/>
                  </a:cubicBezTo>
                  <a:cubicBezTo>
                    <a:pt x="13059" y="1969"/>
                    <a:pt x="11400" y="148"/>
                    <a:pt x="10879" y="416"/>
                  </a:cubicBezTo>
                  <a:cubicBezTo>
                    <a:pt x="10358" y="684"/>
                    <a:pt x="9966" y="-117"/>
                    <a:pt x="8921" y="15"/>
                  </a:cubicBezTo>
                  <a:cubicBezTo>
                    <a:pt x="8254" y="101"/>
                    <a:pt x="8277" y="460"/>
                    <a:pt x="7939" y="779"/>
                  </a:cubicBezTo>
                  <a:lnTo>
                    <a:pt x="7980" y="792"/>
                  </a:lnTo>
                  <a:lnTo>
                    <a:pt x="6673" y="1773"/>
                  </a:lnTo>
                  <a:cubicBezTo>
                    <a:pt x="6673" y="1773"/>
                    <a:pt x="5541" y="2127"/>
                    <a:pt x="5280" y="2841"/>
                  </a:cubicBezTo>
                  <a:cubicBezTo>
                    <a:pt x="5018" y="3555"/>
                    <a:pt x="5802" y="4269"/>
                    <a:pt x="5453" y="4715"/>
                  </a:cubicBezTo>
                  <a:cubicBezTo>
                    <a:pt x="5105" y="5159"/>
                    <a:pt x="5192" y="6141"/>
                    <a:pt x="5280" y="6497"/>
                  </a:cubicBezTo>
                  <a:cubicBezTo>
                    <a:pt x="5366" y="6855"/>
                    <a:pt x="4756" y="7835"/>
                    <a:pt x="4756" y="7835"/>
                  </a:cubicBezTo>
                  <a:cubicBezTo>
                    <a:pt x="4756" y="7835"/>
                    <a:pt x="2162" y="9262"/>
                    <a:pt x="0" y="10395"/>
                  </a:cubicBezTo>
                  <a:cubicBezTo>
                    <a:pt x="39" y="10807"/>
                    <a:pt x="95" y="11207"/>
                    <a:pt x="178" y="11501"/>
                  </a:cubicBezTo>
                  <a:cubicBezTo>
                    <a:pt x="315" y="11996"/>
                    <a:pt x="526" y="12939"/>
                    <a:pt x="695" y="13719"/>
                  </a:cubicBezTo>
                  <a:cubicBezTo>
                    <a:pt x="1533" y="13712"/>
                    <a:pt x="1656" y="13636"/>
                    <a:pt x="2403" y="13720"/>
                  </a:cubicBezTo>
                  <a:cubicBezTo>
                    <a:pt x="3189" y="13809"/>
                    <a:pt x="6065" y="15949"/>
                    <a:pt x="6762" y="16306"/>
                  </a:cubicBezTo>
                  <a:cubicBezTo>
                    <a:pt x="7459" y="16662"/>
                    <a:pt x="11291" y="19604"/>
                    <a:pt x="12077" y="20318"/>
                  </a:cubicBezTo>
                  <a:cubicBezTo>
                    <a:pt x="12862" y="21032"/>
                    <a:pt x="14168" y="21211"/>
                    <a:pt x="14691" y="21211"/>
                  </a:cubicBezTo>
                  <a:cubicBezTo>
                    <a:pt x="14991" y="21211"/>
                    <a:pt x="16241" y="21358"/>
                    <a:pt x="17250" y="21483"/>
                  </a:cubicBezTo>
                  <a:cubicBezTo>
                    <a:pt x="17556" y="20723"/>
                    <a:pt x="17993" y="19683"/>
                    <a:pt x="18168" y="1949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1" name="Shape 3327"/>
            <p:cNvSpPr/>
            <p:nvPr/>
          </p:nvSpPr>
          <p:spPr>
            <a:xfrm>
              <a:off x="12909460" y="5000423"/>
              <a:ext cx="115486" cy="108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7" extrusionOk="0">
                  <a:moveTo>
                    <a:pt x="6925" y="15647"/>
                  </a:moveTo>
                  <a:lnTo>
                    <a:pt x="12678" y="20758"/>
                  </a:lnTo>
                  <a:lnTo>
                    <a:pt x="21600" y="21237"/>
                  </a:lnTo>
                  <a:cubicBezTo>
                    <a:pt x="19602" y="15750"/>
                    <a:pt x="16211" y="8291"/>
                    <a:pt x="16211" y="6399"/>
                  </a:cubicBezTo>
                  <a:cubicBezTo>
                    <a:pt x="16211" y="5723"/>
                    <a:pt x="16600" y="5061"/>
                    <a:pt x="17204" y="4433"/>
                  </a:cubicBezTo>
                  <a:cubicBezTo>
                    <a:pt x="14206" y="1506"/>
                    <a:pt x="12507" y="-363"/>
                    <a:pt x="9785" y="59"/>
                  </a:cubicBezTo>
                  <a:cubicBezTo>
                    <a:pt x="6342" y="592"/>
                    <a:pt x="6091" y="2791"/>
                    <a:pt x="4665" y="4381"/>
                  </a:cubicBezTo>
                  <a:cubicBezTo>
                    <a:pt x="3777" y="5370"/>
                    <a:pt x="1554" y="10788"/>
                    <a:pt x="0" y="14750"/>
                  </a:cubicBezTo>
                  <a:cubicBezTo>
                    <a:pt x="3792" y="15231"/>
                    <a:pt x="6925" y="15647"/>
                    <a:pt x="6925" y="156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2" name="Shape 3328"/>
            <p:cNvSpPr/>
            <p:nvPr/>
          </p:nvSpPr>
          <p:spPr>
            <a:xfrm>
              <a:off x="9841470" y="3486350"/>
              <a:ext cx="864549" cy="729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6" h="21504" extrusionOk="0">
                  <a:moveTo>
                    <a:pt x="21076" y="18207"/>
                  </a:moveTo>
                  <a:cubicBezTo>
                    <a:pt x="20836" y="18181"/>
                    <a:pt x="20770" y="18702"/>
                    <a:pt x="20161" y="19148"/>
                  </a:cubicBezTo>
                  <a:cubicBezTo>
                    <a:pt x="19551" y="19593"/>
                    <a:pt x="20165" y="21600"/>
                    <a:pt x="20770" y="21500"/>
                  </a:cubicBezTo>
                  <a:cubicBezTo>
                    <a:pt x="21403" y="21396"/>
                    <a:pt x="21315" y="18233"/>
                    <a:pt x="21076" y="18207"/>
                  </a:cubicBezTo>
                  <a:close/>
                  <a:moveTo>
                    <a:pt x="18744" y="4900"/>
                  </a:moveTo>
                  <a:cubicBezTo>
                    <a:pt x="18547" y="4940"/>
                    <a:pt x="18384" y="4586"/>
                    <a:pt x="17959" y="4586"/>
                  </a:cubicBezTo>
                  <a:cubicBezTo>
                    <a:pt x="17534" y="4586"/>
                    <a:pt x="17207" y="4351"/>
                    <a:pt x="17011" y="4037"/>
                  </a:cubicBezTo>
                  <a:cubicBezTo>
                    <a:pt x="16814" y="3723"/>
                    <a:pt x="15801" y="3646"/>
                    <a:pt x="15474" y="3723"/>
                  </a:cubicBezTo>
                  <a:cubicBezTo>
                    <a:pt x="15147" y="3802"/>
                    <a:pt x="15049" y="3057"/>
                    <a:pt x="14722" y="3136"/>
                  </a:cubicBezTo>
                  <a:cubicBezTo>
                    <a:pt x="14395" y="3215"/>
                    <a:pt x="14297" y="2625"/>
                    <a:pt x="14297" y="2312"/>
                  </a:cubicBezTo>
                  <a:cubicBezTo>
                    <a:pt x="14297" y="1998"/>
                    <a:pt x="13938" y="2547"/>
                    <a:pt x="13643" y="2705"/>
                  </a:cubicBezTo>
                  <a:cubicBezTo>
                    <a:pt x="13349" y="2862"/>
                    <a:pt x="13251" y="2352"/>
                    <a:pt x="13218" y="2116"/>
                  </a:cubicBezTo>
                  <a:cubicBezTo>
                    <a:pt x="13185" y="1881"/>
                    <a:pt x="12597" y="1646"/>
                    <a:pt x="12303" y="1450"/>
                  </a:cubicBezTo>
                  <a:cubicBezTo>
                    <a:pt x="12009" y="1254"/>
                    <a:pt x="11682" y="626"/>
                    <a:pt x="11551" y="901"/>
                  </a:cubicBezTo>
                  <a:cubicBezTo>
                    <a:pt x="11420" y="1175"/>
                    <a:pt x="11061" y="509"/>
                    <a:pt x="11028" y="234"/>
                  </a:cubicBezTo>
                  <a:cubicBezTo>
                    <a:pt x="11006" y="52"/>
                    <a:pt x="10904" y="109"/>
                    <a:pt x="10838" y="0"/>
                  </a:cubicBezTo>
                  <a:cubicBezTo>
                    <a:pt x="10726" y="28"/>
                    <a:pt x="10615" y="44"/>
                    <a:pt x="10505" y="38"/>
                  </a:cubicBezTo>
                  <a:cubicBezTo>
                    <a:pt x="9982" y="12"/>
                    <a:pt x="9524" y="509"/>
                    <a:pt x="9612" y="1556"/>
                  </a:cubicBezTo>
                  <a:cubicBezTo>
                    <a:pt x="9698" y="2600"/>
                    <a:pt x="8979" y="2705"/>
                    <a:pt x="8085" y="2783"/>
                  </a:cubicBezTo>
                  <a:cubicBezTo>
                    <a:pt x="7191" y="2862"/>
                    <a:pt x="7497" y="3698"/>
                    <a:pt x="7127" y="4037"/>
                  </a:cubicBezTo>
                  <a:cubicBezTo>
                    <a:pt x="6756" y="4378"/>
                    <a:pt x="5448" y="3855"/>
                    <a:pt x="5274" y="3281"/>
                  </a:cubicBezTo>
                  <a:cubicBezTo>
                    <a:pt x="5099" y="2706"/>
                    <a:pt x="3923" y="3281"/>
                    <a:pt x="4424" y="3959"/>
                  </a:cubicBezTo>
                  <a:cubicBezTo>
                    <a:pt x="4925" y="4639"/>
                    <a:pt x="4903" y="5581"/>
                    <a:pt x="4620" y="5842"/>
                  </a:cubicBezTo>
                  <a:cubicBezTo>
                    <a:pt x="4337" y="6104"/>
                    <a:pt x="3726" y="5424"/>
                    <a:pt x="3333" y="5763"/>
                  </a:cubicBezTo>
                  <a:cubicBezTo>
                    <a:pt x="2941" y="6104"/>
                    <a:pt x="2920" y="5449"/>
                    <a:pt x="2441" y="5242"/>
                  </a:cubicBezTo>
                  <a:cubicBezTo>
                    <a:pt x="1962" y="5031"/>
                    <a:pt x="1764" y="5502"/>
                    <a:pt x="1002" y="5424"/>
                  </a:cubicBezTo>
                  <a:cubicBezTo>
                    <a:pt x="239" y="5345"/>
                    <a:pt x="-197" y="5868"/>
                    <a:pt x="87" y="6260"/>
                  </a:cubicBezTo>
                  <a:cubicBezTo>
                    <a:pt x="369" y="6652"/>
                    <a:pt x="43" y="7018"/>
                    <a:pt x="261" y="7359"/>
                  </a:cubicBezTo>
                  <a:cubicBezTo>
                    <a:pt x="479" y="7698"/>
                    <a:pt x="1481" y="7645"/>
                    <a:pt x="2222" y="8116"/>
                  </a:cubicBezTo>
                  <a:cubicBezTo>
                    <a:pt x="2964" y="8586"/>
                    <a:pt x="3137" y="8193"/>
                    <a:pt x="3508" y="8535"/>
                  </a:cubicBezTo>
                  <a:cubicBezTo>
                    <a:pt x="3879" y="8874"/>
                    <a:pt x="3966" y="8665"/>
                    <a:pt x="3987" y="9319"/>
                  </a:cubicBezTo>
                  <a:cubicBezTo>
                    <a:pt x="4010" y="9972"/>
                    <a:pt x="4424" y="10599"/>
                    <a:pt x="5143" y="10835"/>
                  </a:cubicBezTo>
                  <a:cubicBezTo>
                    <a:pt x="5862" y="11070"/>
                    <a:pt x="5318" y="11645"/>
                    <a:pt x="5535" y="12221"/>
                  </a:cubicBezTo>
                  <a:cubicBezTo>
                    <a:pt x="5753" y="12796"/>
                    <a:pt x="5209" y="13632"/>
                    <a:pt x="5318" y="14339"/>
                  </a:cubicBezTo>
                  <a:cubicBezTo>
                    <a:pt x="5427" y="15044"/>
                    <a:pt x="4968" y="17318"/>
                    <a:pt x="4620" y="17527"/>
                  </a:cubicBezTo>
                  <a:cubicBezTo>
                    <a:pt x="4598" y="17540"/>
                    <a:pt x="4562" y="17540"/>
                    <a:pt x="4533" y="17547"/>
                  </a:cubicBezTo>
                  <a:cubicBezTo>
                    <a:pt x="4860" y="17742"/>
                    <a:pt x="5203" y="17913"/>
                    <a:pt x="5371" y="18046"/>
                  </a:cubicBezTo>
                  <a:cubicBezTo>
                    <a:pt x="5690" y="18301"/>
                    <a:pt x="6378" y="18555"/>
                    <a:pt x="6803" y="18873"/>
                  </a:cubicBezTo>
                  <a:cubicBezTo>
                    <a:pt x="7227" y="19192"/>
                    <a:pt x="7970" y="19128"/>
                    <a:pt x="7970" y="18745"/>
                  </a:cubicBezTo>
                  <a:cubicBezTo>
                    <a:pt x="7970" y="18365"/>
                    <a:pt x="8394" y="18620"/>
                    <a:pt x="8659" y="18937"/>
                  </a:cubicBezTo>
                  <a:cubicBezTo>
                    <a:pt x="8924" y="19256"/>
                    <a:pt x="9933" y="19319"/>
                    <a:pt x="10410" y="19445"/>
                  </a:cubicBezTo>
                  <a:cubicBezTo>
                    <a:pt x="10812" y="19553"/>
                    <a:pt x="11399" y="19485"/>
                    <a:pt x="11924" y="19499"/>
                  </a:cubicBezTo>
                  <a:cubicBezTo>
                    <a:pt x="11904" y="19355"/>
                    <a:pt x="11877" y="19207"/>
                    <a:pt x="11835" y="19044"/>
                  </a:cubicBezTo>
                  <a:cubicBezTo>
                    <a:pt x="11574" y="18024"/>
                    <a:pt x="12336" y="17423"/>
                    <a:pt x="13055" y="17291"/>
                  </a:cubicBezTo>
                  <a:cubicBezTo>
                    <a:pt x="13774" y="17162"/>
                    <a:pt x="15343" y="17684"/>
                    <a:pt x="15758" y="17997"/>
                  </a:cubicBezTo>
                  <a:cubicBezTo>
                    <a:pt x="16172" y="18311"/>
                    <a:pt x="16739" y="18233"/>
                    <a:pt x="17458" y="17318"/>
                  </a:cubicBezTo>
                  <a:cubicBezTo>
                    <a:pt x="17821" y="16855"/>
                    <a:pt x="18118" y="16687"/>
                    <a:pt x="18382" y="16597"/>
                  </a:cubicBezTo>
                  <a:cubicBezTo>
                    <a:pt x="18401" y="16391"/>
                    <a:pt x="18490" y="16182"/>
                    <a:pt x="18547" y="15998"/>
                  </a:cubicBezTo>
                  <a:cubicBezTo>
                    <a:pt x="18645" y="15684"/>
                    <a:pt x="18187" y="15762"/>
                    <a:pt x="17861" y="15723"/>
                  </a:cubicBezTo>
                  <a:cubicBezTo>
                    <a:pt x="17534" y="15684"/>
                    <a:pt x="17305" y="15291"/>
                    <a:pt x="17534" y="14860"/>
                  </a:cubicBezTo>
                  <a:cubicBezTo>
                    <a:pt x="17763" y="14429"/>
                    <a:pt x="17338" y="14389"/>
                    <a:pt x="17109" y="13958"/>
                  </a:cubicBezTo>
                  <a:cubicBezTo>
                    <a:pt x="16880" y="13527"/>
                    <a:pt x="17207" y="13645"/>
                    <a:pt x="17403" y="13527"/>
                  </a:cubicBezTo>
                  <a:cubicBezTo>
                    <a:pt x="17599" y="13409"/>
                    <a:pt x="17861" y="12939"/>
                    <a:pt x="17697" y="12822"/>
                  </a:cubicBezTo>
                  <a:cubicBezTo>
                    <a:pt x="17534" y="12703"/>
                    <a:pt x="17403" y="12429"/>
                    <a:pt x="17534" y="11959"/>
                  </a:cubicBezTo>
                  <a:cubicBezTo>
                    <a:pt x="17665" y="11487"/>
                    <a:pt x="17272" y="11449"/>
                    <a:pt x="17272" y="11095"/>
                  </a:cubicBezTo>
                  <a:cubicBezTo>
                    <a:pt x="17272" y="10743"/>
                    <a:pt x="16913" y="10586"/>
                    <a:pt x="16619" y="11017"/>
                  </a:cubicBezTo>
                  <a:cubicBezTo>
                    <a:pt x="16324" y="11449"/>
                    <a:pt x="16226" y="11135"/>
                    <a:pt x="16422" y="10429"/>
                  </a:cubicBezTo>
                  <a:cubicBezTo>
                    <a:pt x="16619" y="9723"/>
                    <a:pt x="17305" y="9410"/>
                    <a:pt x="17371" y="9018"/>
                  </a:cubicBezTo>
                  <a:cubicBezTo>
                    <a:pt x="17436" y="8625"/>
                    <a:pt x="17828" y="8273"/>
                    <a:pt x="18122" y="8273"/>
                  </a:cubicBezTo>
                  <a:cubicBezTo>
                    <a:pt x="18417" y="8273"/>
                    <a:pt x="18351" y="7449"/>
                    <a:pt x="18449" y="6940"/>
                  </a:cubicBezTo>
                  <a:cubicBezTo>
                    <a:pt x="18547" y="6429"/>
                    <a:pt x="18613" y="5920"/>
                    <a:pt x="19038" y="5489"/>
                  </a:cubicBezTo>
                  <a:cubicBezTo>
                    <a:pt x="19463" y="5058"/>
                    <a:pt x="18940" y="4861"/>
                    <a:pt x="18744" y="490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3" name="Shape 3329"/>
            <p:cNvSpPr/>
            <p:nvPr/>
          </p:nvSpPr>
          <p:spPr>
            <a:xfrm>
              <a:off x="4701593" y="5996523"/>
              <a:ext cx="138502" cy="76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600" extrusionOk="0">
                  <a:moveTo>
                    <a:pt x="21066" y="8317"/>
                  </a:moveTo>
                  <a:cubicBezTo>
                    <a:pt x="19481" y="4345"/>
                    <a:pt x="15316" y="9036"/>
                    <a:pt x="10950" y="3616"/>
                  </a:cubicBezTo>
                  <a:cubicBezTo>
                    <a:pt x="9808" y="2184"/>
                    <a:pt x="8391" y="999"/>
                    <a:pt x="6921" y="0"/>
                  </a:cubicBezTo>
                  <a:cubicBezTo>
                    <a:pt x="6816" y="121"/>
                    <a:pt x="6727" y="269"/>
                    <a:pt x="6586" y="362"/>
                  </a:cubicBezTo>
                  <a:cubicBezTo>
                    <a:pt x="5652" y="850"/>
                    <a:pt x="2779" y="5569"/>
                    <a:pt x="0" y="10391"/>
                  </a:cubicBezTo>
                  <a:cubicBezTo>
                    <a:pt x="3135" y="14896"/>
                    <a:pt x="14802" y="21600"/>
                    <a:pt x="17993" y="21600"/>
                  </a:cubicBezTo>
                  <a:cubicBezTo>
                    <a:pt x="19496" y="21600"/>
                    <a:pt x="20301" y="20360"/>
                    <a:pt x="20981" y="19351"/>
                  </a:cubicBezTo>
                  <a:cubicBezTo>
                    <a:pt x="21432" y="14084"/>
                    <a:pt x="21600" y="9656"/>
                    <a:pt x="21066" y="83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4" name="Shape 3330"/>
            <p:cNvSpPr/>
            <p:nvPr/>
          </p:nvSpPr>
          <p:spPr>
            <a:xfrm>
              <a:off x="4741436" y="5896914"/>
              <a:ext cx="366996" cy="193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0364" extrusionOk="0">
                  <a:moveTo>
                    <a:pt x="9080" y="18053"/>
                  </a:moveTo>
                  <a:cubicBezTo>
                    <a:pt x="9230" y="17513"/>
                    <a:pt x="8174" y="14397"/>
                    <a:pt x="10211" y="14124"/>
                  </a:cubicBezTo>
                  <a:cubicBezTo>
                    <a:pt x="12249" y="13855"/>
                    <a:pt x="13758" y="13447"/>
                    <a:pt x="14060" y="11146"/>
                  </a:cubicBezTo>
                  <a:cubicBezTo>
                    <a:pt x="14362" y="8845"/>
                    <a:pt x="16777" y="9928"/>
                    <a:pt x="17456" y="9793"/>
                  </a:cubicBezTo>
                  <a:cubicBezTo>
                    <a:pt x="18017" y="9680"/>
                    <a:pt x="19816" y="6706"/>
                    <a:pt x="21574" y="6825"/>
                  </a:cubicBezTo>
                  <a:cubicBezTo>
                    <a:pt x="21600" y="3742"/>
                    <a:pt x="19268" y="4739"/>
                    <a:pt x="17658" y="1847"/>
                  </a:cubicBezTo>
                  <a:cubicBezTo>
                    <a:pt x="15938" y="-1236"/>
                    <a:pt x="12185" y="166"/>
                    <a:pt x="10153" y="1570"/>
                  </a:cubicBezTo>
                  <a:cubicBezTo>
                    <a:pt x="8121" y="2972"/>
                    <a:pt x="5776" y="24"/>
                    <a:pt x="3587" y="2270"/>
                  </a:cubicBezTo>
                  <a:cubicBezTo>
                    <a:pt x="3560" y="2295"/>
                    <a:pt x="3537" y="2311"/>
                    <a:pt x="3511" y="2336"/>
                  </a:cubicBezTo>
                  <a:cubicBezTo>
                    <a:pt x="3033" y="3417"/>
                    <a:pt x="2375" y="4752"/>
                    <a:pt x="1609" y="5864"/>
                  </a:cubicBezTo>
                  <a:cubicBezTo>
                    <a:pt x="136" y="8007"/>
                    <a:pt x="541" y="10127"/>
                    <a:pt x="0" y="10743"/>
                  </a:cubicBezTo>
                  <a:cubicBezTo>
                    <a:pt x="559" y="11117"/>
                    <a:pt x="1098" y="11560"/>
                    <a:pt x="1533" y="12096"/>
                  </a:cubicBezTo>
                  <a:cubicBezTo>
                    <a:pt x="3194" y="14124"/>
                    <a:pt x="4779" y="12369"/>
                    <a:pt x="5382" y="13855"/>
                  </a:cubicBezTo>
                  <a:cubicBezTo>
                    <a:pt x="5585" y="14356"/>
                    <a:pt x="5521" y="16012"/>
                    <a:pt x="5350" y="17983"/>
                  </a:cubicBezTo>
                  <a:cubicBezTo>
                    <a:pt x="5656" y="17538"/>
                    <a:pt x="5892" y="17221"/>
                    <a:pt x="6401" y="17983"/>
                  </a:cubicBezTo>
                  <a:cubicBezTo>
                    <a:pt x="6860" y="18669"/>
                    <a:pt x="6776" y="19522"/>
                    <a:pt x="6717" y="20364"/>
                  </a:cubicBezTo>
                  <a:lnTo>
                    <a:pt x="8023" y="19814"/>
                  </a:lnTo>
                  <a:cubicBezTo>
                    <a:pt x="8023" y="19814"/>
                    <a:pt x="8929" y="18597"/>
                    <a:pt x="9080" y="1805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5" name="Shape 3331"/>
            <p:cNvSpPr/>
            <p:nvPr/>
          </p:nvSpPr>
          <p:spPr>
            <a:xfrm>
              <a:off x="3067988" y="4821125"/>
              <a:ext cx="1822474" cy="11355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extrusionOk="0">
                  <a:moveTo>
                    <a:pt x="17975" y="20368"/>
                  </a:moveTo>
                  <a:cubicBezTo>
                    <a:pt x="18051" y="20344"/>
                    <a:pt x="18840" y="20515"/>
                    <a:pt x="18916" y="20197"/>
                  </a:cubicBezTo>
                  <a:cubicBezTo>
                    <a:pt x="18992" y="19881"/>
                    <a:pt x="18324" y="19172"/>
                    <a:pt x="18400" y="19099"/>
                  </a:cubicBezTo>
                  <a:cubicBezTo>
                    <a:pt x="18476" y="19026"/>
                    <a:pt x="18506" y="18244"/>
                    <a:pt x="18627" y="18244"/>
                  </a:cubicBezTo>
                  <a:cubicBezTo>
                    <a:pt x="18749" y="18244"/>
                    <a:pt x="19857" y="18293"/>
                    <a:pt x="19917" y="18244"/>
                  </a:cubicBezTo>
                  <a:cubicBezTo>
                    <a:pt x="19978" y="18196"/>
                    <a:pt x="20191" y="17560"/>
                    <a:pt x="20373" y="17536"/>
                  </a:cubicBezTo>
                  <a:cubicBezTo>
                    <a:pt x="20456" y="17525"/>
                    <a:pt x="20586" y="17688"/>
                    <a:pt x="20703" y="17868"/>
                  </a:cubicBezTo>
                  <a:cubicBezTo>
                    <a:pt x="20908" y="17563"/>
                    <a:pt x="20980" y="16876"/>
                    <a:pt x="21018" y="16320"/>
                  </a:cubicBezTo>
                  <a:cubicBezTo>
                    <a:pt x="21066" y="15637"/>
                    <a:pt x="20924" y="15409"/>
                    <a:pt x="21144" y="15030"/>
                  </a:cubicBezTo>
                  <a:cubicBezTo>
                    <a:pt x="21364" y="14650"/>
                    <a:pt x="21600" y="14625"/>
                    <a:pt x="21537" y="14094"/>
                  </a:cubicBezTo>
                  <a:cubicBezTo>
                    <a:pt x="21474" y="13562"/>
                    <a:pt x="21176" y="14094"/>
                    <a:pt x="20924" y="13841"/>
                  </a:cubicBezTo>
                  <a:cubicBezTo>
                    <a:pt x="20673" y="13588"/>
                    <a:pt x="20452" y="13765"/>
                    <a:pt x="19808" y="13917"/>
                  </a:cubicBezTo>
                  <a:cubicBezTo>
                    <a:pt x="19163" y="14068"/>
                    <a:pt x="18864" y="14499"/>
                    <a:pt x="18896" y="15232"/>
                  </a:cubicBezTo>
                  <a:cubicBezTo>
                    <a:pt x="18927" y="15966"/>
                    <a:pt x="18676" y="15637"/>
                    <a:pt x="18692" y="16269"/>
                  </a:cubicBezTo>
                  <a:cubicBezTo>
                    <a:pt x="18707" y="16901"/>
                    <a:pt x="18189" y="16926"/>
                    <a:pt x="18220" y="17306"/>
                  </a:cubicBezTo>
                  <a:cubicBezTo>
                    <a:pt x="18251" y="17685"/>
                    <a:pt x="17811" y="17306"/>
                    <a:pt x="17685" y="17179"/>
                  </a:cubicBezTo>
                  <a:cubicBezTo>
                    <a:pt x="17560" y="17053"/>
                    <a:pt x="16207" y="17711"/>
                    <a:pt x="16019" y="17761"/>
                  </a:cubicBezTo>
                  <a:cubicBezTo>
                    <a:pt x="15830" y="17812"/>
                    <a:pt x="15484" y="17129"/>
                    <a:pt x="15217" y="17155"/>
                  </a:cubicBezTo>
                  <a:cubicBezTo>
                    <a:pt x="14950" y="17179"/>
                    <a:pt x="14840" y="16522"/>
                    <a:pt x="14808" y="15991"/>
                  </a:cubicBezTo>
                  <a:cubicBezTo>
                    <a:pt x="14777" y="15460"/>
                    <a:pt x="14273" y="14979"/>
                    <a:pt x="14053" y="14499"/>
                  </a:cubicBezTo>
                  <a:cubicBezTo>
                    <a:pt x="13833" y="14018"/>
                    <a:pt x="13802" y="12955"/>
                    <a:pt x="13786" y="12272"/>
                  </a:cubicBezTo>
                  <a:cubicBezTo>
                    <a:pt x="13770" y="11589"/>
                    <a:pt x="13723" y="10425"/>
                    <a:pt x="14022" y="9085"/>
                  </a:cubicBezTo>
                  <a:cubicBezTo>
                    <a:pt x="14062" y="8905"/>
                    <a:pt x="14081" y="8749"/>
                    <a:pt x="14086" y="8609"/>
                  </a:cubicBezTo>
                  <a:cubicBezTo>
                    <a:pt x="13977" y="8501"/>
                    <a:pt x="13871" y="8424"/>
                    <a:pt x="13791" y="8431"/>
                  </a:cubicBezTo>
                  <a:cubicBezTo>
                    <a:pt x="13522" y="8458"/>
                    <a:pt x="12917" y="7864"/>
                    <a:pt x="12800" y="7864"/>
                  </a:cubicBezTo>
                  <a:cubicBezTo>
                    <a:pt x="12682" y="7864"/>
                    <a:pt x="12699" y="7405"/>
                    <a:pt x="12598" y="7161"/>
                  </a:cubicBezTo>
                  <a:cubicBezTo>
                    <a:pt x="12497" y="6918"/>
                    <a:pt x="12564" y="6458"/>
                    <a:pt x="12430" y="6296"/>
                  </a:cubicBezTo>
                  <a:cubicBezTo>
                    <a:pt x="12296" y="6134"/>
                    <a:pt x="11893" y="5513"/>
                    <a:pt x="11758" y="4756"/>
                  </a:cubicBezTo>
                  <a:cubicBezTo>
                    <a:pt x="11624" y="3999"/>
                    <a:pt x="10801" y="3621"/>
                    <a:pt x="10498" y="3595"/>
                  </a:cubicBezTo>
                  <a:cubicBezTo>
                    <a:pt x="10196" y="3567"/>
                    <a:pt x="10028" y="4595"/>
                    <a:pt x="9944" y="4648"/>
                  </a:cubicBezTo>
                  <a:cubicBezTo>
                    <a:pt x="9861" y="4702"/>
                    <a:pt x="9289" y="4108"/>
                    <a:pt x="9121" y="3972"/>
                  </a:cubicBezTo>
                  <a:cubicBezTo>
                    <a:pt x="8953" y="3837"/>
                    <a:pt x="8869" y="3567"/>
                    <a:pt x="8869" y="3243"/>
                  </a:cubicBezTo>
                  <a:cubicBezTo>
                    <a:pt x="8869" y="2918"/>
                    <a:pt x="8517" y="2404"/>
                    <a:pt x="8416" y="2351"/>
                  </a:cubicBezTo>
                  <a:cubicBezTo>
                    <a:pt x="8315" y="2297"/>
                    <a:pt x="7610" y="1189"/>
                    <a:pt x="7610" y="1189"/>
                  </a:cubicBezTo>
                  <a:lnTo>
                    <a:pt x="6501" y="1189"/>
                  </a:lnTo>
                  <a:lnTo>
                    <a:pt x="6266" y="1675"/>
                  </a:lnTo>
                  <a:lnTo>
                    <a:pt x="4251" y="1702"/>
                  </a:lnTo>
                  <a:cubicBezTo>
                    <a:pt x="4251" y="1702"/>
                    <a:pt x="2705" y="783"/>
                    <a:pt x="2420" y="676"/>
                  </a:cubicBezTo>
                  <a:cubicBezTo>
                    <a:pt x="2134" y="568"/>
                    <a:pt x="1630" y="0"/>
                    <a:pt x="1630" y="0"/>
                  </a:cubicBezTo>
                  <a:lnTo>
                    <a:pt x="0" y="344"/>
                  </a:lnTo>
                  <a:cubicBezTo>
                    <a:pt x="84" y="632"/>
                    <a:pt x="200" y="945"/>
                    <a:pt x="375" y="1294"/>
                  </a:cubicBezTo>
                  <a:cubicBezTo>
                    <a:pt x="705" y="1952"/>
                    <a:pt x="941" y="3115"/>
                    <a:pt x="973" y="3520"/>
                  </a:cubicBezTo>
                  <a:cubicBezTo>
                    <a:pt x="1004" y="3925"/>
                    <a:pt x="1460" y="4254"/>
                    <a:pt x="1853" y="4659"/>
                  </a:cubicBezTo>
                  <a:cubicBezTo>
                    <a:pt x="2246" y="5063"/>
                    <a:pt x="2246" y="5949"/>
                    <a:pt x="2199" y="6176"/>
                  </a:cubicBezTo>
                  <a:cubicBezTo>
                    <a:pt x="2152" y="6404"/>
                    <a:pt x="1664" y="6025"/>
                    <a:pt x="1633" y="6252"/>
                  </a:cubicBezTo>
                  <a:cubicBezTo>
                    <a:pt x="1602" y="6479"/>
                    <a:pt x="2262" y="7365"/>
                    <a:pt x="2513" y="7314"/>
                  </a:cubicBezTo>
                  <a:cubicBezTo>
                    <a:pt x="2765" y="7263"/>
                    <a:pt x="2891" y="7517"/>
                    <a:pt x="3284" y="8073"/>
                  </a:cubicBezTo>
                  <a:cubicBezTo>
                    <a:pt x="3677" y="8630"/>
                    <a:pt x="3645" y="9287"/>
                    <a:pt x="3488" y="9489"/>
                  </a:cubicBezTo>
                  <a:cubicBezTo>
                    <a:pt x="3331" y="9692"/>
                    <a:pt x="3803" y="10122"/>
                    <a:pt x="4306" y="10653"/>
                  </a:cubicBezTo>
                  <a:cubicBezTo>
                    <a:pt x="4809" y="11184"/>
                    <a:pt x="5013" y="11842"/>
                    <a:pt x="5060" y="12120"/>
                  </a:cubicBezTo>
                  <a:cubicBezTo>
                    <a:pt x="5107" y="12399"/>
                    <a:pt x="5328" y="12146"/>
                    <a:pt x="5406" y="11766"/>
                  </a:cubicBezTo>
                  <a:cubicBezTo>
                    <a:pt x="5485" y="11387"/>
                    <a:pt x="5249" y="11286"/>
                    <a:pt x="5249" y="10856"/>
                  </a:cubicBezTo>
                  <a:cubicBezTo>
                    <a:pt x="5249" y="10425"/>
                    <a:pt x="4840" y="10501"/>
                    <a:pt x="4651" y="10451"/>
                  </a:cubicBezTo>
                  <a:cubicBezTo>
                    <a:pt x="4463" y="10400"/>
                    <a:pt x="4667" y="9743"/>
                    <a:pt x="4479" y="9439"/>
                  </a:cubicBezTo>
                  <a:cubicBezTo>
                    <a:pt x="4290" y="9135"/>
                    <a:pt x="4117" y="8376"/>
                    <a:pt x="4023" y="7820"/>
                  </a:cubicBezTo>
                  <a:cubicBezTo>
                    <a:pt x="3928" y="7263"/>
                    <a:pt x="3441" y="6708"/>
                    <a:pt x="3237" y="6100"/>
                  </a:cubicBezTo>
                  <a:cubicBezTo>
                    <a:pt x="3032" y="5493"/>
                    <a:pt x="2812" y="5013"/>
                    <a:pt x="2671" y="4860"/>
                  </a:cubicBezTo>
                  <a:cubicBezTo>
                    <a:pt x="2529" y="4709"/>
                    <a:pt x="2875" y="4481"/>
                    <a:pt x="2749" y="4254"/>
                  </a:cubicBezTo>
                  <a:cubicBezTo>
                    <a:pt x="2624" y="4026"/>
                    <a:pt x="2435" y="4051"/>
                    <a:pt x="2199" y="3874"/>
                  </a:cubicBezTo>
                  <a:cubicBezTo>
                    <a:pt x="1963" y="3697"/>
                    <a:pt x="1806" y="3394"/>
                    <a:pt x="1806" y="2989"/>
                  </a:cubicBezTo>
                  <a:cubicBezTo>
                    <a:pt x="1806" y="2584"/>
                    <a:pt x="1649" y="1623"/>
                    <a:pt x="1570" y="1294"/>
                  </a:cubicBezTo>
                  <a:cubicBezTo>
                    <a:pt x="1491" y="965"/>
                    <a:pt x="1743" y="1016"/>
                    <a:pt x="1822" y="1167"/>
                  </a:cubicBezTo>
                  <a:cubicBezTo>
                    <a:pt x="1900" y="1319"/>
                    <a:pt x="1963" y="1471"/>
                    <a:pt x="2073" y="1370"/>
                  </a:cubicBezTo>
                  <a:cubicBezTo>
                    <a:pt x="2183" y="1269"/>
                    <a:pt x="2372" y="1345"/>
                    <a:pt x="2451" y="1623"/>
                  </a:cubicBezTo>
                  <a:cubicBezTo>
                    <a:pt x="2529" y="1901"/>
                    <a:pt x="2796" y="1648"/>
                    <a:pt x="2922" y="1775"/>
                  </a:cubicBezTo>
                  <a:cubicBezTo>
                    <a:pt x="3048" y="1901"/>
                    <a:pt x="2639" y="2053"/>
                    <a:pt x="3048" y="3217"/>
                  </a:cubicBezTo>
                  <a:cubicBezTo>
                    <a:pt x="3457" y="4380"/>
                    <a:pt x="3174" y="3722"/>
                    <a:pt x="3174" y="4506"/>
                  </a:cubicBezTo>
                  <a:cubicBezTo>
                    <a:pt x="3174" y="5291"/>
                    <a:pt x="3425" y="4937"/>
                    <a:pt x="3504" y="4810"/>
                  </a:cubicBezTo>
                  <a:cubicBezTo>
                    <a:pt x="3583" y="4684"/>
                    <a:pt x="3803" y="5063"/>
                    <a:pt x="4007" y="5468"/>
                  </a:cubicBezTo>
                  <a:cubicBezTo>
                    <a:pt x="4211" y="5873"/>
                    <a:pt x="4604" y="5898"/>
                    <a:pt x="4604" y="6125"/>
                  </a:cubicBezTo>
                  <a:cubicBezTo>
                    <a:pt x="4604" y="6353"/>
                    <a:pt x="4683" y="6809"/>
                    <a:pt x="4950" y="6884"/>
                  </a:cubicBezTo>
                  <a:cubicBezTo>
                    <a:pt x="5218" y="6960"/>
                    <a:pt x="5265" y="7441"/>
                    <a:pt x="5438" y="7492"/>
                  </a:cubicBezTo>
                  <a:cubicBezTo>
                    <a:pt x="5611" y="7542"/>
                    <a:pt x="5642" y="7846"/>
                    <a:pt x="5548" y="8174"/>
                  </a:cubicBezTo>
                  <a:cubicBezTo>
                    <a:pt x="5454" y="8503"/>
                    <a:pt x="5548" y="8781"/>
                    <a:pt x="5988" y="9060"/>
                  </a:cubicBezTo>
                  <a:cubicBezTo>
                    <a:pt x="6428" y="9338"/>
                    <a:pt x="6224" y="9389"/>
                    <a:pt x="6570" y="9920"/>
                  </a:cubicBezTo>
                  <a:cubicBezTo>
                    <a:pt x="6916" y="10451"/>
                    <a:pt x="7890" y="12171"/>
                    <a:pt x="8095" y="12652"/>
                  </a:cubicBezTo>
                  <a:cubicBezTo>
                    <a:pt x="8299" y="13132"/>
                    <a:pt x="8362" y="13537"/>
                    <a:pt x="8441" y="13891"/>
                  </a:cubicBezTo>
                  <a:cubicBezTo>
                    <a:pt x="8519" y="14245"/>
                    <a:pt x="8284" y="14423"/>
                    <a:pt x="8409" y="14726"/>
                  </a:cubicBezTo>
                  <a:cubicBezTo>
                    <a:pt x="8535" y="15030"/>
                    <a:pt x="8173" y="14903"/>
                    <a:pt x="8189" y="15131"/>
                  </a:cubicBezTo>
                  <a:cubicBezTo>
                    <a:pt x="8205" y="15358"/>
                    <a:pt x="8409" y="16496"/>
                    <a:pt x="8755" y="16547"/>
                  </a:cubicBezTo>
                  <a:cubicBezTo>
                    <a:pt x="9101" y="16598"/>
                    <a:pt x="9494" y="17280"/>
                    <a:pt x="9777" y="17660"/>
                  </a:cubicBezTo>
                  <a:cubicBezTo>
                    <a:pt x="10060" y="18039"/>
                    <a:pt x="10484" y="17964"/>
                    <a:pt x="10909" y="18217"/>
                  </a:cubicBezTo>
                  <a:cubicBezTo>
                    <a:pt x="11334" y="18469"/>
                    <a:pt x="11695" y="19076"/>
                    <a:pt x="12308" y="19355"/>
                  </a:cubicBezTo>
                  <a:cubicBezTo>
                    <a:pt x="12921" y="19633"/>
                    <a:pt x="13519" y="20063"/>
                    <a:pt x="13912" y="20468"/>
                  </a:cubicBezTo>
                  <a:cubicBezTo>
                    <a:pt x="14305" y="20873"/>
                    <a:pt x="14792" y="20696"/>
                    <a:pt x="15343" y="20341"/>
                  </a:cubicBezTo>
                  <a:cubicBezTo>
                    <a:pt x="15893" y="19987"/>
                    <a:pt x="16317" y="20442"/>
                    <a:pt x="16632" y="20645"/>
                  </a:cubicBezTo>
                  <a:cubicBezTo>
                    <a:pt x="16787" y="20745"/>
                    <a:pt x="17091" y="21164"/>
                    <a:pt x="17395" y="21600"/>
                  </a:cubicBezTo>
                  <a:cubicBezTo>
                    <a:pt x="17673" y="20959"/>
                    <a:pt x="17940" y="20380"/>
                    <a:pt x="17975" y="2036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6" name="Shape 3332"/>
            <p:cNvSpPr/>
            <p:nvPr/>
          </p:nvSpPr>
          <p:spPr>
            <a:xfrm>
              <a:off x="4542217" y="5777381"/>
              <a:ext cx="255961" cy="248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70" y="14384"/>
                  </a:moveTo>
                  <a:cubicBezTo>
                    <a:pt x="19971" y="13468"/>
                    <a:pt x="20915" y="12370"/>
                    <a:pt x="21600" y="11479"/>
                  </a:cubicBezTo>
                  <a:cubicBezTo>
                    <a:pt x="19841" y="12461"/>
                    <a:pt x="19305" y="11521"/>
                    <a:pt x="19562" y="10247"/>
                  </a:cubicBezTo>
                  <a:lnTo>
                    <a:pt x="17028" y="10594"/>
                  </a:lnTo>
                  <a:lnTo>
                    <a:pt x="17290" y="74"/>
                  </a:lnTo>
                  <a:cubicBezTo>
                    <a:pt x="15247" y="162"/>
                    <a:pt x="9526" y="0"/>
                    <a:pt x="8795" y="0"/>
                  </a:cubicBezTo>
                  <a:cubicBezTo>
                    <a:pt x="7930" y="0"/>
                    <a:pt x="7712" y="3570"/>
                    <a:pt x="7172" y="3903"/>
                  </a:cubicBezTo>
                  <a:cubicBezTo>
                    <a:pt x="6631" y="4239"/>
                    <a:pt x="11396" y="7473"/>
                    <a:pt x="10855" y="8919"/>
                  </a:cubicBezTo>
                  <a:cubicBezTo>
                    <a:pt x="10313" y="10371"/>
                    <a:pt x="4680" y="9587"/>
                    <a:pt x="4139" y="9698"/>
                  </a:cubicBezTo>
                  <a:cubicBezTo>
                    <a:pt x="3887" y="9754"/>
                    <a:pt x="1982" y="12397"/>
                    <a:pt x="0" y="15323"/>
                  </a:cubicBezTo>
                  <a:cubicBezTo>
                    <a:pt x="2235" y="17368"/>
                    <a:pt x="4471" y="19498"/>
                    <a:pt x="5551" y="20203"/>
                  </a:cubicBezTo>
                  <a:cubicBezTo>
                    <a:pt x="7683" y="21586"/>
                    <a:pt x="11162" y="20084"/>
                    <a:pt x="12619" y="21473"/>
                  </a:cubicBezTo>
                  <a:cubicBezTo>
                    <a:pt x="12664" y="21510"/>
                    <a:pt x="12726" y="21556"/>
                    <a:pt x="12780" y="21600"/>
                  </a:cubicBezTo>
                  <a:cubicBezTo>
                    <a:pt x="14298" y="20115"/>
                    <a:pt x="15868" y="18662"/>
                    <a:pt x="16378" y="18511"/>
                  </a:cubicBezTo>
                  <a:cubicBezTo>
                    <a:pt x="17463" y="18175"/>
                    <a:pt x="16595" y="16279"/>
                    <a:pt x="18870" y="1438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7" name="Shape 3333"/>
            <p:cNvSpPr/>
            <p:nvPr/>
          </p:nvSpPr>
          <p:spPr>
            <a:xfrm>
              <a:off x="4741436" y="5757459"/>
              <a:ext cx="78074" cy="159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0" extrusionOk="0">
                  <a:moveTo>
                    <a:pt x="3197" y="5036"/>
                  </a:moveTo>
                  <a:cubicBezTo>
                    <a:pt x="2974" y="5097"/>
                    <a:pt x="2096" y="5131"/>
                    <a:pt x="856" y="5152"/>
                  </a:cubicBezTo>
                  <a:lnTo>
                    <a:pt x="0" y="21530"/>
                  </a:lnTo>
                  <a:lnTo>
                    <a:pt x="8305" y="20991"/>
                  </a:lnTo>
                  <a:cubicBezTo>
                    <a:pt x="8900" y="19583"/>
                    <a:pt x="10792" y="17923"/>
                    <a:pt x="13510" y="16890"/>
                  </a:cubicBezTo>
                  <a:cubicBezTo>
                    <a:pt x="20131" y="14375"/>
                    <a:pt x="10194" y="4305"/>
                    <a:pt x="17921" y="3405"/>
                  </a:cubicBezTo>
                  <a:cubicBezTo>
                    <a:pt x="19345" y="3234"/>
                    <a:pt x="20526" y="2842"/>
                    <a:pt x="21600" y="2355"/>
                  </a:cubicBezTo>
                  <a:cubicBezTo>
                    <a:pt x="18852" y="1080"/>
                    <a:pt x="15803" y="-70"/>
                    <a:pt x="13852" y="4"/>
                  </a:cubicBezTo>
                  <a:cubicBezTo>
                    <a:pt x="9589" y="177"/>
                    <a:pt x="4618" y="4694"/>
                    <a:pt x="3197" y="503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8" name="Shape 3334"/>
            <p:cNvSpPr/>
            <p:nvPr/>
          </p:nvSpPr>
          <p:spPr>
            <a:xfrm>
              <a:off x="5637927" y="5637927"/>
              <a:ext cx="172581" cy="137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8" h="19927" extrusionOk="0">
                  <a:moveTo>
                    <a:pt x="9445" y="634"/>
                  </a:moveTo>
                  <a:cubicBezTo>
                    <a:pt x="6206" y="3326"/>
                    <a:pt x="14301" y="9103"/>
                    <a:pt x="14301" y="12565"/>
                  </a:cubicBezTo>
                  <a:cubicBezTo>
                    <a:pt x="14301" y="16026"/>
                    <a:pt x="1310" y="11911"/>
                    <a:pt x="55" y="15649"/>
                  </a:cubicBezTo>
                  <a:cubicBezTo>
                    <a:pt x="-592" y="17570"/>
                    <a:pt x="4587" y="20265"/>
                    <a:pt x="9445" y="18341"/>
                  </a:cubicBezTo>
                  <a:cubicBezTo>
                    <a:pt x="13966" y="16550"/>
                    <a:pt x="17071" y="18417"/>
                    <a:pt x="19573" y="19927"/>
                  </a:cubicBezTo>
                  <a:cubicBezTo>
                    <a:pt x="19936" y="14097"/>
                    <a:pt x="20496" y="7517"/>
                    <a:pt x="21008" y="3053"/>
                  </a:cubicBezTo>
                  <a:cubicBezTo>
                    <a:pt x="16906" y="1800"/>
                    <a:pt x="11801" y="-1335"/>
                    <a:pt x="9445" y="63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39" name="Shape 3335"/>
            <p:cNvSpPr/>
            <p:nvPr/>
          </p:nvSpPr>
          <p:spPr>
            <a:xfrm>
              <a:off x="5797303" y="5657849"/>
              <a:ext cx="204036" cy="121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017" extrusionOk="0">
                  <a:moveTo>
                    <a:pt x="8366" y="14416"/>
                  </a:moveTo>
                  <a:cubicBezTo>
                    <a:pt x="13434" y="11924"/>
                    <a:pt x="21600" y="16494"/>
                    <a:pt x="21600" y="10681"/>
                  </a:cubicBezTo>
                  <a:cubicBezTo>
                    <a:pt x="21600" y="4862"/>
                    <a:pt x="8084" y="-1371"/>
                    <a:pt x="4706" y="294"/>
                  </a:cubicBezTo>
                  <a:cubicBezTo>
                    <a:pt x="3788" y="741"/>
                    <a:pt x="2578" y="510"/>
                    <a:pt x="1248" y="0"/>
                  </a:cubicBezTo>
                  <a:cubicBezTo>
                    <a:pt x="803" y="4816"/>
                    <a:pt x="316" y="11915"/>
                    <a:pt x="0" y="18205"/>
                  </a:cubicBezTo>
                  <a:cubicBezTo>
                    <a:pt x="162" y="18333"/>
                    <a:pt x="326" y="18457"/>
                    <a:pt x="482" y="18570"/>
                  </a:cubicBezTo>
                  <a:cubicBezTo>
                    <a:pt x="2736" y="20229"/>
                    <a:pt x="3297" y="16908"/>
                    <a:pt x="8366" y="1441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0" name="Shape 3336"/>
            <p:cNvSpPr/>
            <p:nvPr/>
          </p:nvSpPr>
          <p:spPr>
            <a:xfrm>
              <a:off x="4860969" y="5956680"/>
              <a:ext cx="253343" cy="261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5" h="21454" extrusionOk="0">
                  <a:moveTo>
                    <a:pt x="11536" y="20299"/>
                  </a:moveTo>
                  <a:cubicBezTo>
                    <a:pt x="12651" y="20839"/>
                    <a:pt x="15437" y="20299"/>
                    <a:pt x="16552" y="21107"/>
                  </a:cubicBezTo>
                  <a:cubicBezTo>
                    <a:pt x="17092" y="21500"/>
                    <a:pt x="18008" y="21510"/>
                    <a:pt x="19061" y="21376"/>
                  </a:cubicBezTo>
                  <a:cubicBezTo>
                    <a:pt x="18736" y="20920"/>
                    <a:pt x="18486" y="20550"/>
                    <a:pt x="18362" y="20324"/>
                  </a:cubicBezTo>
                  <a:cubicBezTo>
                    <a:pt x="17575" y="18909"/>
                    <a:pt x="18924" y="16076"/>
                    <a:pt x="19598" y="14006"/>
                  </a:cubicBezTo>
                  <a:cubicBezTo>
                    <a:pt x="20272" y="11933"/>
                    <a:pt x="19035" y="6925"/>
                    <a:pt x="20272" y="5618"/>
                  </a:cubicBezTo>
                  <a:cubicBezTo>
                    <a:pt x="21508" y="4309"/>
                    <a:pt x="20834" y="3546"/>
                    <a:pt x="21396" y="497"/>
                  </a:cubicBezTo>
                  <a:cubicBezTo>
                    <a:pt x="21432" y="299"/>
                    <a:pt x="21406" y="165"/>
                    <a:pt x="21407" y="2"/>
                  </a:cubicBezTo>
                  <a:cubicBezTo>
                    <a:pt x="18879" y="-90"/>
                    <a:pt x="16292" y="2220"/>
                    <a:pt x="15487" y="2307"/>
                  </a:cubicBezTo>
                  <a:cubicBezTo>
                    <a:pt x="14509" y="2413"/>
                    <a:pt x="11037" y="1571"/>
                    <a:pt x="10603" y="3358"/>
                  </a:cubicBezTo>
                  <a:cubicBezTo>
                    <a:pt x="10168" y="5145"/>
                    <a:pt x="7999" y="5462"/>
                    <a:pt x="5069" y="5671"/>
                  </a:cubicBezTo>
                  <a:cubicBezTo>
                    <a:pt x="2140" y="5883"/>
                    <a:pt x="3658" y="8302"/>
                    <a:pt x="3441" y="8722"/>
                  </a:cubicBezTo>
                  <a:cubicBezTo>
                    <a:pt x="3224" y="9144"/>
                    <a:pt x="1923" y="10089"/>
                    <a:pt x="1923" y="10089"/>
                  </a:cubicBezTo>
                  <a:lnTo>
                    <a:pt x="44" y="10516"/>
                  </a:lnTo>
                  <a:cubicBezTo>
                    <a:pt x="-43" y="11197"/>
                    <a:pt x="-92" y="11870"/>
                    <a:pt x="826" y="12373"/>
                  </a:cubicBezTo>
                  <a:cubicBezTo>
                    <a:pt x="2624" y="13352"/>
                    <a:pt x="5096" y="17166"/>
                    <a:pt x="7007" y="18145"/>
                  </a:cubicBezTo>
                  <a:cubicBezTo>
                    <a:pt x="7927" y="18615"/>
                    <a:pt x="8497" y="19388"/>
                    <a:pt x="8742" y="20138"/>
                  </a:cubicBezTo>
                  <a:cubicBezTo>
                    <a:pt x="9843" y="20055"/>
                    <a:pt x="10961" y="20018"/>
                    <a:pt x="11536" y="2029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1" name="Shape 3337"/>
            <p:cNvSpPr/>
            <p:nvPr/>
          </p:nvSpPr>
          <p:spPr>
            <a:xfrm>
              <a:off x="5657850" y="6554340"/>
              <a:ext cx="2369795" cy="24395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571" extrusionOk="0">
                  <a:moveTo>
                    <a:pt x="11389" y="21326"/>
                  </a:moveTo>
                  <a:cubicBezTo>
                    <a:pt x="11725" y="21091"/>
                    <a:pt x="11641" y="20950"/>
                    <a:pt x="11797" y="20668"/>
                  </a:cubicBezTo>
                  <a:cubicBezTo>
                    <a:pt x="11953" y="20385"/>
                    <a:pt x="11821" y="20268"/>
                    <a:pt x="12085" y="20021"/>
                  </a:cubicBezTo>
                  <a:cubicBezTo>
                    <a:pt x="12349" y="19774"/>
                    <a:pt x="12037" y="19609"/>
                    <a:pt x="12374" y="19456"/>
                  </a:cubicBezTo>
                  <a:cubicBezTo>
                    <a:pt x="12710" y="19304"/>
                    <a:pt x="12662" y="19598"/>
                    <a:pt x="12386" y="19938"/>
                  </a:cubicBezTo>
                  <a:cubicBezTo>
                    <a:pt x="12109" y="20280"/>
                    <a:pt x="12061" y="20374"/>
                    <a:pt x="12422" y="20115"/>
                  </a:cubicBezTo>
                  <a:cubicBezTo>
                    <a:pt x="12782" y="19856"/>
                    <a:pt x="12914" y="19492"/>
                    <a:pt x="13118" y="19080"/>
                  </a:cubicBezTo>
                  <a:cubicBezTo>
                    <a:pt x="13322" y="18669"/>
                    <a:pt x="13479" y="18539"/>
                    <a:pt x="13659" y="18516"/>
                  </a:cubicBezTo>
                  <a:cubicBezTo>
                    <a:pt x="13839" y="18492"/>
                    <a:pt x="13839" y="18057"/>
                    <a:pt x="13815" y="17752"/>
                  </a:cubicBezTo>
                  <a:cubicBezTo>
                    <a:pt x="13791" y="17446"/>
                    <a:pt x="13695" y="17164"/>
                    <a:pt x="13827" y="16964"/>
                  </a:cubicBezTo>
                  <a:cubicBezTo>
                    <a:pt x="13959" y="16764"/>
                    <a:pt x="13827" y="16576"/>
                    <a:pt x="13995" y="16576"/>
                  </a:cubicBezTo>
                  <a:cubicBezTo>
                    <a:pt x="14163" y="16576"/>
                    <a:pt x="14415" y="16329"/>
                    <a:pt x="14680" y="16070"/>
                  </a:cubicBezTo>
                  <a:cubicBezTo>
                    <a:pt x="14944" y="15811"/>
                    <a:pt x="15112" y="15788"/>
                    <a:pt x="15388" y="15764"/>
                  </a:cubicBezTo>
                  <a:cubicBezTo>
                    <a:pt x="15664" y="15741"/>
                    <a:pt x="15509" y="15647"/>
                    <a:pt x="15689" y="15600"/>
                  </a:cubicBezTo>
                  <a:cubicBezTo>
                    <a:pt x="15869" y="15553"/>
                    <a:pt x="15989" y="15388"/>
                    <a:pt x="16109" y="15282"/>
                  </a:cubicBezTo>
                  <a:cubicBezTo>
                    <a:pt x="16229" y="15176"/>
                    <a:pt x="16722" y="15294"/>
                    <a:pt x="17010" y="15294"/>
                  </a:cubicBezTo>
                  <a:cubicBezTo>
                    <a:pt x="17298" y="15294"/>
                    <a:pt x="17490" y="15318"/>
                    <a:pt x="17490" y="15141"/>
                  </a:cubicBezTo>
                  <a:cubicBezTo>
                    <a:pt x="17490" y="14965"/>
                    <a:pt x="17622" y="14823"/>
                    <a:pt x="17790" y="14823"/>
                  </a:cubicBezTo>
                  <a:cubicBezTo>
                    <a:pt x="17959" y="14823"/>
                    <a:pt x="18031" y="14777"/>
                    <a:pt x="18031" y="14541"/>
                  </a:cubicBezTo>
                  <a:cubicBezTo>
                    <a:pt x="18031" y="14306"/>
                    <a:pt x="18103" y="14165"/>
                    <a:pt x="18247" y="14059"/>
                  </a:cubicBezTo>
                  <a:cubicBezTo>
                    <a:pt x="18391" y="13954"/>
                    <a:pt x="18415" y="13719"/>
                    <a:pt x="18463" y="13566"/>
                  </a:cubicBezTo>
                  <a:cubicBezTo>
                    <a:pt x="18511" y="13413"/>
                    <a:pt x="18667" y="13507"/>
                    <a:pt x="18667" y="13283"/>
                  </a:cubicBezTo>
                  <a:cubicBezTo>
                    <a:pt x="18667" y="13060"/>
                    <a:pt x="18751" y="12813"/>
                    <a:pt x="18751" y="12637"/>
                  </a:cubicBezTo>
                  <a:cubicBezTo>
                    <a:pt x="18751" y="12460"/>
                    <a:pt x="18944" y="12484"/>
                    <a:pt x="19028" y="12354"/>
                  </a:cubicBezTo>
                  <a:cubicBezTo>
                    <a:pt x="19112" y="12225"/>
                    <a:pt x="18956" y="12061"/>
                    <a:pt x="19088" y="11696"/>
                  </a:cubicBezTo>
                  <a:cubicBezTo>
                    <a:pt x="19220" y="11332"/>
                    <a:pt x="19088" y="10991"/>
                    <a:pt x="19088" y="10662"/>
                  </a:cubicBezTo>
                  <a:cubicBezTo>
                    <a:pt x="19088" y="10332"/>
                    <a:pt x="19088" y="9991"/>
                    <a:pt x="19208" y="9885"/>
                  </a:cubicBezTo>
                  <a:cubicBezTo>
                    <a:pt x="19328" y="9780"/>
                    <a:pt x="19268" y="9721"/>
                    <a:pt x="19172" y="9674"/>
                  </a:cubicBezTo>
                  <a:cubicBezTo>
                    <a:pt x="19076" y="9627"/>
                    <a:pt x="19184" y="9497"/>
                    <a:pt x="19268" y="9521"/>
                  </a:cubicBezTo>
                  <a:cubicBezTo>
                    <a:pt x="19352" y="9544"/>
                    <a:pt x="19448" y="9721"/>
                    <a:pt x="19604" y="9627"/>
                  </a:cubicBezTo>
                  <a:cubicBezTo>
                    <a:pt x="19760" y="9533"/>
                    <a:pt x="19904" y="9133"/>
                    <a:pt x="20037" y="8804"/>
                  </a:cubicBezTo>
                  <a:cubicBezTo>
                    <a:pt x="20169" y="8474"/>
                    <a:pt x="20385" y="8486"/>
                    <a:pt x="20553" y="8416"/>
                  </a:cubicBezTo>
                  <a:cubicBezTo>
                    <a:pt x="20721" y="8345"/>
                    <a:pt x="21082" y="7945"/>
                    <a:pt x="21310" y="7369"/>
                  </a:cubicBezTo>
                  <a:cubicBezTo>
                    <a:pt x="21538" y="6793"/>
                    <a:pt x="21298" y="6229"/>
                    <a:pt x="21202" y="5829"/>
                  </a:cubicBezTo>
                  <a:cubicBezTo>
                    <a:pt x="21105" y="5429"/>
                    <a:pt x="20973" y="5511"/>
                    <a:pt x="20733" y="5523"/>
                  </a:cubicBezTo>
                  <a:cubicBezTo>
                    <a:pt x="20493" y="5535"/>
                    <a:pt x="20037" y="5476"/>
                    <a:pt x="19436" y="4841"/>
                  </a:cubicBezTo>
                  <a:cubicBezTo>
                    <a:pt x="18836" y="4206"/>
                    <a:pt x="18247" y="4253"/>
                    <a:pt x="17851" y="4359"/>
                  </a:cubicBezTo>
                  <a:cubicBezTo>
                    <a:pt x="17454" y="4465"/>
                    <a:pt x="17046" y="4171"/>
                    <a:pt x="16782" y="4112"/>
                  </a:cubicBezTo>
                  <a:cubicBezTo>
                    <a:pt x="16517" y="4054"/>
                    <a:pt x="16265" y="4383"/>
                    <a:pt x="16073" y="4453"/>
                  </a:cubicBezTo>
                  <a:cubicBezTo>
                    <a:pt x="15881" y="4523"/>
                    <a:pt x="16169" y="4171"/>
                    <a:pt x="16181" y="3948"/>
                  </a:cubicBezTo>
                  <a:cubicBezTo>
                    <a:pt x="16193" y="3724"/>
                    <a:pt x="15460" y="3407"/>
                    <a:pt x="14908" y="3195"/>
                  </a:cubicBezTo>
                  <a:cubicBezTo>
                    <a:pt x="14355" y="2983"/>
                    <a:pt x="14115" y="3089"/>
                    <a:pt x="14115" y="3430"/>
                  </a:cubicBezTo>
                  <a:cubicBezTo>
                    <a:pt x="14115" y="3771"/>
                    <a:pt x="13899" y="3324"/>
                    <a:pt x="13731" y="3689"/>
                  </a:cubicBezTo>
                  <a:cubicBezTo>
                    <a:pt x="13563" y="4054"/>
                    <a:pt x="13250" y="3818"/>
                    <a:pt x="13455" y="3701"/>
                  </a:cubicBezTo>
                  <a:cubicBezTo>
                    <a:pt x="13659" y="3583"/>
                    <a:pt x="13851" y="3313"/>
                    <a:pt x="13923" y="3089"/>
                  </a:cubicBezTo>
                  <a:cubicBezTo>
                    <a:pt x="13995" y="2866"/>
                    <a:pt x="13130" y="2689"/>
                    <a:pt x="12830" y="2807"/>
                  </a:cubicBezTo>
                  <a:cubicBezTo>
                    <a:pt x="12530" y="2925"/>
                    <a:pt x="12722" y="3348"/>
                    <a:pt x="12482" y="3218"/>
                  </a:cubicBezTo>
                  <a:cubicBezTo>
                    <a:pt x="12241" y="3089"/>
                    <a:pt x="12434" y="2772"/>
                    <a:pt x="12626" y="2783"/>
                  </a:cubicBezTo>
                  <a:cubicBezTo>
                    <a:pt x="12818" y="2795"/>
                    <a:pt x="13034" y="2407"/>
                    <a:pt x="13166" y="2125"/>
                  </a:cubicBezTo>
                  <a:cubicBezTo>
                    <a:pt x="13298" y="1843"/>
                    <a:pt x="12938" y="1796"/>
                    <a:pt x="12722" y="1561"/>
                  </a:cubicBezTo>
                  <a:cubicBezTo>
                    <a:pt x="12508" y="1328"/>
                    <a:pt x="12552" y="649"/>
                    <a:pt x="12333" y="542"/>
                  </a:cubicBezTo>
                  <a:cubicBezTo>
                    <a:pt x="12098" y="770"/>
                    <a:pt x="11782" y="1126"/>
                    <a:pt x="11693" y="1387"/>
                  </a:cubicBezTo>
                  <a:cubicBezTo>
                    <a:pt x="11579" y="1722"/>
                    <a:pt x="11433" y="1531"/>
                    <a:pt x="11124" y="1626"/>
                  </a:cubicBezTo>
                  <a:cubicBezTo>
                    <a:pt x="10815" y="1722"/>
                    <a:pt x="10669" y="1594"/>
                    <a:pt x="10587" y="1467"/>
                  </a:cubicBezTo>
                  <a:cubicBezTo>
                    <a:pt x="10506" y="1339"/>
                    <a:pt x="10197" y="1467"/>
                    <a:pt x="9986" y="1451"/>
                  </a:cubicBezTo>
                  <a:cubicBezTo>
                    <a:pt x="9774" y="1435"/>
                    <a:pt x="9904" y="1706"/>
                    <a:pt x="9758" y="1786"/>
                  </a:cubicBezTo>
                  <a:cubicBezTo>
                    <a:pt x="9612" y="1865"/>
                    <a:pt x="9238" y="1626"/>
                    <a:pt x="9108" y="1770"/>
                  </a:cubicBezTo>
                  <a:cubicBezTo>
                    <a:pt x="8978" y="1913"/>
                    <a:pt x="8896" y="1770"/>
                    <a:pt x="8831" y="1897"/>
                  </a:cubicBezTo>
                  <a:cubicBezTo>
                    <a:pt x="8766" y="2024"/>
                    <a:pt x="8539" y="1945"/>
                    <a:pt x="8474" y="2024"/>
                  </a:cubicBezTo>
                  <a:cubicBezTo>
                    <a:pt x="8408" y="2104"/>
                    <a:pt x="8181" y="2152"/>
                    <a:pt x="7888" y="1833"/>
                  </a:cubicBezTo>
                  <a:cubicBezTo>
                    <a:pt x="7595" y="1515"/>
                    <a:pt x="7644" y="990"/>
                    <a:pt x="7774" y="894"/>
                  </a:cubicBezTo>
                  <a:cubicBezTo>
                    <a:pt x="7904" y="799"/>
                    <a:pt x="7904" y="528"/>
                    <a:pt x="7726" y="448"/>
                  </a:cubicBezTo>
                  <a:cubicBezTo>
                    <a:pt x="7547" y="369"/>
                    <a:pt x="7726" y="35"/>
                    <a:pt x="7498" y="3"/>
                  </a:cubicBezTo>
                  <a:cubicBezTo>
                    <a:pt x="7270" y="-29"/>
                    <a:pt x="7303" y="257"/>
                    <a:pt x="7157" y="305"/>
                  </a:cubicBezTo>
                  <a:cubicBezTo>
                    <a:pt x="7010" y="353"/>
                    <a:pt x="6653" y="592"/>
                    <a:pt x="6490" y="560"/>
                  </a:cubicBezTo>
                  <a:cubicBezTo>
                    <a:pt x="6327" y="528"/>
                    <a:pt x="6116" y="592"/>
                    <a:pt x="6116" y="767"/>
                  </a:cubicBezTo>
                  <a:cubicBezTo>
                    <a:pt x="6116" y="942"/>
                    <a:pt x="5937" y="894"/>
                    <a:pt x="5904" y="751"/>
                  </a:cubicBezTo>
                  <a:cubicBezTo>
                    <a:pt x="5872" y="608"/>
                    <a:pt x="5531" y="687"/>
                    <a:pt x="5433" y="592"/>
                  </a:cubicBezTo>
                  <a:cubicBezTo>
                    <a:pt x="5336" y="496"/>
                    <a:pt x="4880" y="544"/>
                    <a:pt x="5075" y="655"/>
                  </a:cubicBezTo>
                  <a:cubicBezTo>
                    <a:pt x="5270" y="767"/>
                    <a:pt x="5287" y="878"/>
                    <a:pt x="5287" y="1053"/>
                  </a:cubicBezTo>
                  <a:cubicBezTo>
                    <a:pt x="5287" y="1228"/>
                    <a:pt x="5433" y="1181"/>
                    <a:pt x="5433" y="1387"/>
                  </a:cubicBezTo>
                  <a:cubicBezTo>
                    <a:pt x="5433" y="1594"/>
                    <a:pt x="5596" y="1451"/>
                    <a:pt x="5709" y="1451"/>
                  </a:cubicBezTo>
                  <a:cubicBezTo>
                    <a:pt x="5823" y="1451"/>
                    <a:pt x="5823" y="1642"/>
                    <a:pt x="5645" y="1674"/>
                  </a:cubicBezTo>
                  <a:cubicBezTo>
                    <a:pt x="5466" y="1706"/>
                    <a:pt x="5384" y="1801"/>
                    <a:pt x="5336" y="1961"/>
                  </a:cubicBezTo>
                  <a:cubicBezTo>
                    <a:pt x="5287" y="2120"/>
                    <a:pt x="5124" y="2008"/>
                    <a:pt x="4978" y="2136"/>
                  </a:cubicBezTo>
                  <a:cubicBezTo>
                    <a:pt x="4831" y="2263"/>
                    <a:pt x="4701" y="2390"/>
                    <a:pt x="4604" y="2327"/>
                  </a:cubicBezTo>
                  <a:cubicBezTo>
                    <a:pt x="4506" y="2263"/>
                    <a:pt x="4425" y="2311"/>
                    <a:pt x="4311" y="2374"/>
                  </a:cubicBezTo>
                  <a:cubicBezTo>
                    <a:pt x="4197" y="2438"/>
                    <a:pt x="4149" y="2374"/>
                    <a:pt x="3986" y="2247"/>
                  </a:cubicBezTo>
                  <a:cubicBezTo>
                    <a:pt x="3864" y="2152"/>
                    <a:pt x="3788" y="1922"/>
                    <a:pt x="3572" y="1712"/>
                  </a:cubicBezTo>
                  <a:cubicBezTo>
                    <a:pt x="3443" y="1772"/>
                    <a:pt x="3182" y="1864"/>
                    <a:pt x="3042" y="1864"/>
                  </a:cubicBezTo>
                  <a:cubicBezTo>
                    <a:pt x="2852" y="1864"/>
                    <a:pt x="2256" y="1822"/>
                    <a:pt x="2224" y="1923"/>
                  </a:cubicBezTo>
                  <a:cubicBezTo>
                    <a:pt x="2192" y="2023"/>
                    <a:pt x="2267" y="2193"/>
                    <a:pt x="2365" y="2214"/>
                  </a:cubicBezTo>
                  <a:cubicBezTo>
                    <a:pt x="2462" y="2235"/>
                    <a:pt x="2668" y="2294"/>
                    <a:pt x="2473" y="2431"/>
                  </a:cubicBezTo>
                  <a:cubicBezTo>
                    <a:pt x="2278" y="2569"/>
                    <a:pt x="2105" y="2384"/>
                    <a:pt x="2105" y="2718"/>
                  </a:cubicBezTo>
                  <a:cubicBezTo>
                    <a:pt x="2105" y="3052"/>
                    <a:pt x="2542" y="3269"/>
                    <a:pt x="2451" y="3577"/>
                  </a:cubicBezTo>
                  <a:cubicBezTo>
                    <a:pt x="2404" y="3736"/>
                    <a:pt x="2340" y="4144"/>
                    <a:pt x="2340" y="4300"/>
                  </a:cubicBezTo>
                  <a:cubicBezTo>
                    <a:pt x="2340" y="4457"/>
                    <a:pt x="2276" y="4990"/>
                    <a:pt x="2132" y="5021"/>
                  </a:cubicBezTo>
                  <a:cubicBezTo>
                    <a:pt x="1988" y="5053"/>
                    <a:pt x="1860" y="4896"/>
                    <a:pt x="1668" y="5053"/>
                  </a:cubicBezTo>
                  <a:cubicBezTo>
                    <a:pt x="1475" y="5209"/>
                    <a:pt x="1235" y="5115"/>
                    <a:pt x="1011" y="5288"/>
                  </a:cubicBezTo>
                  <a:cubicBezTo>
                    <a:pt x="787" y="5460"/>
                    <a:pt x="547" y="5398"/>
                    <a:pt x="531" y="5601"/>
                  </a:cubicBezTo>
                  <a:cubicBezTo>
                    <a:pt x="515" y="5805"/>
                    <a:pt x="307" y="5915"/>
                    <a:pt x="355" y="6103"/>
                  </a:cubicBezTo>
                  <a:cubicBezTo>
                    <a:pt x="403" y="6291"/>
                    <a:pt x="259" y="6244"/>
                    <a:pt x="114" y="6385"/>
                  </a:cubicBezTo>
                  <a:cubicBezTo>
                    <a:pt x="-30" y="6526"/>
                    <a:pt x="130" y="6620"/>
                    <a:pt x="34" y="6730"/>
                  </a:cubicBezTo>
                  <a:cubicBezTo>
                    <a:pt x="-62" y="6840"/>
                    <a:pt x="66" y="7012"/>
                    <a:pt x="178" y="7185"/>
                  </a:cubicBezTo>
                  <a:cubicBezTo>
                    <a:pt x="290" y="7357"/>
                    <a:pt x="419" y="7482"/>
                    <a:pt x="403" y="7639"/>
                  </a:cubicBezTo>
                  <a:cubicBezTo>
                    <a:pt x="387" y="7796"/>
                    <a:pt x="515" y="7859"/>
                    <a:pt x="675" y="7843"/>
                  </a:cubicBezTo>
                  <a:cubicBezTo>
                    <a:pt x="835" y="7828"/>
                    <a:pt x="707" y="8141"/>
                    <a:pt x="963" y="8141"/>
                  </a:cubicBezTo>
                  <a:cubicBezTo>
                    <a:pt x="1219" y="8141"/>
                    <a:pt x="1475" y="8204"/>
                    <a:pt x="1540" y="8063"/>
                  </a:cubicBezTo>
                  <a:cubicBezTo>
                    <a:pt x="1604" y="7921"/>
                    <a:pt x="1780" y="7812"/>
                    <a:pt x="1780" y="8016"/>
                  </a:cubicBezTo>
                  <a:cubicBezTo>
                    <a:pt x="1780" y="8219"/>
                    <a:pt x="1732" y="8768"/>
                    <a:pt x="1908" y="8706"/>
                  </a:cubicBezTo>
                  <a:cubicBezTo>
                    <a:pt x="2084" y="8643"/>
                    <a:pt x="2437" y="8658"/>
                    <a:pt x="2613" y="8721"/>
                  </a:cubicBezTo>
                  <a:cubicBezTo>
                    <a:pt x="2789" y="8784"/>
                    <a:pt x="2965" y="8721"/>
                    <a:pt x="3077" y="8611"/>
                  </a:cubicBezTo>
                  <a:cubicBezTo>
                    <a:pt x="3189" y="8502"/>
                    <a:pt x="3317" y="8502"/>
                    <a:pt x="3541" y="8376"/>
                  </a:cubicBezTo>
                  <a:cubicBezTo>
                    <a:pt x="3766" y="8251"/>
                    <a:pt x="3974" y="8094"/>
                    <a:pt x="4182" y="8094"/>
                  </a:cubicBezTo>
                  <a:cubicBezTo>
                    <a:pt x="4390" y="8094"/>
                    <a:pt x="4743" y="7969"/>
                    <a:pt x="4694" y="8125"/>
                  </a:cubicBezTo>
                  <a:cubicBezTo>
                    <a:pt x="4646" y="8282"/>
                    <a:pt x="4615" y="8862"/>
                    <a:pt x="4871" y="9160"/>
                  </a:cubicBezTo>
                  <a:cubicBezTo>
                    <a:pt x="5127" y="9458"/>
                    <a:pt x="5271" y="9568"/>
                    <a:pt x="5511" y="9536"/>
                  </a:cubicBezTo>
                  <a:cubicBezTo>
                    <a:pt x="5751" y="9505"/>
                    <a:pt x="5720" y="9630"/>
                    <a:pt x="5896" y="9615"/>
                  </a:cubicBezTo>
                  <a:cubicBezTo>
                    <a:pt x="6072" y="9599"/>
                    <a:pt x="5960" y="9803"/>
                    <a:pt x="6120" y="9803"/>
                  </a:cubicBezTo>
                  <a:cubicBezTo>
                    <a:pt x="6280" y="9803"/>
                    <a:pt x="6568" y="9834"/>
                    <a:pt x="6568" y="10007"/>
                  </a:cubicBezTo>
                  <a:cubicBezTo>
                    <a:pt x="6568" y="10179"/>
                    <a:pt x="7049" y="10038"/>
                    <a:pt x="7161" y="10132"/>
                  </a:cubicBezTo>
                  <a:cubicBezTo>
                    <a:pt x="7273" y="10226"/>
                    <a:pt x="7401" y="10305"/>
                    <a:pt x="7369" y="10493"/>
                  </a:cubicBezTo>
                  <a:cubicBezTo>
                    <a:pt x="7337" y="10681"/>
                    <a:pt x="7609" y="10822"/>
                    <a:pt x="7449" y="10900"/>
                  </a:cubicBezTo>
                  <a:cubicBezTo>
                    <a:pt x="7289" y="10979"/>
                    <a:pt x="7497" y="11135"/>
                    <a:pt x="7513" y="11339"/>
                  </a:cubicBezTo>
                  <a:cubicBezTo>
                    <a:pt x="7529" y="11543"/>
                    <a:pt x="7753" y="11622"/>
                    <a:pt x="8106" y="11606"/>
                  </a:cubicBezTo>
                  <a:cubicBezTo>
                    <a:pt x="8458" y="11590"/>
                    <a:pt x="8554" y="11622"/>
                    <a:pt x="8554" y="11873"/>
                  </a:cubicBezTo>
                  <a:cubicBezTo>
                    <a:pt x="8554" y="12123"/>
                    <a:pt x="8794" y="12155"/>
                    <a:pt x="8874" y="12390"/>
                  </a:cubicBezTo>
                  <a:cubicBezTo>
                    <a:pt x="8955" y="12625"/>
                    <a:pt x="8778" y="12891"/>
                    <a:pt x="8810" y="13079"/>
                  </a:cubicBezTo>
                  <a:cubicBezTo>
                    <a:pt x="8835" y="13224"/>
                    <a:pt x="8746" y="13377"/>
                    <a:pt x="8645" y="13440"/>
                  </a:cubicBezTo>
                  <a:cubicBezTo>
                    <a:pt x="8769" y="13594"/>
                    <a:pt x="8779" y="13664"/>
                    <a:pt x="8668" y="13723"/>
                  </a:cubicBezTo>
                  <a:cubicBezTo>
                    <a:pt x="8522" y="13803"/>
                    <a:pt x="8848" y="14026"/>
                    <a:pt x="8766" y="14376"/>
                  </a:cubicBezTo>
                  <a:cubicBezTo>
                    <a:pt x="8685" y="14726"/>
                    <a:pt x="8669" y="14789"/>
                    <a:pt x="9043" y="14806"/>
                  </a:cubicBezTo>
                  <a:cubicBezTo>
                    <a:pt x="9417" y="14822"/>
                    <a:pt x="9384" y="14933"/>
                    <a:pt x="9514" y="14853"/>
                  </a:cubicBezTo>
                  <a:cubicBezTo>
                    <a:pt x="9644" y="14774"/>
                    <a:pt x="9839" y="15124"/>
                    <a:pt x="9888" y="15299"/>
                  </a:cubicBezTo>
                  <a:cubicBezTo>
                    <a:pt x="9937" y="15474"/>
                    <a:pt x="10083" y="15888"/>
                    <a:pt x="10148" y="15888"/>
                  </a:cubicBezTo>
                  <a:cubicBezTo>
                    <a:pt x="10214" y="15888"/>
                    <a:pt x="10408" y="15697"/>
                    <a:pt x="10603" y="15792"/>
                  </a:cubicBezTo>
                  <a:cubicBezTo>
                    <a:pt x="10785" y="15881"/>
                    <a:pt x="10559" y="16479"/>
                    <a:pt x="10552" y="16741"/>
                  </a:cubicBezTo>
                  <a:cubicBezTo>
                    <a:pt x="10688" y="16737"/>
                    <a:pt x="10854" y="16737"/>
                    <a:pt x="10909" y="16764"/>
                  </a:cubicBezTo>
                  <a:cubicBezTo>
                    <a:pt x="11006" y="16812"/>
                    <a:pt x="11055" y="17455"/>
                    <a:pt x="11006" y="17574"/>
                  </a:cubicBezTo>
                  <a:cubicBezTo>
                    <a:pt x="10957" y="17693"/>
                    <a:pt x="10556" y="17800"/>
                    <a:pt x="10349" y="17931"/>
                  </a:cubicBezTo>
                  <a:cubicBezTo>
                    <a:pt x="10142" y="18062"/>
                    <a:pt x="9643" y="18527"/>
                    <a:pt x="9412" y="18896"/>
                  </a:cubicBezTo>
                  <a:cubicBezTo>
                    <a:pt x="9275" y="19115"/>
                    <a:pt x="9075" y="19296"/>
                    <a:pt x="8934" y="19454"/>
                  </a:cubicBezTo>
                  <a:cubicBezTo>
                    <a:pt x="9001" y="19463"/>
                    <a:pt x="9057" y="19461"/>
                    <a:pt x="9096" y="19444"/>
                  </a:cubicBezTo>
                  <a:cubicBezTo>
                    <a:pt x="9205" y="19396"/>
                    <a:pt x="9375" y="19396"/>
                    <a:pt x="9558" y="19611"/>
                  </a:cubicBezTo>
                  <a:cubicBezTo>
                    <a:pt x="9740" y="19825"/>
                    <a:pt x="9729" y="19992"/>
                    <a:pt x="9801" y="19980"/>
                  </a:cubicBezTo>
                  <a:cubicBezTo>
                    <a:pt x="9875" y="19968"/>
                    <a:pt x="9960" y="19694"/>
                    <a:pt x="10106" y="19897"/>
                  </a:cubicBezTo>
                  <a:cubicBezTo>
                    <a:pt x="10252" y="20099"/>
                    <a:pt x="10629" y="20254"/>
                    <a:pt x="10714" y="20350"/>
                  </a:cubicBezTo>
                  <a:cubicBezTo>
                    <a:pt x="10799" y="20445"/>
                    <a:pt x="11079" y="20516"/>
                    <a:pt x="11079" y="20766"/>
                  </a:cubicBezTo>
                  <a:cubicBezTo>
                    <a:pt x="11079" y="20946"/>
                    <a:pt x="10993" y="21284"/>
                    <a:pt x="11136" y="21571"/>
                  </a:cubicBezTo>
                  <a:cubicBezTo>
                    <a:pt x="11204" y="21484"/>
                    <a:pt x="11283" y="21400"/>
                    <a:pt x="11389" y="2132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2" name="Shape 3338"/>
            <p:cNvSpPr/>
            <p:nvPr/>
          </p:nvSpPr>
          <p:spPr>
            <a:xfrm>
              <a:off x="6594183" y="8765682"/>
              <a:ext cx="298759" cy="3165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0" h="20896" extrusionOk="0">
                  <a:moveTo>
                    <a:pt x="21056" y="10060"/>
                  </a:moveTo>
                  <a:cubicBezTo>
                    <a:pt x="21056" y="8196"/>
                    <a:pt x="18826" y="7662"/>
                    <a:pt x="18147" y="6952"/>
                  </a:cubicBezTo>
                  <a:cubicBezTo>
                    <a:pt x="17467" y="6239"/>
                    <a:pt x="14461" y="5083"/>
                    <a:pt x="13298" y="3570"/>
                  </a:cubicBezTo>
                  <a:cubicBezTo>
                    <a:pt x="12133" y="2059"/>
                    <a:pt x="11454" y="4103"/>
                    <a:pt x="10871" y="4193"/>
                  </a:cubicBezTo>
                  <a:cubicBezTo>
                    <a:pt x="10290" y="4282"/>
                    <a:pt x="10385" y="3036"/>
                    <a:pt x="8932" y="1435"/>
                  </a:cubicBezTo>
                  <a:cubicBezTo>
                    <a:pt x="7475" y="-165"/>
                    <a:pt x="6118" y="-165"/>
                    <a:pt x="5246" y="193"/>
                  </a:cubicBezTo>
                  <a:cubicBezTo>
                    <a:pt x="4941" y="314"/>
                    <a:pt x="4491" y="335"/>
                    <a:pt x="3956" y="265"/>
                  </a:cubicBezTo>
                  <a:cubicBezTo>
                    <a:pt x="3184" y="1079"/>
                    <a:pt x="2625" y="1815"/>
                    <a:pt x="2625" y="2503"/>
                  </a:cubicBezTo>
                  <a:cubicBezTo>
                    <a:pt x="2625" y="4193"/>
                    <a:pt x="1266" y="6058"/>
                    <a:pt x="1171" y="9263"/>
                  </a:cubicBezTo>
                  <a:cubicBezTo>
                    <a:pt x="1072" y="12463"/>
                    <a:pt x="103" y="11929"/>
                    <a:pt x="7" y="14419"/>
                  </a:cubicBezTo>
                  <a:cubicBezTo>
                    <a:pt x="-90" y="16909"/>
                    <a:pt x="879" y="16464"/>
                    <a:pt x="1266" y="16821"/>
                  </a:cubicBezTo>
                  <a:cubicBezTo>
                    <a:pt x="1482" y="17015"/>
                    <a:pt x="1220" y="17810"/>
                    <a:pt x="945" y="18480"/>
                  </a:cubicBezTo>
                  <a:cubicBezTo>
                    <a:pt x="1353" y="18812"/>
                    <a:pt x="1758" y="19330"/>
                    <a:pt x="2652" y="19239"/>
                  </a:cubicBezTo>
                  <a:cubicBezTo>
                    <a:pt x="4376" y="19065"/>
                    <a:pt x="6098" y="19680"/>
                    <a:pt x="8204" y="20559"/>
                  </a:cubicBezTo>
                  <a:cubicBezTo>
                    <a:pt x="10311" y="21435"/>
                    <a:pt x="9545" y="20293"/>
                    <a:pt x="11556" y="20559"/>
                  </a:cubicBezTo>
                  <a:cubicBezTo>
                    <a:pt x="13566" y="20822"/>
                    <a:pt x="15864" y="20995"/>
                    <a:pt x="18066" y="19767"/>
                  </a:cubicBezTo>
                  <a:cubicBezTo>
                    <a:pt x="19573" y="18925"/>
                    <a:pt x="20331" y="17467"/>
                    <a:pt x="21510" y="16067"/>
                  </a:cubicBezTo>
                  <a:cubicBezTo>
                    <a:pt x="20369" y="13924"/>
                    <a:pt x="21056" y="11398"/>
                    <a:pt x="21056" y="1006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3" name="Shape 3339"/>
            <p:cNvSpPr/>
            <p:nvPr/>
          </p:nvSpPr>
          <p:spPr>
            <a:xfrm>
              <a:off x="5677772" y="8227787"/>
              <a:ext cx="1205127" cy="2377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9" h="21422" extrusionOk="0">
                  <a:moveTo>
                    <a:pt x="21170" y="2114"/>
                  </a:moveTo>
                  <a:cubicBezTo>
                    <a:pt x="21062" y="2086"/>
                    <a:pt x="20736" y="2086"/>
                    <a:pt x="20469" y="2091"/>
                  </a:cubicBezTo>
                  <a:cubicBezTo>
                    <a:pt x="20469" y="2111"/>
                    <a:pt x="20469" y="2130"/>
                    <a:pt x="20474" y="2146"/>
                  </a:cubicBezTo>
                  <a:cubicBezTo>
                    <a:pt x="20538" y="2373"/>
                    <a:pt x="20250" y="2956"/>
                    <a:pt x="19931" y="2940"/>
                  </a:cubicBezTo>
                  <a:cubicBezTo>
                    <a:pt x="19612" y="2924"/>
                    <a:pt x="19356" y="3184"/>
                    <a:pt x="19100" y="3151"/>
                  </a:cubicBezTo>
                  <a:cubicBezTo>
                    <a:pt x="18844" y="3119"/>
                    <a:pt x="18492" y="3346"/>
                    <a:pt x="18172" y="3248"/>
                  </a:cubicBezTo>
                  <a:cubicBezTo>
                    <a:pt x="17853" y="3151"/>
                    <a:pt x="17406" y="3281"/>
                    <a:pt x="17150" y="3200"/>
                  </a:cubicBezTo>
                  <a:cubicBezTo>
                    <a:pt x="16894" y="3119"/>
                    <a:pt x="16159" y="3184"/>
                    <a:pt x="16159" y="3087"/>
                  </a:cubicBezTo>
                  <a:cubicBezTo>
                    <a:pt x="16159" y="2989"/>
                    <a:pt x="16511" y="3022"/>
                    <a:pt x="16511" y="2729"/>
                  </a:cubicBezTo>
                  <a:cubicBezTo>
                    <a:pt x="16511" y="2438"/>
                    <a:pt x="17469" y="2113"/>
                    <a:pt x="17342" y="2000"/>
                  </a:cubicBezTo>
                  <a:cubicBezTo>
                    <a:pt x="17214" y="1886"/>
                    <a:pt x="15583" y="1643"/>
                    <a:pt x="15360" y="1497"/>
                  </a:cubicBezTo>
                  <a:cubicBezTo>
                    <a:pt x="15136" y="1351"/>
                    <a:pt x="14816" y="1221"/>
                    <a:pt x="14177" y="1189"/>
                  </a:cubicBezTo>
                  <a:cubicBezTo>
                    <a:pt x="13538" y="1156"/>
                    <a:pt x="13570" y="994"/>
                    <a:pt x="12995" y="816"/>
                  </a:cubicBezTo>
                  <a:cubicBezTo>
                    <a:pt x="12514" y="667"/>
                    <a:pt x="11768" y="270"/>
                    <a:pt x="11516" y="48"/>
                  </a:cubicBezTo>
                  <a:cubicBezTo>
                    <a:pt x="11126" y="27"/>
                    <a:pt x="10575" y="-14"/>
                    <a:pt x="10464" y="53"/>
                  </a:cubicBezTo>
                  <a:cubicBezTo>
                    <a:pt x="10307" y="149"/>
                    <a:pt x="10055" y="596"/>
                    <a:pt x="9835" y="372"/>
                  </a:cubicBezTo>
                  <a:cubicBezTo>
                    <a:pt x="9614" y="149"/>
                    <a:pt x="9079" y="149"/>
                    <a:pt x="8607" y="116"/>
                  </a:cubicBezTo>
                  <a:cubicBezTo>
                    <a:pt x="8135" y="85"/>
                    <a:pt x="8167" y="-139"/>
                    <a:pt x="7662" y="133"/>
                  </a:cubicBezTo>
                  <a:cubicBezTo>
                    <a:pt x="7438" y="254"/>
                    <a:pt x="7147" y="373"/>
                    <a:pt x="6883" y="460"/>
                  </a:cubicBezTo>
                  <a:cubicBezTo>
                    <a:pt x="6852" y="718"/>
                    <a:pt x="6759" y="1009"/>
                    <a:pt x="6665" y="1091"/>
                  </a:cubicBezTo>
                  <a:cubicBezTo>
                    <a:pt x="6537" y="1205"/>
                    <a:pt x="5483" y="1448"/>
                    <a:pt x="5451" y="1578"/>
                  </a:cubicBezTo>
                  <a:cubicBezTo>
                    <a:pt x="5419" y="1708"/>
                    <a:pt x="5579" y="1886"/>
                    <a:pt x="5387" y="1967"/>
                  </a:cubicBezTo>
                  <a:cubicBezTo>
                    <a:pt x="5195" y="2048"/>
                    <a:pt x="5834" y="2453"/>
                    <a:pt x="5483" y="2551"/>
                  </a:cubicBezTo>
                  <a:cubicBezTo>
                    <a:pt x="5131" y="2648"/>
                    <a:pt x="5738" y="2810"/>
                    <a:pt x="5515" y="2908"/>
                  </a:cubicBezTo>
                  <a:cubicBezTo>
                    <a:pt x="5291" y="3005"/>
                    <a:pt x="4876" y="3054"/>
                    <a:pt x="4876" y="3167"/>
                  </a:cubicBezTo>
                  <a:cubicBezTo>
                    <a:pt x="4876" y="3281"/>
                    <a:pt x="4844" y="3556"/>
                    <a:pt x="4556" y="3621"/>
                  </a:cubicBezTo>
                  <a:cubicBezTo>
                    <a:pt x="4268" y="3686"/>
                    <a:pt x="4076" y="3929"/>
                    <a:pt x="4076" y="4108"/>
                  </a:cubicBezTo>
                  <a:cubicBezTo>
                    <a:pt x="4076" y="4286"/>
                    <a:pt x="3628" y="4173"/>
                    <a:pt x="3789" y="4400"/>
                  </a:cubicBezTo>
                  <a:cubicBezTo>
                    <a:pt x="3948" y="4627"/>
                    <a:pt x="4140" y="4903"/>
                    <a:pt x="3789" y="4951"/>
                  </a:cubicBezTo>
                  <a:cubicBezTo>
                    <a:pt x="3437" y="5000"/>
                    <a:pt x="3533" y="5373"/>
                    <a:pt x="3341" y="5373"/>
                  </a:cubicBezTo>
                  <a:cubicBezTo>
                    <a:pt x="3149" y="5373"/>
                    <a:pt x="3053" y="5762"/>
                    <a:pt x="3341" y="5957"/>
                  </a:cubicBezTo>
                  <a:cubicBezTo>
                    <a:pt x="3628" y="6152"/>
                    <a:pt x="3693" y="6314"/>
                    <a:pt x="3693" y="6492"/>
                  </a:cubicBezTo>
                  <a:cubicBezTo>
                    <a:pt x="3693" y="6670"/>
                    <a:pt x="4076" y="6768"/>
                    <a:pt x="3948" y="6963"/>
                  </a:cubicBezTo>
                  <a:cubicBezTo>
                    <a:pt x="3820" y="7157"/>
                    <a:pt x="3885" y="7336"/>
                    <a:pt x="3661" y="7417"/>
                  </a:cubicBezTo>
                  <a:cubicBezTo>
                    <a:pt x="3437" y="7498"/>
                    <a:pt x="3628" y="7741"/>
                    <a:pt x="3341" y="7806"/>
                  </a:cubicBezTo>
                  <a:cubicBezTo>
                    <a:pt x="3053" y="7871"/>
                    <a:pt x="3565" y="8390"/>
                    <a:pt x="3341" y="8487"/>
                  </a:cubicBezTo>
                  <a:cubicBezTo>
                    <a:pt x="3117" y="8585"/>
                    <a:pt x="2542" y="8666"/>
                    <a:pt x="2542" y="9022"/>
                  </a:cubicBezTo>
                  <a:cubicBezTo>
                    <a:pt x="2542" y="9379"/>
                    <a:pt x="2650" y="9581"/>
                    <a:pt x="2574" y="9736"/>
                  </a:cubicBezTo>
                  <a:cubicBezTo>
                    <a:pt x="2510" y="9866"/>
                    <a:pt x="2894" y="9833"/>
                    <a:pt x="2829" y="10044"/>
                  </a:cubicBezTo>
                  <a:cubicBezTo>
                    <a:pt x="2766" y="10255"/>
                    <a:pt x="2254" y="10125"/>
                    <a:pt x="2222" y="10255"/>
                  </a:cubicBezTo>
                  <a:cubicBezTo>
                    <a:pt x="2190" y="10384"/>
                    <a:pt x="2350" y="10644"/>
                    <a:pt x="2158" y="10660"/>
                  </a:cubicBezTo>
                  <a:cubicBezTo>
                    <a:pt x="1967" y="10677"/>
                    <a:pt x="1870" y="10774"/>
                    <a:pt x="1870" y="11001"/>
                  </a:cubicBezTo>
                  <a:cubicBezTo>
                    <a:pt x="1870" y="11228"/>
                    <a:pt x="1615" y="11260"/>
                    <a:pt x="1583" y="11374"/>
                  </a:cubicBezTo>
                  <a:cubicBezTo>
                    <a:pt x="1551" y="11487"/>
                    <a:pt x="1807" y="11617"/>
                    <a:pt x="1807" y="11747"/>
                  </a:cubicBezTo>
                  <a:cubicBezTo>
                    <a:pt x="1807" y="11877"/>
                    <a:pt x="1966" y="12315"/>
                    <a:pt x="1743" y="12331"/>
                  </a:cubicBezTo>
                  <a:cubicBezTo>
                    <a:pt x="1519" y="12347"/>
                    <a:pt x="1391" y="12834"/>
                    <a:pt x="1583" y="12899"/>
                  </a:cubicBezTo>
                  <a:cubicBezTo>
                    <a:pt x="1775" y="12963"/>
                    <a:pt x="1775" y="13093"/>
                    <a:pt x="1679" y="13190"/>
                  </a:cubicBezTo>
                  <a:cubicBezTo>
                    <a:pt x="1583" y="13288"/>
                    <a:pt x="2126" y="13384"/>
                    <a:pt x="1839" y="13531"/>
                  </a:cubicBezTo>
                  <a:cubicBezTo>
                    <a:pt x="1551" y="13677"/>
                    <a:pt x="1779" y="13864"/>
                    <a:pt x="2158" y="13807"/>
                  </a:cubicBezTo>
                  <a:cubicBezTo>
                    <a:pt x="2478" y="13758"/>
                    <a:pt x="2670" y="14050"/>
                    <a:pt x="2318" y="14050"/>
                  </a:cubicBezTo>
                  <a:cubicBezTo>
                    <a:pt x="1967" y="14050"/>
                    <a:pt x="1615" y="14050"/>
                    <a:pt x="1903" y="14164"/>
                  </a:cubicBezTo>
                  <a:cubicBezTo>
                    <a:pt x="2190" y="14277"/>
                    <a:pt x="2478" y="14439"/>
                    <a:pt x="2062" y="14520"/>
                  </a:cubicBezTo>
                  <a:cubicBezTo>
                    <a:pt x="1647" y="14601"/>
                    <a:pt x="1999" y="14747"/>
                    <a:pt x="1903" y="14942"/>
                  </a:cubicBezTo>
                  <a:cubicBezTo>
                    <a:pt x="1807" y="15137"/>
                    <a:pt x="2190" y="15315"/>
                    <a:pt x="1871" y="15364"/>
                  </a:cubicBezTo>
                  <a:cubicBezTo>
                    <a:pt x="1551" y="15412"/>
                    <a:pt x="1999" y="15704"/>
                    <a:pt x="1551" y="15737"/>
                  </a:cubicBezTo>
                  <a:cubicBezTo>
                    <a:pt x="1104" y="15769"/>
                    <a:pt x="1391" y="15980"/>
                    <a:pt x="1104" y="16094"/>
                  </a:cubicBezTo>
                  <a:cubicBezTo>
                    <a:pt x="815" y="16207"/>
                    <a:pt x="1487" y="16402"/>
                    <a:pt x="1135" y="16515"/>
                  </a:cubicBezTo>
                  <a:cubicBezTo>
                    <a:pt x="784" y="16628"/>
                    <a:pt x="1039" y="16888"/>
                    <a:pt x="688" y="16888"/>
                  </a:cubicBezTo>
                  <a:cubicBezTo>
                    <a:pt x="336" y="16888"/>
                    <a:pt x="144" y="17131"/>
                    <a:pt x="112" y="17245"/>
                  </a:cubicBezTo>
                  <a:cubicBezTo>
                    <a:pt x="81" y="17358"/>
                    <a:pt x="-143" y="17586"/>
                    <a:pt x="144" y="17748"/>
                  </a:cubicBezTo>
                  <a:cubicBezTo>
                    <a:pt x="432" y="17910"/>
                    <a:pt x="80" y="18040"/>
                    <a:pt x="336" y="18104"/>
                  </a:cubicBezTo>
                  <a:cubicBezTo>
                    <a:pt x="592" y="18169"/>
                    <a:pt x="1455" y="18072"/>
                    <a:pt x="1327" y="18267"/>
                  </a:cubicBezTo>
                  <a:cubicBezTo>
                    <a:pt x="1199" y="18461"/>
                    <a:pt x="1231" y="18883"/>
                    <a:pt x="1391" y="18883"/>
                  </a:cubicBezTo>
                  <a:cubicBezTo>
                    <a:pt x="1551" y="18883"/>
                    <a:pt x="1647" y="19126"/>
                    <a:pt x="1903" y="19110"/>
                  </a:cubicBezTo>
                  <a:cubicBezTo>
                    <a:pt x="2158" y="19094"/>
                    <a:pt x="3309" y="19029"/>
                    <a:pt x="3789" y="19094"/>
                  </a:cubicBezTo>
                  <a:cubicBezTo>
                    <a:pt x="4026" y="19126"/>
                    <a:pt x="4223" y="19197"/>
                    <a:pt x="4363" y="19262"/>
                  </a:cubicBezTo>
                  <a:cubicBezTo>
                    <a:pt x="4637" y="19200"/>
                    <a:pt x="5236" y="19399"/>
                    <a:pt x="5372" y="19330"/>
                  </a:cubicBezTo>
                  <a:cubicBezTo>
                    <a:pt x="5538" y="19246"/>
                    <a:pt x="4782" y="18934"/>
                    <a:pt x="4806" y="18827"/>
                  </a:cubicBezTo>
                  <a:cubicBezTo>
                    <a:pt x="4829" y="18719"/>
                    <a:pt x="4687" y="18539"/>
                    <a:pt x="4687" y="18419"/>
                  </a:cubicBezTo>
                  <a:cubicBezTo>
                    <a:pt x="4687" y="18299"/>
                    <a:pt x="4569" y="18036"/>
                    <a:pt x="4900" y="17916"/>
                  </a:cubicBezTo>
                  <a:cubicBezTo>
                    <a:pt x="5231" y="17797"/>
                    <a:pt x="5254" y="17676"/>
                    <a:pt x="5467" y="17701"/>
                  </a:cubicBezTo>
                  <a:cubicBezTo>
                    <a:pt x="5679" y="17724"/>
                    <a:pt x="6104" y="17605"/>
                    <a:pt x="6128" y="17317"/>
                  </a:cubicBezTo>
                  <a:cubicBezTo>
                    <a:pt x="6151" y="17030"/>
                    <a:pt x="6411" y="16922"/>
                    <a:pt x="6884" y="16718"/>
                  </a:cubicBezTo>
                  <a:cubicBezTo>
                    <a:pt x="7398" y="16496"/>
                    <a:pt x="8253" y="16287"/>
                    <a:pt x="8135" y="16191"/>
                  </a:cubicBezTo>
                  <a:cubicBezTo>
                    <a:pt x="8017" y="16095"/>
                    <a:pt x="8324" y="15784"/>
                    <a:pt x="8324" y="15664"/>
                  </a:cubicBezTo>
                  <a:cubicBezTo>
                    <a:pt x="8324" y="15544"/>
                    <a:pt x="7521" y="15568"/>
                    <a:pt x="7261" y="15520"/>
                  </a:cubicBezTo>
                  <a:cubicBezTo>
                    <a:pt x="7002" y="15472"/>
                    <a:pt x="6057" y="15137"/>
                    <a:pt x="6529" y="14693"/>
                  </a:cubicBezTo>
                  <a:cubicBezTo>
                    <a:pt x="7002" y="14250"/>
                    <a:pt x="7993" y="14202"/>
                    <a:pt x="8277" y="14190"/>
                  </a:cubicBezTo>
                  <a:cubicBezTo>
                    <a:pt x="8560" y="14178"/>
                    <a:pt x="8300" y="13975"/>
                    <a:pt x="8536" y="13903"/>
                  </a:cubicBezTo>
                  <a:cubicBezTo>
                    <a:pt x="8772" y="13831"/>
                    <a:pt x="8820" y="13711"/>
                    <a:pt x="8820" y="13531"/>
                  </a:cubicBezTo>
                  <a:cubicBezTo>
                    <a:pt x="8820" y="13328"/>
                    <a:pt x="8820" y="13004"/>
                    <a:pt x="9245" y="12980"/>
                  </a:cubicBezTo>
                  <a:cubicBezTo>
                    <a:pt x="9670" y="12956"/>
                    <a:pt x="9788" y="12836"/>
                    <a:pt x="9528" y="12800"/>
                  </a:cubicBezTo>
                  <a:cubicBezTo>
                    <a:pt x="9268" y="12764"/>
                    <a:pt x="9150" y="12609"/>
                    <a:pt x="9575" y="12585"/>
                  </a:cubicBezTo>
                  <a:cubicBezTo>
                    <a:pt x="10000" y="12561"/>
                    <a:pt x="9859" y="12764"/>
                    <a:pt x="10165" y="12764"/>
                  </a:cubicBezTo>
                  <a:cubicBezTo>
                    <a:pt x="10473" y="12764"/>
                    <a:pt x="10992" y="12501"/>
                    <a:pt x="10591" y="12345"/>
                  </a:cubicBezTo>
                  <a:cubicBezTo>
                    <a:pt x="10189" y="12189"/>
                    <a:pt x="10071" y="12417"/>
                    <a:pt x="9859" y="12441"/>
                  </a:cubicBezTo>
                  <a:cubicBezTo>
                    <a:pt x="9646" y="12465"/>
                    <a:pt x="9481" y="12297"/>
                    <a:pt x="9268" y="12297"/>
                  </a:cubicBezTo>
                  <a:cubicBezTo>
                    <a:pt x="9056" y="12297"/>
                    <a:pt x="9197" y="11998"/>
                    <a:pt x="9103" y="11890"/>
                  </a:cubicBezTo>
                  <a:cubicBezTo>
                    <a:pt x="9009" y="11782"/>
                    <a:pt x="8867" y="11519"/>
                    <a:pt x="9056" y="11387"/>
                  </a:cubicBezTo>
                  <a:cubicBezTo>
                    <a:pt x="9245" y="11255"/>
                    <a:pt x="10048" y="11590"/>
                    <a:pt x="10756" y="11614"/>
                  </a:cubicBezTo>
                  <a:cubicBezTo>
                    <a:pt x="11464" y="11638"/>
                    <a:pt x="11983" y="11435"/>
                    <a:pt x="11983" y="11303"/>
                  </a:cubicBezTo>
                  <a:cubicBezTo>
                    <a:pt x="11983" y="11171"/>
                    <a:pt x="11653" y="10931"/>
                    <a:pt x="12078" y="10788"/>
                  </a:cubicBezTo>
                  <a:cubicBezTo>
                    <a:pt x="12503" y="10644"/>
                    <a:pt x="12149" y="10596"/>
                    <a:pt x="12031" y="10404"/>
                  </a:cubicBezTo>
                  <a:cubicBezTo>
                    <a:pt x="11913" y="10213"/>
                    <a:pt x="12220" y="10093"/>
                    <a:pt x="12409" y="10189"/>
                  </a:cubicBezTo>
                  <a:cubicBezTo>
                    <a:pt x="12598" y="10284"/>
                    <a:pt x="13991" y="10225"/>
                    <a:pt x="15148" y="10105"/>
                  </a:cubicBezTo>
                  <a:cubicBezTo>
                    <a:pt x="16305" y="9985"/>
                    <a:pt x="17108" y="9769"/>
                    <a:pt x="17178" y="9602"/>
                  </a:cubicBezTo>
                  <a:cubicBezTo>
                    <a:pt x="17249" y="9434"/>
                    <a:pt x="17982" y="9038"/>
                    <a:pt x="18147" y="8895"/>
                  </a:cubicBezTo>
                  <a:cubicBezTo>
                    <a:pt x="18312" y="8751"/>
                    <a:pt x="18170" y="8571"/>
                    <a:pt x="17698" y="8535"/>
                  </a:cubicBezTo>
                  <a:cubicBezTo>
                    <a:pt x="17226" y="8499"/>
                    <a:pt x="17249" y="8224"/>
                    <a:pt x="17509" y="8068"/>
                  </a:cubicBezTo>
                  <a:cubicBezTo>
                    <a:pt x="17769" y="7912"/>
                    <a:pt x="17367" y="7768"/>
                    <a:pt x="16919" y="7745"/>
                  </a:cubicBezTo>
                  <a:cubicBezTo>
                    <a:pt x="16470" y="7720"/>
                    <a:pt x="15762" y="7565"/>
                    <a:pt x="16163" y="7373"/>
                  </a:cubicBezTo>
                  <a:cubicBezTo>
                    <a:pt x="16357" y="7281"/>
                    <a:pt x="16451" y="7299"/>
                    <a:pt x="16545" y="7341"/>
                  </a:cubicBezTo>
                  <a:cubicBezTo>
                    <a:pt x="16613" y="7250"/>
                    <a:pt x="16677" y="7141"/>
                    <a:pt x="16624" y="7115"/>
                  </a:cubicBezTo>
                  <a:cubicBezTo>
                    <a:pt x="16529" y="7066"/>
                    <a:pt x="16290" y="7127"/>
                    <a:pt x="16314" y="6787"/>
                  </a:cubicBezTo>
                  <a:cubicBezTo>
                    <a:pt x="16337" y="6447"/>
                    <a:pt x="16576" y="6520"/>
                    <a:pt x="16601" y="6083"/>
                  </a:cubicBezTo>
                  <a:cubicBezTo>
                    <a:pt x="16624" y="5646"/>
                    <a:pt x="16959" y="5391"/>
                    <a:pt x="16959" y="5160"/>
                  </a:cubicBezTo>
                  <a:cubicBezTo>
                    <a:pt x="16959" y="4930"/>
                    <a:pt x="17773" y="4663"/>
                    <a:pt x="18227" y="4286"/>
                  </a:cubicBezTo>
                  <a:cubicBezTo>
                    <a:pt x="18682" y="3910"/>
                    <a:pt x="19663" y="3437"/>
                    <a:pt x="20070" y="3303"/>
                  </a:cubicBezTo>
                  <a:cubicBezTo>
                    <a:pt x="20476" y="3169"/>
                    <a:pt x="21266" y="3060"/>
                    <a:pt x="21362" y="2939"/>
                  </a:cubicBezTo>
                  <a:cubicBezTo>
                    <a:pt x="21457" y="2818"/>
                    <a:pt x="21361" y="2162"/>
                    <a:pt x="21170" y="2114"/>
                  </a:cubicBezTo>
                  <a:close/>
                  <a:moveTo>
                    <a:pt x="8088" y="21031"/>
                  </a:moveTo>
                  <a:cubicBezTo>
                    <a:pt x="7497" y="21019"/>
                    <a:pt x="6340" y="20468"/>
                    <a:pt x="5986" y="20324"/>
                  </a:cubicBezTo>
                  <a:cubicBezTo>
                    <a:pt x="5632" y="20180"/>
                    <a:pt x="5892" y="20037"/>
                    <a:pt x="5467" y="20073"/>
                  </a:cubicBezTo>
                  <a:cubicBezTo>
                    <a:pt x="5042" y="20109"/>
                    <a:pt x="5325" y="19905"/>
                    <a:pt x="5561" y="19845"/>
                  </a:cubicBezTo>
                  <a:cubicBezTo>
                    <a:pt x="5778" y="19790"/>
                    <a:pt x="5477" y="19585"/>
                    <a:pt x="5188" y="19552"/>
                  </a:cubicBezTo>
                  <a:cubicBezTo>
                    <a:pt x="5156" y="19874"/>
                    <a:pt x="5024" y="21318"/>
                    <a:pt x="5195" y="21332"/>
                  </a:cubicBezTo>
                  <a:cubicBezTo>
                    <a:pt x="5367" y="21347"/>
                    <a:pt x="6620" y="21257"/>
                    <a:pt x="6989" y="21380"/>
                  </a:cubicBezTo>
                  <a:cubicBezTo>
                    <a:pt x="7131" y="21403"/>
                    <a:pt x="7326" y="21461"/>
                    <a:pt x="7473" y="21379"/>
                  </a:cubicBezTo>
                  <a:cubicBezTo>
                    <a:pt x="7710" y="21247"/>
                    <a:pt x="8418" y="21319"/>
                    <a:pt x="8796" y="21199"/>
                  </a:cubicBezTo>
                  <a:cubicBezTo>
                    <a:pt x="9174" y="21079"/>
                    <a:pt x="8678" y="21043"/>
                    <a:pt x="8088" y="2103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4" name="Shape 3340"/>
            <p:cNvSpPr/>
            <p:nvPr/>
          </p:nvSpPr>
          <p:spPr>
            <a:xfrm>
              <a:off x="5558239" y="7948879"/>
              <a:ext cx="521990" cy="26992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5" h="21510" extrusionOk="0">
                  <a:moveTo>
                    <a:pt x="9578" y="19106"/>
                  </a:moveTo>
                  <a:cubicBezTo>
                    <a:pt x="8992" y="19120"/>
                    <a:pt x="8772" y="18905"/>
                    <a:pt x="8407" y="18905"/>
                  </a:cubicBezTo>
                  <a:cubicBezTo>
                    <a:pt x="8040" y="18905"/>
                    <a:pt x="7967" y="18532"/>
                    <a:pt x="8259" y="18360"/>
                  </a:cubicBezTo>
                  <a:cubicBezTo>
                    <a:pt x="8553" y="18188"/>
                    <a:pt x="6577" y="18274"/>
                    <a:pt x="5990" y="18217"/>
                  </a:cubicBezTo>
                  <a:cubicBezTo>
                    <a:pt x="5405" y="18159"/>
                    <a:pt x="6210" y="18044"/>
                    <a:pt x="5552" y="17901"/>
                  </a:cubicBezTo>
                  <a:cubicBezTo>
                    <a:pt x="4893" y="17758"/>
                    <a:pt x="5406" y="17557"/>
                    <a:pt x="5478" y="17456"/>
                  </a:cubicBezTo>
                  <a:cubicBezTo>
                    <a:pt x="5551" y="17356"/>
                    <a:pt x="5990" y="17141"/>
                    <a:pt x="6796" y="17141"/>
                  </a:cubicBezTo>
                  <a:cubicBezTo>
                    <a:pt x="7601" y="17141"/>
                    <a:pt x="7016" y="16911"/>
                    <a:pt x="7820" y="16811"/>
                  </a:cubicBezTo>
                  <a:cubicBezTo>
                    <a:pt x="8626" y="16711"/>
                    <a:pt x="7088" y="16538"/>
                    <a:pt x="7748" y="16438"/>
                  </a:cubicBezTo>
                  <a:cubicBezTo>
                    <a:pt x="8407" y="16337"/>
                    <a:pt x="7748" y="16151"/>
                    <a:pt x="8772" y="16122"/>
                  </a:cubicBezTo>
                  <a:cubicBezTo>
                    <a:pt x="9797" y="16094"/>
                    <a:pt x="8772" y="15835"/>
                    <a:pt x="9505" y="15792"/>
                  </a:cubicBezTo>
                  <a:cubicBezTo>
                    <a:pt x="10237" y="15749"/>
                    <a:pt x="9358" y="15591"/>
                    <a:pt x="9578" y="15419"/>
                  </a:cubicBezTo>
                  <a:cubicBezTo>
                    <a:pt x="9797" y="15247"/>
                    <a:pt x="8992" y="15118"/>
                    <a:pt x="9944" y="15046"/>
                  </a:cubicBezTo>
                  <a:cubicBezTo>
                    <a:pt x="10894" y="14975"/>
                    <a:pt x="10237" y="14831"/>
                    <a:pt x="9578" y="14731"/>
                  </a:cubicBezTo>
                  <a:cubicBezTo>
                    <a:pt x="8919" y="14630"/>
                    <a:pt x="9724" y="14630"/>
                    <a:pt x="10529" y="14630"/>
                  </a:cubicBezTo>
                  <a:cubicBezTo>
                    <a:pt x="11334" y="14630"/>
                    <a:pt x="10896" y="14372"/>
                    <a:pt x="10164" y="14415"/>
                  </a:cubicBezTo>
                  <a:cubicBezTo>
                    <a:pt x="9295" y="14466"/>
                    <a:pt x="8772" y="14300"/>
                    <a:pt x="9431" y="14171"/>
                  </a:cubicBezTo>
                  <a:cubicBezTo>
                    <a:pt x="10089" y="14042"/>
                    <a:pt x="8846" y="13956"/>
                    <a:pt x="9066" y="13870"/>
                  </a:cubicBezTo>
                  <a:cubicBezTo>
                    <a:pt x="9285" y="13784"/>
                    <a:pt x="9285" y="13669"/>
                    <a:pt x="8846" y="13612"/>
                  </a:cubicBezTo>
                  <a:cubicBezTo>
                    <a:pt x="8407" y="13555"/>
                    <a:pt x="8699" y="13124"/>
                    <a:pt x="9211" y="13110"/>
                  </a:cubicBezTo>
                  <a:cubicBezTo>
                    <a:pt x="9723" y="13095"/>
                    <a:pt x="9358" y="12708"/>
                    <a:pt x="9358" y="12593"/>
                  </a:cubicBezTo>
                  <a:cubicBezTo>
                    <a:pt x="9358" y="12479"/>
                    <a:pt x="8772" y="12364"/>
                    <a:pt x="8846" y="12263"/>
                  </a:cubicBezTo>
                  <a:cubicBezTo>
                    <a:pt x="8919" y="12163"/>
                    <a:pt x="9504" y="12134"/>
                    <a:pt x="9504" y="11934"/>
                  </a:cubicBezTo>
                  <a:cubicBezTo>
                    <a:pt x="9504" y="11732"/>
                    <a:pt x="9724" y="11647"/>
                    <a:pt x="10164" y="11632"/>
                  </a:cubicBezTo>
                  <a:cubicBezTo>
                    <a:pt x="10602" y="11618"/>
                    <a:pt x="10237" y="11388"/>
                    <a:pt x="10310" y="11273"/>
                  </a:cubicBezTo>
                  <a:cubicBezTo>
                    <a:pt x="10382" y="11159"/>
                    <a:pt x="11554" y="11273"/>
                    <a:pt x="11700" y="11087"/>
                  </a:cubicBezTo>
                  <a:cubicBezTo>
                    <a:pt x="11847" y="10900"/>
                    <a:pt x="10968" y="10929"/>
                    <a:pt x="11114" y="10815"/>
                  </a:cubicBezTo>
                  <a:cubicBezTo>
                    <a:pt x="11290" y="10678"/>
                    <a:pt x="11041" y="10499"/>
                    <a:pt x="11041" y="10183"/>
                  </a:cubicBezTo>
                  <a:cubicBezTo>
                    <a:pt x="11041" y="9868"/>
                    <a:pt x="12359" y="9796"/>
                    <a:pt x="12871" y="9710"/>
                  </a:cubicBezTo>
                  <a:cubicBezTo>
                    <a:pt x="13383" y="9624"/>
                    <a:pt x="12213" y="9165"/>
                    <a:pt x="12871" y="9108"/>
                  </a:cubicBezTo>
                  <a:cubicBezTo>
                    <a:pt x="13530" y="9050"/>
                    <a:pt x="13091" y="8835"/>
                    <a:pt x="13603" y="8763"/>
                  </a:cubicBezTo>
                  <a:cubicBezTo>
                    <a:pt x="14116" y="8692"/>
                    <a:pt x="13969" y="8534"/>
                    <a:pt x="14262" y="8362"/>
                  </a:cubicBezTo>
                  <a:cubicBezTo>
                    <a:pt x="14555" y="8189"/>
                    <a:pt x="13677" y="8103"/>
                    <a:pt x="13677" y="7946"/>
                  </a:cubicBezTo>
                  <a:cubicBezTo>
                    <a:pt x="13677" y="7788"/>
                    <a:pt x="13530" y="7644"/>
                    <a:pt x="12871" y="7472"/>
                  </a:cubicBezTo>
                  <a:cubicBezTo>
                    <a:pt x="12212" y="7300"/>
                    <a:pt x="12431" y="6956"/>
                    <a:pt x="12871" y="6956"/>
                  </a:cubicBezTo>
                  <a:cubicBezTo>
                    <a:pt x="13310" y="6956"/>
                    <a:pt x="13091" y="6626"/>
                    <a:pt x="13897" y="6583"/>
                  </a:cubicBezTo>
                  <a:cubicBezTo>
                    <a:pt x="14701" y="6540"/>
                    <a:pt x="14262" y="6296"/>
                    <a:pt x="13897" y="6095"/>
                  </a:cubicBezTo>
                  <a:cubicBezTo>
                    <a:pt x="13530" y="5894"/>
                    <a:pt x="14555" y="5994"/>
                    <a:pt x="14555" y="5837"/>
                  </a:cubicBezTo>
                  <a:cubicBezTo>
                    <a:pt x="14555" y="5679"/>
                    <a:pt x="14994" y="5464"/>
                    <a:pt x="15653" y="5406"/>
                  </a:cubicBezTo>
                  <a:cubicBezTo>
                    <a:pt x="16312" y="5349"/>
                    <a:pt x="16386" y="5105"/>
                    <a:pt x="16386" y="5005"/>
                  </a:cubicBezTo>
                  <a:cubicBezTo>
                    <a:pt x="16386" y="4904"/>
                    <a:pt x="17337" y="4861"/>
                    <a:pt x="17849" y="4775"/>
                  </a:cubicBezTo>
                  <a:cubicBezTo>
                    <a:pt x="18361" y="4689"/>
                    <a:pt x="16970" y="4546"/>
                    <a:pt x="17776" y="4460"/>
                  </a:cubicBezTo>
                  <a:cubicBezTo>
                    <a:pt x="18580" y="4373"/>
                    <a:pt x="17117" y="4015"/>
                    <a:pt x="17556" y="3943"/>
                  </a:cubicBezTo>
                  <a:cubicBezTo>
                    <a:pt x="17995" y="3872"/>
                    <a:pt x="17629" y="3714"/>
                    <a:pt x="17702" y="3599"/>
                  </a:cubicBezTo>
                  <a:cubicBezTo>
                    <a:pt x="17776" y="3484"/>
                    <a:pt x="20191" y="3269"/>
                    <a:pt x="20484" y="3169"/>
                  </a:cubicBezTo>
                  <a:cubicBezTo>
                    <a:pt x="20697" y="3095"/>
                    <a:pt x="20910" y="2838"/>
                    <a:pt x="20982" y="2610"/>
                  </a:cubicBezTo>
                  <a:cubicBezTo>
                    <a:pt x="20228" y="2706"/>
                    <a:pt x="19570" y="2757"/>
                    <a:pt x="19451" y="2702"/>
                  </a:cubicBezTo>
                  <a:cubicBezTo>
                    <a:pt x="19234" y="2603"/>
                    <a:pt x="19523" y="2306"/>
                    <a:pt x="18874" y="2179"/>
                  </a:cubicBezTo>
                  <a:cubicBezTo>
                    <a:pt x="18225" y="2052"/>
                    <a:pt x="18658" y="1798"/>
                    <a:pt x="18009" y="1742"/>
                  </a:cubicBezTo>
                  <a:cubicBezTo>
                    <a:pt x="17360" y="1685"/>
                    <a:pt x="16568" y="1431"/>
                    <a:pt x="17144" y="1346"/>
                  </a:cubicBezTo>
                  <a:cubicBezTo>
                    <a:pt x="17720" y="1261"/>
                    <a:pt x="17144" y="1092"/>
                    <a:pt x="17649" y="1007"/>
                  </a:cubicBezTo>
                  <a:cubicBezTo>
                    <a:pt x="18153" y="922"/>
                    <a:pt x="17360" y="908"/>
                    <a:pt x="16639" y="738"/>
                  </a:cubicBezTo>
                  <a:cubicBezTo>
                    <a:pt x="15919" y="569"/>
                    <a:pt x="16928" y="357"/>
                    <a:pt x="16062" y="229"/>
                  </a:cubicBezTo>
                  <a:cubicBezTo>
                    <a:pt x="15198" y="102"/>
                    <a:pt x="15198" y="-53"/>
                    <a:pt x="14981" y="18"/>
                  </a:cubicBezTo>
                  <a:cubicBezTo>
                    <a:pt x="14765" y="89"/>
                    <a:pt x="14693" y="329"/>
                    <a:pt x="13973" y="399"/>
                  </a:cubicBezTo>
                  <a:cubicBezTo>
                    <a:pt x="13853" y="411"/>
                    <a:pt x="13666" y="438"/>
                    <a:pt x="13443" y="475"/>
                  </a:cubicBezTo>
                  <a:cubicBezTo>
                    <a:pt x="13448" y="591"/>
                    <a:pt x="13233" y="789"/>
                    <a:pt x="13467" y="904"/>
                  </a:cubicBezTo>
                  <a:cubicBezTo>
                    <a:pt x="13791" y="1063"/>
                    <a:pt x="13954" y="1837"/>
                    <a:pt x="13630" y="2134"/>
                  </a:cubicBezTo>
                  <a:cubicBezTo>
                    <a:pt x="13305" y="2430"/>
                    <a:pt x="12980" y="2674"/>
                    <a:pt x="12656" y="2854"/>
                  </a:cubicBezTo>
                  <a:cubicBezTo>
                    <a:pt x="12332" y="3034"/>
                    <a:pt x="13413" y="3045"/>
                    <a:pt x="12980" y="3130"/>
                  </a:cubicBezTo>
                  <a:cubicBezTo>
                    <a:pt x="12549" y="3214"/>
                    <a:pt x="12710" y="3427"/>
                    <a:pt x="12710" y="3766"/>
                  </a:cubicBezTo>
                  <a:cubicBezTo>
                    <a:pt x="12710" y="4105"/>
                    <a:pt x="11683" y="4677"/>
                    <a:pt x="11628" y="4857"/>
                  </a:cubicBezTo>
                  <a:cubicBezTo>
                    <a:pt x="11575" y="5037"/>
                    <a:pt x="10872" y="5154"/>
                    <a:pt x="10980" y="5355"/>
                  </a:cubicBezTo>
                  <a:cubicBezTo>
                    <a:pt x="11088" y="5556"/>
                    <a:pt x="10494" y="5673"/>
                    <a:pt x="9899" y="5768"/>
                  </a:cubicBezTo>
                  <a:cubicBezTo>
                    <a:pt x="9304" y="5864"/>
                    <a:pt x="10872" y="6171"/>
                    <a:pt x="10818" y="6340"/>
                  </a:cubicBezTo>
                  <a:cubicBezTo>
                    <a:pt x="10764" y="6510"/>
                    <a:pt x="9628" y="6584"/>
                    <a:pt x="9899" y="6860"/>
                  </a:cubicBezTo>
                  <a:cubicBezTo>
                    <a:pt x="10237" y="7204"/>
                    <a:pt x="9899" y="7792"/>
                    <a:pt x="9899" y="7909"/>
                  </a:cubicBezTo>
                  <a:cubicBezTo>
                    <a:pt x="9899" y="8025"/>
                    <a:pt x="9196" y="8015"/>
                    <a:pt x="9358" y="8237"/>
                  </a:cubicBezTo>
                  <a:cubicBezTo>
                    <a:pt x="9520" y="8460"/>
                    <a:pt x="8655" y="8513"/>
                    <a:pt x="8493" y="8831"/>
                  </a:cubicBezTo>
                  <a:cubicBezTo>
                    <a:pt x="8331" y="9149"/>
                    <a:pt x="7087" y="9604"/>
                    <a:pt x="6601" y="9848"/>
                  </a:cubicBezTo>
                  <a:cubicBezTo>
                    <a:pt x="6114" y="10092"/>
                    <a:pt x="6114" y="10230"/>
                    <a:pt x="5465" y="10230"/>
                  </a:cubicBezTo>
                  <a:cubicBezTo>
                    <a:pt x="4816" y="10230"/>
                    <a:pt x="4654" y="10367"/>
                    <a:pt x="5140" y="10579"/>
                  </a:cubicBezTo>
                  <a:cubicBezTo>
                    <a:pt x="5627" y="10791"/>
                    <a:pt x="4816" y="10971"/>
                    <a:pt x="5465" y="11183"/>
                  </a:cubicBezTo>
                  <a:cubicBezTo>
                    <a:pt x="6114" y="11395"/>
                    <a:pt x="5897" y="11470"/>
                    <a:pt x="5573" y="11671"/>
                  </a:cubicBezTo>
                  <a:cubicBezTo>
                    <a:pt x="5249" y="11872"/>
                    <a:pt x="4816" y="11883"/>
                    <a:pt x="4816" y="12073"/>
                  </a:cubicBezTo>
                  <a:cubicBezTo>
                    <a:pt x="4816" y="12264"/>
                    <a:pt x="4059" y="12423"/>
                    <a:pt x="4492" y="12635"/>
                  </a:cubicBezTo>
                  <a:cubicBezTo>
                    <a:pt x="4925" y="12847"/>
                    <a:pt x="4816" y="12921"/>
                    <a:pt x="4275" y="12921"/>
                  </a:cubicBezTo>
                  <a:cubicBezTo>
                    <a:pt x="3735" y="12921"/>
                    <a:pt x="3464" y="13091"/>
                    <a:pt x="3248" y="13441"/>
                  </a:cubicBezTo>
                  <a:cubicBezTo>
                    <a:pt x="3032" y="13790"/>
                    <a:pt x="3086" y="13780"/>
                    <a:pt x="4384" y="13758"/>
                  </a:cubicBezTo>
                  <a:cubicBezTo>
                    <a:pt x="5681" y="13737"/>
                    <a:pt x="4654" y="12900"/>
                    <a:pt x="5465" y="12900"/>
                  </a:cubicBezTo>
                  <a:cubicBezTo>
                    <a:pt x="6277" y="12900"/>
                    <a:pt x="5573" y="12762"/>
                    <a:pt x="6384" y="12720"/>
                  </a:cubicBezTo>
                  <a:cubicBezTo>
                    <a:pt x="7195" y="12678"/>
                    <a:pt x="6492" y="12868"/>
                    <a:pt x="7033" y="12900"/>
                  </a:cubicBezTo>
                  <a:cubicBezTo>
                    <a:pt x="7574" y="12932"/>
                    <a:pt x="7953" y="13016"/>
                    <a:pt x="7195" y="13112"/>
                  </a:cubicBezTo>
                  <a:cubicBezTo>
                    <a:pt x="6438" y="13207"/>
                    <a:pt x="7357" y="13398"/>
                    <a:pt x="6979" y="13514"/>
                  </a:cubicBezTo>
                  <a:cubicBezTo>
                    <a:pt x="6601" y="13631"/>
                    <a:pt x="6060" y="13758"/>
                    <a:pt x="6384" y="13896"/>
                  </a:cubicBezTo>
                  <a:cubicBezTo>
                    <a:pt x="6708" y="14034"/>
                    <a:pt x="6005" y="14023"/>
                    <a:pt x="5952" y="14203"/>
                  </a:cubicBezTo>
                  <a:cubicBezTo>
                    <a:pt x="5897" y="14383"/>
                    <a:pt x="6438" y="14394"/>
                    <a:pt x="6060" y="14436"/>
                  </a:cubicBezTo>
                  <a:cubicBezTo>
                    <a:pt x="5681" y="14479"/>
                    <a:pt x="6547" y="14616"/>
                    <a:pt x="6005" y="14638"/>
                  </a:cubicBezTo>
                  <a:cubicBezTo>
                    <a:pt x="5465" y="14659"/>
                    <a:pt x="5789" y="14797"/>
                    <a:pt x="6114" y="14924"/>
                  </a:cubicBezTo>
                  <a:cubicBezTo>
                    <a:pt x="6438" y="15051"/>
                    <a:pt x="5411" y="14977"/>
                    <a:pt x="4870" y="15062"/>
                  </a:cubicBezTo>
                  <a:cubicBezTo>
                    <a:pt x="4329" y="15146"/>
                    <a:pt x="5411" y="15263"/>
                    <a:pt x="5087" y="15380"/>
                  </a:cubicBezTo>
                  <a:cubicBezTo>
                    <a:pt x="4763" y="15496"/>
                    <a:pt x="3897" y="15316"/>
                    <a:pt x="3519" y="15252"/>
                  </a:cubicBezTo>
                  <a:cubicBezTo>
                    <a:pt x="3140" y="15189"/>
                    <a:pt x="4113" y="15062"/>
                    <a:pt x="4600" y="14934"/>
                  </a:cubicBezTo>
                  <a:cubicBezTo>
                    <a:pt x="5087" y="14807"/>
                    <a:pt x="4113" y="14521"/>
                    <a:pt x="3302" y="14585"/>
                  </a:cubicBezTo>
                  <a:cubicBezTo>
                    <a:pt x="2491" y="14648"/>
                    <a:pt x="4113" y="14828"/>
                    <a:pt x="4113" y="14966"/>
                  </a:cubicBezTo>
                  <a:cubicBezTo>
                    <a:pt x="4113" y="15104"/>
                    <a:pt x="2762" y="14934"/>
                    <a:pt x="2815" y="15083"/>
                  </a:cubicBezTo>
                  <a:cubicBezTo>
                    <a:pt x="2870" y="15231"/>
                    <a:pt x="1897" y="15178"/>
                    <a:pt x="1410" y="15284"/>
                  </a:cubicBezTo>
                  <a:cubicBezTo>
                    <a:pt x="924" y="15390"/>
                    <a:pt x="2059" y="15486"/>
                    <a:pt x="1518" y="15518"/>
                  </a:cubicBezTo>
                  <a:cubicBezTo>
                    <a:pt x="977" y="15549"/>
                    <a:pt x="58" y="15698"/>
                    <a:pt x="4" y="15803"/>
                  </a:cubicBezTo>
                  <a:cubicBezTo>
                    <a:pt x="-50" y="15909"/>
                    <a:pt x="599" y="15931"/>
                    <a:pt x="599" y="15824"/>
                  </a:cubicBezTo>
                  <a:cubicBezTo>
                    <a:pt x="599" y="15719"/>
                    <a:pt x="1464" y="15687"/>
                    <a:pt x="1734" y="15824"/>
                  </a:cubicBezTo>
                  <a:cubicBezTo>
                    <a:pt x="2005" y="15962"/>
                    <a:pt x="2383" y="15824"/>
                    <a:pt x="3140" y="15856"/>
                  </a:cubicBezTo>
                  <a:cubicBezTo>
                    <a:pt x="3897" y="15888"/>
                    <a:pt x="3789" y="16111"/>
                    <a:pt x="3356" y="16100"/>
                  </a:cubicBezTo>
                  <a:cubicBezTo>
                    <a:pt x="2924" y="16090"/>
                    <a:pt x="2491" y="16238"/>
                    <a:pt x="2599" y="16397"/>
                  </a:cubicBezTo>
                  <a:cubicBezTo>
                    <a:pt x="2707" y="16556"/>
                    <a:pt x="4221" y="16397"/>
                    <a:pt x="4870" y="16439"/>
                  </a:cubicBezTo>
                  <a:cubicBezTo>
                    <a:pt x="5519" y="16482"/>
                    <a:pt x="5303" y="16704"/>
                    <a:pt x="4925" y="16630"/>
                  </a:cubicBezTo>
                  <a:cubicBezTo>
                    <a:pt x="4546" y="16556"/>
                    <a:pt x="3681" y="16429"/>
                    <a:pt x="3302" y="16556"/>
                  </a:cubicBezTo>
                  <a:cubicBezTo>
                    <a:pt x="2924" y="16683"/>
                    <a:pt x="2329" y="16620"/>
                    <a:pt x="1843" y="16577"/>
                  </a:cubicBezTo>
                  <a:cubicBezTo>
                    <a:pt x="1355" y="16535"/>
                    <a:pt x="-375" y="16757"/>
                    <a:pt x="220" y="16842"/>
                  </a:cubicBezTo>
                  <a:cubicBezTo>
                    <a:pt x="815" y="16927"/>
                    <a:pt x="761" y="17064"/>
                    <a:pt x="1140" y="17054"/>
                  </a:cubicBezTo>
                  <a:cubicBezTo>
                    <a:pt x="1518" y="17043"/>
                    <a:pt x="2113" y="16990"/>
                    <a:pt x="2329" y="16906"/>
                  </a:cubicBezTo>
                  <a:cubicBezTo>
                    <a:pt x="2545" y="16821"/>
                    <a:pt x="3302" y="16736"/>
                    <a:pt x="3356" y="16927"/>
                  </a:cubicBezTo>
                  <a:cubicBezTo>
                    <a:pt x="3411" y="17118"/>
                    <a:pt x="2329" y="17022"/>
                    <a:pt x="2113" y="17128"/>
                  </a:cubicBezTo>
                  <a:cubicBezTo>
                    <a:pt x="1897" y="17234"/>
                    <a:pt x="1464" y="17319"/>
                    <a:pt x="815" y="17414"/>
                  </a:cubicBezTo>
                  <a:cubicBezTo>
                    <a:pt x="166" y="17510"/>
                    <a:pt x="815" y="17669"/>
                    <a:pt x="1355" y="17616"/>
                  </a:cubicBezTo>
                  <a:cubicBezTo>
                    <a:pt x="1897" y="17562"/>
                    <a:pt x="1194" y="17743"/>
                    <a:pt x="1950" y="17764"/>
                  </a:cubicBezTo>
                  <a:cubicBezTo>
                    <a:pt x="2648" y="17784"/>
                    <a:pt x="2870" y="17679"/>
                    <a:pt x="2707" y="17573"/>
                  </a:cubicBezTo>
                  <a:cubicBezTo>
                    <a:pt x="2545" y="17467"/>
                    <a:pt x="3086" y="17234"/>
                    <a:pt x="3735" y="17351"/>
                  </a:cubicBezTo>
                  <a:cubicBezTo>
                    <a:pt x="4384" y="17467"/>
                    <a:pt x="3411" y="17584"/>
                    <a:pt x="3411" y="17690"/>
                  </a:cubicBezTo>
                  <a:cubicBezTo>
                    <a:pt x="3411" y="17796"/>
                    <a:pt x="3032" y="17934"/>
                    <a:pt x="3032" y="18050"/>
                  </a:cubicBezTo>
                  <a:cubicBezTo>
                    <a:pt x="3032" y="18166"/>
                    <a:pt x="2329" y="18103"/>
                    <a:pt x="2383" y="18230"/>
                  </a:cubicBezTo>
                  <a:cubicBezTo>
                    <a:pt x="2437" y="18357"/>
                    <a:pt x="869" y="18272"/>
                    <a:pt x="1572" y="18357"/>
                  </a:cubicBezTo>
                  <a:cubicBezTo>
                    <a:pt x="2274" y="18442"/>
                    <a:pt x="1140" y="18559"/>
                    <a:pt x="1518" y="18643"/>
                  </a:cubicBezTo>
                  <a:cubicBezTo>
                    <a:pt x="1897" y="18728"/>
                    <a:pt x="2221" y="18527"/>
                    <a:pt x="2815" y="18569"/>
                  </a:cubicBezTo>
                  <a:cubicBezTo>
                    <a:pt x="3411" y="18612"/>
                    <a:pt x="3302" y="18643"/>
                    <a:pt x="4059" y="18580"/>
                  </a:cubicBezTo>
                  <a:cubicBezTo>
                    <a:pt x="4816" y="18516"/>
                    <a:pt x="5249" y="18696"/>
                    <a:pt x="4546" y="18739"/>
                  </a:cubicBezTo>
                  <a:cubicBezTo>
                    <a:pt x="3843" y="18781"/>
                    <a:pt x="3086" y="18940"/>
                    <a:pt x="3411" y="18961"/>
                  </a:cubicBezTo>
                  <a:cubicBezTo>
                    <a:pt x="3735" y="18982"/>
                    <a:pt x="4654" y="18856"/>
                    <a:pt x="4870" y="18993"/>
                  </a:cubicBezTo>
                  <a:cubicBezTo>
                    <a:pt x="5087" y="19131"/>
                    <a:pt x="5627" y="19089"/>
                    <a:pt x="5681" y="18940"/>
                  </a:cubicBezTo>
                  <a:cubicBezTo>
                    <a:pt x="5735" y="18792"/>
                    <a:pt x="7033" y="18919"/>
                    <a:pt x="7249" y="19046"/>
                  </a:cubicBezTo>
                  <a:cubicBezTo>
                    <a:pt x="7466" y="19173"/>
                    <a:pt x="5897" y="19247"/>
                    <a:pt x="5087" y="19216"/>
                  </a:cubicBezTo>
                  <a:cubicBezTo>
                    <a:pt x="4275" y="19184"/>
                    <a:pt x="3843" y="19364"/>
                    <a:pt x="4384" y="19502"/>
                  </a:cubicBezTo>
                  <a:cubicBezTo>
                    <a:pt x="4925" y="19640"/>
                    <a:pt x="5573" y="19502"/>
                    <a:pt x="6167" y="19385"/>
                  </a:cubicBezTo>
                  <a:cubicBezTo>
                    <a:pt x="6763" y="19269"/>
                    <a:pt x="9683" y="19301"/>
                    <a:pt x="9899" y="19428"/>
                  </a:cubicBezTo>
                  <a:cubicBezTo>
                    <a:pt x="10115" y="19555"/>
                    <a:pt x="8547" y="19449"/>
                    <a:pt x="8385" y="19523"/>
                  </a:cubicBezTo>
                  <a:cubicBezTo>
                    <a:pt x="8222" y="19597"/>
                    <a:pt x="7033" y="19661"/>
                    <a:pt x="6871" y="19576"/>
                  </a:cubicBezTo>
                  <a:cubicBezTo>
                    <a:pt x="6708" y="19491"/>
                    <a:pt x="5573" y="19608"/>
                    <a:pt x="5519" y="19745"/>
                  </a:cubicBezTo>
                  <a:cubicBezTo>
                    <a:pt x="5465" y="19883"/>
                    <a:pt x="4600" y="19883"/>
                    <a:pt x="5573" y="19936"/>
                  </a:cubicBezTo>
                  <a:cubicBezTo>
                    <a:pt x="6547" y="19989"/>
                    <a:pt x="6277" y="19735"/>
                    <a:pt x="7790" y="19756"/>
                  </a:cubicBezTo>
                  <a:cubicBezTo>
                    <a:pt x="9304" y="19777"/>
                    <a:pt x="10115" y="19481"/>
                    <a:pt x="10548" y="19650"/>
                  </a:cubicBezTo>
                  <a:cubicBezTo>
                    <a:pt x="10980" y="19820"/>
                    <a:pt x="9304" y="19958"/>
                    <a:pt x="8709" y="19851"/>
                  </a:cubicBezTo>
                  <a:cubicBezTo>
                    <a:pt x="8115" y="19745"/>
                    <a:pt x="7412" y="19926"/>
                    <a:pt x="7466" y="20085"/>
                  </a:cubicBezTo>
                  <a:cubicBezTo>
                    <a:pt x="7519" y="20243"/>
                    <a:pt x="5735" y="20042"/>
                    <a:pt x="4870" y="20021"/>
                  </a:cubicBezTo>
                  <a:cubicBezTo>
                    <a:pt x="4005" y="20000"/>
                    <a:pt x="4384" y="20180"/>
                    <a:pt x="5140" y="20339"/>
                  </a:cubicBezTo>
                  <a:cubicBezTo>
                    <a:pt x="5897" y="20498"/>
                    <a:pt x="6330" y="20318"/>
                    <a:pt x="7249" y="20434"/>
                  </a:cubicBezTo>
                  <a:cubicBezTo>
                    <a:pt x="8168" y="20551"/>
                    <a:pt x="8168" y="20678"/>
                    <a:pt x="8817" y="20561"/>
                  </a:cubicBezTo>
                  <a:cubicBezTo>
                    <a:pt x="9467" y="20445"/>
                    <a:pt x="8817" y="20456"/>
                    <a:pt x="8385" y="20403"/>
                  </a:cubicBezTo>
                  <a:cubicBezTo>
                    <a:pt x="7953" y="20349"/>
                    <a:pt x="8331" y="20169"/>
                    <a:pt x="9358" y="20265"/>
                  </a:cubicBezTo>
                  <a:cubicBezTo>
                    <a:pt x="10385" y="20360"/>
                    <a:pt x="11575" y="20180"/>
                    <a:pt x="11250" y="19926"/>
                  </a:cubicBezTo>
                  <a:cubicBezTo>
                    <a:pt x="10926" y="19671"/>
                    <a:pt x="12170" y="19555"/>
                    <a:pt x="13413" y="19470"/>
                  </a:cubicBezTo>
                  <a:cubicBezTo>
                    <a:pt x="14657" y="19385"/>
                    <a:pt x="14008" y="19629"/>
                    <a:pt x="13089" y="19703"/>
                  </a:cubicBezTo>
                  <a:cubicBezTo>
                    <a:pt x="12170" y="19777"/>
                    <a:pt x="12008" y="19830"/>
                    <a:pt x="12710" y="19979"/>
                  </a:cubicBezTo>
                  <a:cubicBezTo>
                    <a:pt x="13413" y="20127"/>
                    <a:pt x="14332" y="19883"/>
                    <a:pt x="14927" y="20000"/>
                  </a:cubicBezTo>
                  <a:cubicBezTo>
                    <a:pt x="15521" y="20116"/>
                    <a:pt x="13846" y="20095"/>
                    <a:pt x="13575" y="20212"/>
                  </a:cubicBezTo>
                  <a:cubicBezTo>
                    <a:pt x="13305" y="20328"/>
                    <a:pt x="14603" y="20466"/>
                    <a:pt x="13684" y="20551"/>
                  </a:cubicBezTo>
                  <a:cubicBezTo>
                    <a:pt x="12765" y="20636"/>
                    <a:pt x="13197" y="20201"/>
                    <a:pt x="12656" y="20159"/>
                  </a:cubicBezTo>
                  <a:cubicBezTo>
                    <a:pt x="12116" y="20116"/>
                    <a:pt x="11628" y="20212"/>
                    <a:pt x="12170" y="20456"/>
                  </a:cubicBezTo>
                  <a:cubicBezTo>
                    <a:pt x="12710" y="20699"/>
                    <a:pt x="11521" y="20487"/>
                    <a:pt x="10980" y="20371"/>
                  </a:cubicBezTo>
                  <a:cubicBezTo>
                    <a:pt x="10439" y="20254"/>
                    <a:pt x="9683" y="20424"/>
                    <a:pt x="10331" y="20551"/>
                  </a:cubicBezTo>
                  <a:cubicBezTo>
                    <a:pt x="10980" y="20678"/>
                    <a:pt x="9088" y="20540"/>
                    <a:pt x="9088" y="20742"/>
                  </a:cubicBezTo>
                  <a:cubicBezTo>
                    <a:pt x="9088" y="20943"/>
                    <a:pt x="9899" y="20773"/>
                    <a:pt x="10872" y="20816"/>
                  </a:cubicBezTo>
                  <a:cubicBezTo>
                    <a:pt x="11845" y="20858"/>
                    <a:pt x="11413" y="21134"/>
                    <a:pt x="12116" y="21240"/>
                  </a:cubicBezTo>
                  <a:cubicBezTo>
                    <a:pt x="12818" y="21345"/>
                    <a:pt x="12223" y="20901"/>
                    <a:pt x="12980" y="20869"/>
                  </a:cubicBezTo>
                  <a:cubicBezTo>
                    <a:pt x="13738" y="20837"/>
                    <a:pt x="13035" y="21208"/>
                    <a:pt x="14711" y="21314"/>
                  </a:cubicBezTo>
                  <a:cubicBezTo>
                    <a:pt x="16387" y="21420"/>
                    <a:pt x="14819" y="21250"/>
                    <a:pt x="15576" y="21144"/>
                  </a:cubicBezTo>
                  <a:cubicBezTo>
                    <a:pt x="16333" y="21038"/>
                    <a:pt x="17306" y="21462"/>
                    <a:pt x="18118" y="21505"/>
                  </a:cubicBezTo>
                  <a:cubicBezTo>
                    <a:pt x="18928" y="21547"/>
                    <a:pt x="18387" y="21314"/>
                    <a:pt x="17793" y="21187"/>
                  </a:cubicBezTo>
                  <a:cubicBezTo>
                    <a:pt x="17198" y="21060"/>
                    <a:pt x="18387" y="21134"/>
                    <a:pt x="19199" y="21187"/>
                  </a:cubicBezTo>
                  <a:cubicBezTo>
                    <a:pt x="20010" y="21240"/>
                    <a:pt x="20659" y="21261"/>
                    <a:pt x="20821" y="21144"/>
                  </a:cubicBezTo>
                  <a:cubicBezTo>
                    <a:pt x="20882" y="21101"/>
                    <a:pt x="21032" y="21102"/>
                    <a:pt x="21225" y="21114"/>
                  </a:cubicBezTo>
                  <a:cubicBezTo>
                    <a:pt x="20380" y="21005"/>
                    <a:pt x="17511" y="21084"/>
                    <a:pt x="17117" y="21071"/>
                  </a:cubicBezTo>
                  <a:cubicBezTo>
                    <a:pt x="16728" y="21059"/>
                    <a:pt x="17028" y="19788"/>
                    <a:pt x="17101" y="19497"/>
                  </a:cubicBezTo>
                  <a:cubicBezTo>
                    <a:pt x="17043" y="19494"/>
                    <a:pt x="16984" y="19491"/>
                    <a:pt x="16928" y="19491"/>
                  </a:cubicBezTo>
                  <a:cubicBezTo>
                    <a:pt x="16225" y="19491"/>
                    <a:pt x="14657" y="19523"/>
                    <a:pt x="14927" y="19311"/>
                  </a:cubicBezTo>
                  <a:cubicBezTo>
                    <a:pt x="14974" y="19274"/>
                    <a:pt x="15077" y="19252"/>
                    <a:pt x="15211" y="19240"/>
                  </a:cubicBezTo>
                  <a:cubicBezTo>
                    <a:pt x="14892" y="19183"/>
                    <a:pt x="14439" y="19120"/>
                    <a:pt x="13897" y="19091"/>
                  </a:cubicBezTo>
                  <a:cubicBezTo>
                    <a:pt x="12799" y="19034"/>
                    <a:pt x="10164" y="19091"/>
                    <a:pt x="9578" y="1910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5" name="Shape 3341"/>
            <p:cNvSpPr/>
            <p:nvPr/>
          </p:nvSpPr>
          <p:spPr>
            <a:xfrm>
              <a:off x="6335197" y="8068412"/>
              <a:ext cx="517660" cy="526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9" h="21207" extrusionOk="0">
                  <a:moveTo>
                    <a:pt x="20722" y="11590"/>
                  </a:moveTo>
                  <a:cubicBezTo>
                    <a:pt x="19845" y="11154"/>
                    <a:pt x="18968" y="12025"/>
                    <a:pt x="18674" y="12025"/>
                  </a:cubicBezTo>
                  <a:cubicBezTo>
                    <a:pt x="18381" y="12025"/>
                    <a:pt x="17723" y="10138"/>
                    <a:pt x="17503" y="9342"/>
                  </a:cubicBezTo>
                  <a:cubicBezTo>
                    <a:pt x="17283" y="8543"/>
                    <a:pt x="16407" y="6946"/>
                    <a:pt x="15821" y="7307"/>
                  </a:cubicBezTo>
                  <a:cubicBezTo>
                    <a:pt x="15236" y="7671"/>
                    <a:pt x="15382" y="7164"/>
                    <a:pt x="13700" y="7091"/>
                  </a:cubicBezTo>
                  <a:cubicBezTo>
                    <a:pt x="12017" y="7017"/>
                    <a:pt x="12090" y="6728"/>
                    <a:pt x="12455" y="5130"/>
                  </a:cubicBezTo>
                  <a:cubicBezTo>
                    <a:pt x="12821" y="3534"/>
                    <a:pt x="11358" y="2517"/>
                    <a:pt x="12016" y="2155"/>
                  </a:cubicBezTo>
                  <a:cubicBezTo>
                    <a:pt x="12513" y="1883"/>
                    <a:pt x="12467" y="1566"/>
                    <a:pt x="11912" y="865"/>
                  </a:cubicBezTo>
                  <a:cubicBezTo>
                    <a:pt x="11775" y="952"/>
                    <a:pt x="11635" y="1007"/>
                    <a:pt x="11501" y="1007"/>
                  </a:cubicBezTo>
                  <a:cubicBezTo>
                    <a:pt x="10925" y="1007"/>
                    <a:pt x="10204" y="5"/>
                    <a:pt x="9196" y="5"/>
                  </a:cubicBezTo>
                  <a:cubicBezTo>
                    <a:pt x="8186" y="5"/>
                    <a:pt x="7106" y="-66"/>
                    <a:pt x="6386" y="292"/>
                  </a:cubicBezTo>
                  <a:cubicBezTo>
                    <a:pt x="5664" y="650"/>
                    <a:pt x="4294" y="220"/>
                    <a:pt x="3430" y="794"/>
                  </a:cubicBezTo>
                  <a:cubicBezTo>
                    <a:pt x="2565" y="1366"/>
                    <a:pt x="1484" y="2578"/>
                    <a:pt x="1557" y="3079"/>
                  </a:cubicBezTo>
                  <a:cubicBezTo>
                    <a:pt x="1629" y="3581"/>
                    <a:pt x="1268" y="6655"/>
                    <a:pt x="836" y="6797"/>
                  </a:cubicBezTo>
                  <a:cubicBezTo>
                    <a:pt x="705" y="6840"/>
                    <a:pt x="384" y="6816"/>
                    <a:pt x="0" y="6776"/>
                  </a:cubicBezTo>
                  <a:cubicBezTo>
                    <a:pt x="577" y="7769"/>
                    <a:pt x="2285" y="9545"/>
                    <a:pt x="3384" y="10211"/>
                  </a:cubicBezTo>
                  <a:cubicBezTo>
                    <a:pt x="4701" y="11011"/>
                    <a:pt x="4627" y="11735"/>
                    <a:pt x="6091" y="11881"/>
                  </a:cubicBezTo>
                  <a:cubicBezTo>
                    <a:pt x="7554" y="12025"/>
                    <a:pt x="8285" y="12607"/>
                    <a:pt x="8797" y="13260"/>
                  </a:cubicBezTo>
                  <a:cubicBezTo>
                    <a:pt x="9309" y="13913"/>
                    <a:pt x="13042" y="15002"/>
                    <a:pt x="13333" y="15511"/>
                  </a:cubicBezTo>
                  <a:cubicBezTo>
                    <a:pt x="13626" y="16018"/>
                    <a:pt x="11432" y="17470"/>
                    <a:pt x="11432" y="18775"/>
                  </a:cubicBezTo>
                  <a:cubicBezTo>
                    <a:pt x="11432" y="20084"/>
                    <a:pt x="10626" y="19937"/>
                    <a:pt x="10626" y="20374"/>
                  </a:cubicBezTo>
                  <a:cubicBezTo>
                    <a:pt x="10626" y="20808"/>
                    <a:pt x="12309" y="20518"/>
                    <a:pt x="12895" y="20880"/>
                  </a:cubicBezTo>
                  <a:cubicBezTo>
                    <a:pt x="13480" y="21244"/>
                    <a:pt x="14503" y="20663"/>
                    <a:pt x="15235" y="21097"/>
                  </a:cubicBezTo>
                  <a:cubicBezTo>
                    <a:pt x="15966" y="21534"/>
                    <a:pt x="16772" y="20518"/>
                    <a:pt x="17357" y="20663"/>
                  </a:cubicBezTo>
                  <a:cubicBezTo>
                    <a:pt x="17943" y="20808"/>
                    <a:pt x="18529" y="19648"/>
                    <a:pt x="19260" y="19718"/>
                  </a:cubicBezTo>
                  <a:cubicBezTo>
                    <a:pt x="19991" y="19791"/>
                    <a:pt x="20650" y="17180"/>
                    <a:pt x="20503" y="16164"/>
                  </a:cubicBezTo>
                  <a:cubicBezTo>
                    <a:pt x="20357" y="15147"/>
                    <a:pt x="21600" y="12025"/>
                    <a:pt x="20722" y="1159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6" name="Shape 3342"/>
            <p:cNvSpPr/>
            <p:nvPr/>
          </p:nvSpPr>
          <p:spPr>
            <a:xfrm>
              <a:off x="4940657" y="6195743"/>
              <a:ext cx="193911" cy="161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4" h="21503" extrusionOk="0">
                  <a:moveTo>
                    <a:pt x="20034" y="17084"/>
                  </a:moveTo>
                  <a:cubicBezTo>
                    <a:pt x="19821" y="16161"/>
                    <a:pt x="19944" y="13800"/>
                    <a:pt x="21024" y="11997"/>
                  </a:cubicBezTo>
                  <a:cubicBezTo>
                    <a:pt x="18665" y="8866"/>
                    <a:pt x="16011" y="4637"/>
                    <a:pt x="14595" y="2117"/>
                  </a:cubicBezTo>
                  <a:cubicBezTo>
                    <a:pt x="13245" y="2335"/>
                    <a:pt x="12070" y="2319"/>
                    <a:pt x="11377" y="1677"/>
                  </a:cubicBezTo>
                  <a:cubicBezTo>
                    <a:pt x="9947" y="360"/>
                    <a:pt x="6373" y="1241"/>
                    <a:pt x="4943" y="360"/>
                  </a:cubicBezTo>
                  <a:cubicBezTo>
                    <a:pt x="4205" y="-97"/>
                    <a:pt x="2772" y="-37"/>
                    <a:pt x="1358" y="98"/>
                  </a:cubicBezTo>
                  <a:cubicBezTo>
                    <a:pt x="1697" y="1412"/>
                    <a:pt x="1539" y="2685"/>
                    <a:pt x="866" y="3244"/>
                  </a:cubicBezTo>
                  <a:cubicBezTo>
                    <a:pt x="-434" y="4312"/>
                    <a:pt x="-576" y="8573"/>
                    <a:pt x="2596" y="10173"/>
                  </a:cubicBezTo>
                  <a:cubicBezTo>
                    <a:pt x="5767" y="11766"/>
                    <a:pt x="4758" y="9282"/>
                    <a:pt x="6344" y="9282"/>
                  </a:cubicBezTo>
                  <a:cubicBezTo>
                    <a:pt x="7930" y="9282"/>
                    <a:pt x="7785" y="12301"/>
                    <a:pt x="9226" y="12301"/>
                  </a:cubicBezTo>
                  <a:cubicBezTo>
                    <a:pt x="10669" y="12301"/>
                    <a:pt x="13985" y="14431"/>
                    <a:pt x="13841" y="17273"/>
                  </a:cubicBezTo>
                  <a:cubicBezTo>
                    <a:pt x="13698" y="20113"/>
                    <a:pt x="14994" y="21358"/>
                    <a:pt x="17590" y="21358"/>
                  </a:cubicBezTo>
                  <a:cubicBezTo>
                    <a:pt x="18063" y="21358"/>
                    <a:pt x="18602" y="21412"/>
                    <a:pt x="19165" y="21503"/>
                  </a:cubicBezTo>
                  <a:cubicBezTo>
                    <a:pt x="19604" y="19604"/>
                    <a:pt x="20261" y="18068"/>
                    <a:pt x="20034" y="1708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7" name="Shape 3343"/>
            <p:cNvSpPr/>
            <p:nvPr/>
          </p:nvSpPr>
          <p:spPr>
            <a:xfrm>
              <a:off x="5119955" y="6295353"/>
              <a:ext cx="350077" cy="1497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157" extrusionOk="0">
                  <a:moveTo>
                    <a:pt x="19288" y="5547"/>
                  </a:moveTo>
                  <a:cubicBezTo>
                    <a:pt x="17975" y="1466"/>
                    <a:pt x="15596" y="1807"/>
                    <a:pt x="14119" y="444"/>
                  </a:cubicBezTo>
                  <a:cubicBezTo>
                    <a:pt x="12641" y="-915"/>
                    <a:pt x="10756" y="956"/>
                    <a:pt x="8867" y="4532"/>
                  </a:cubicBezTo>
                  <a:cubicBezTo>
                    <a:pt x="6980" y="8100"/>
                    <a:pt x="4601" y="6059"/>
                    <a:pt x="2960" y="4188"/>
                  </a:cubicBezTo>
                  <a:cubicBezTo>
                    <a:pt x="2473" y="3633"/>
                    <a:pt x="1790" y="2297"/>
                    <a:pt x="1058" y="665"/>
                  </a:cubicBezTo>
                  <a:cubicBezTo>
                    <a:pt x="444" y="2392"/>
                    <a:pt x="373" y="4654"/>
                    <a:pt x="495" y="5537"/>
                  </a:cubicBezTo>
                  <a:cubicBezTo>
                    <a:pt x="624" y="6480"/>
                    <a:pt x="250" y="7950"/>
                    <a:pt x="0" y="9769"/>
                  </a:cubicBezTo>
                  <a:cubicBezTo>
                    <a:pt x="1625" y="10190"/>
                    <a:pt x="3737" y="11660"/>
                    <a:pt x="4766" y="14223"/>
                  </a:cubicBezTo>
                  <a:cubicBezTo>
                    <a:pt x="5996" y="17286"/>
                    <a:pt x="6734" y="15241"/>
                    <a:pt x="7473" y="17963"/>
                  </a:cubicBezTo>
                  <a:cubicBezTo>
                    <a:pt x="8211" y="20685"/>
                    <a:pt x="9934" y="18132"/>
                    <a:pt x="10344" y="16433"/>
                  </a:cubicBezTo>
                  <a:cubicBezTo>
                    <a:pt x="10756" y="14731"/>
                    <a:pt x="9442" y="14051"/>
                    <a:pt x="9278" y="12183"/>
                  </a:cubicBezTo>
                  <a:cubicBezTo>
                    <a:pt x="9115" y="10312"/>
                    <a:pt x="10919" y="10991"/>
                    <a:pt x="11247" y="8438"/>
                  </a:cubicBezTo>
                  <a:cubicBezTo>
                    <a:pt x="11575" y="5888"/>
                    <a:pt x="14200" y="4698"/>
                    <a:pt x="15350" y="5719"/>
                  </a:cubicBezTo>
                  <a:cubicBezTo>
                    <a:pt x="16498" y="6736"/>
                    <a:pt x="17483" y="8438"/>
                    <a:pt x="16416" y="10991"/>
                  </a:cubicBezTo>
                  <a:cubicBezTo>
                    <a:pt x="15622" y="12889"/>
                    <a:pt x="17241" y="16306"/>
                    <a:pt x="18595" y="18973"/>
                  </a:cubicBezTo>
                  <a:cubicBezTo>
                    <a:pt x="19544" y="16945"/>
                    <a:pt x="20635" y="14641"/>
                    <a:pt x="21089" y="13954"/>
                  </a:cubicBezTo>
                  <a:cubicBezTo>
                    <a:pt x="21337" y="13571"/>
                    <a:pt x="21493" y="12671"/>
                    <a:pt x="21600" y="11553"/>
                  </a:cubicBezTo>
                  <a:cubicBezTo>
                    <a:pt x="20949" y="10916"/>
                    <a:pt x="20198" y="8383"/>
                    <a:pt x="19288" y="554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8" name="Shape 3344"/>
            <p:cNvSpPr/>
            <p:nvPr/>
          </p:nvSpPr>
          <p:spPr>
            <a:xfrm>
              <a:off x="5359019" y="6116055"/>
              <a:ext cx="714606" cy="1010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2" h="21355" extrusionOk="0">
                  <a:moveTo>
                    <a:pt x="3349" y="15519"/>
                  </a:moveTo>
                  <a:cubicBezTo>
                    <a:pt x="3848" y="15726"/>
                    <a:pt x="4557" y="15667"/>
                    <a:pt x="4724" y="15519"/>
                  </a:cubicBezTo>
                  <a:cubicBezTo>
                    <a:pt x="4890" y="15373"/>
                    <a:pt x="5348" y="15696"/>
                    <a:pt x="6015" y="16224"/>
                  </a:cubicBezTo>
                  <a:cubicBezTo>
                    <a:pt x="6044" y="16247"/>
                    <a:pt x="6068" y="16266"/>
                    <a:pt x="6096" y="16288"/>
                  </a:cubicBezTo>
                  <a:cubicBezTo>
                    <a:pt x="6655" y="16202"/>
                    <a:pt x="7362" y="16128"/>
                    <a:pt x="7647" y="16253"/>
                  </a:cubicBezTo>
                  <a:cubicBezTo>
                    <a:pt x="8148" y="16474"/>
                    <a:pt x="8023" y="17269"/>
                    <a:pt x="8712" y="17312"/>
                  </a:cubicBezTo>
                  <a:cubicBezTo>
                    <a:pt x="9402" y="17356"/>
                    <a:pt x="9904" y="17841"/>
                    <a:pt x="9841" y="18106"/>
                  </a:cubicBezTo>
                  <a:cubicBezTo>
                    <a:pt x="9778" y="18371"/>
                    <a:pt x="10593" y="18503"/>
                    <a:pt x="10531" y="18900"/>
                  </a:cubicBezTo>
                  <a:cubicBezTo>
                    <a:pt x="10468" y="19297"/>
                    <a:pt x="12350" y="19209"/>
                    <a:pt x="12601" y="19076"/>
                  </a:cubicBezTo>
                  <a:cubicBezTo>
                    <a:pt x="12851" y="18944"/>
                    <a:pt x="13352" y="18856"/>
                    <a:pt x="13666" y="18988"/>
                  </a:cubicBezTo>
                  <a:cubicBezTo>
                    <a:pt x="13980" y="19120"/>
                    <a:pt x="14544" y="18856"/>
                    <a:pt x="14858" y="18944"/>
                  </a:cubicBezTo>
                  <a:cubicBezTo>
                    <a:pt x="15172" y="19033"/>
                    <a:pt x="16426" y="19386"/>
                    <a:pt x="16175" y="19694"/>
                  </a:cubicBezTo>
                  <a:cubicBezTo>
                    <a:pt x="15924" y="20003"/>
                    <a:pt x="15047" y="20488"/>
                    <a:pt x="15234" y="20753"/>
                  </a:cubicBezTo>
                  <a:cubicBezTo>
                    <a:pt x="15383" y="20962"/>
                    <a:pt x="16039" y="21092"/>
                    <a:pt x="16306" y="21355"/>
                  </a:cubicBezTo>
                  <a:cubicBezTo>
                    <a:pt x="16336" y="21354"/>
                    <a:pt x="16365" y="21355"/>
                    <a:pt x="16394" y="21350"/>
                  </a:cubicBezTo>
                  <a:cubicBezTo>
                    <a:pt x="16874" y="21276"/>
                    <a:pt x="17086" y="20001"/>
                    <a:pt x="17086" y="19627"/>
                  </a:cubicBezTo>
                  <a:cubicBezTo>
                    <a:pt x="17086" y="19253"/>
                    <a:pt x="17300" y="18277"/>
                    <a:pt x="17456" y="17898"/>
                  </a:cubicBezTo>
                  <a:cubicBezTo>
                    <a:pt x="17758" y="17161"/>
                    <a:pt x="16302" y="16642"/>
                    <a:pt x="16302" y="15844"/>
                  </a:cubicBezTo>
                  <a:cubicBezTo>
                    <a:pt x="16302" y="15046"/>
                    <a:pt x="16879" y="15489"/>
                    <a:pt x="17528" y="15160"/>
                  </a:cubicBezTo>
                  <a:cubicBezTo>
                    <a:pt x="18176" y="14831"/>
                    <a:pt x="17492" y="14691"/>
                    <a:pt x="17167" y="14640"/>
                  </a:cubicBezTo>
                  <a:cubicBezTo>
                    <a:pt x="16843" y="14590"/>
                    <a:pt x="16591" y="14184"/>
                    <a:pt x="16699" y="13943"/>
                  </a:cubicBezTo>
                  <a:cubicBezTo>
                    <a:pt x="16807" y="13702"/>
                    <a:pt x="18789" y="13803"/>
                    <a:pt x="19420" y="13803"/>
                  </a:cubicBezTo>
                  <a:cubicBezTo>
                    <a:pt x="20050" y="13803"/>
                    <a:pt x="21420" y="13398"/>
                    <a:pt x="21438" y="13334"/>
                  </a:cubicBezTo>
                  <a:cubicBezTo>
                    <a:pt x="21456" y="13272"/>
                    <a:pt x="21600" y="12954"/>
                    <a:pt x="21112" y="12688"/>
                  </a:cubicBezTo>
                  <a:cubicBezTo>
                    <a:pt x="20626" y="12422"/>
                    <a:pt x="20807" y="12042"/>
                    <a:pt x="21185" y="11738"/>
                  </a:cubicBezTo>
                  <a:cubicBezTo>
                    <a:pt x="21564" y="11433"/>
                    <a:pt x="20951" y="11129"/>
                    <a:pt x="20483" y="10762"/>
                  </a:cubicBezTo>
                  <a:cubicBezTo>
                    <a:pt x="20014" y="10394"/>
                    <a:pt x="20375" y="9063"/>
                    <a:pt x="20915" y="8442"/>
                  </a:cubicBezTo>
                  <a:cubicBezTo>
                    <a:pt x="21455" y="7822"/>
                    <a:pt x="19816" y="7961"/>
                    <a:pt x="18807" y="8049"/>
                  </a:cubicBezTo>
                  <a:cubicBezTo>
                    <a:pt x="17798" y="8138"/>
                    <a:pt x="16933" y="7859"/>
                    <a:pt x="16285" y="7276"/>
                  </a:cubicBezTo>
                  <a:cubicBezTo>
                    <a:pt x="15636" y="6693"/>
                    <a:pt x="14753" y="7061"/>
                    <a:pt x="13204" y="7086"/>
                  </a:cubicBezTo>
                  <a:cubicBezTo>
                    <a:pt x="11654" y="7112"/>
                    <a:pt x="11961" y="5882"/>
                    <a:pt x="12032" y="5413"/>
                  </a:cubicBezTo>
                  <a:cubicBezTo>
                    <a:pt x="12104" y="4943"/>
                    <a:pt x="11240" y="4881"/>
                    <a:pt x="11240" y="4577"/>
                  </a:cubicBezTo>
                  <a:cubicBezTo>
                    <a:pt x="11240" y="4273"/>
                    <a:pt x="10790" y="4273"/>
                    <a:pt x="10392" y="4297"/>
                  </a:cubicBezTo>
                  <a:cubicBezTo>
                    <a:pt x="9996" y="4322"/>
                    <a:pt x="10392" y="3956"/>
                    <a:pt x="10664" y="3715"/>
                  </a:cubicBezTo>
                  <a:cubicBezTo>
                    <a:pt x="10933" y="3473"/>
                    <a:pt x="10916" y="3283"/>
                    <a:pt x="10933" y="2777"/>
                  </a:cubicBezTo>
                  <a:cubicBezTo>
                    <a:pt x="10952" y="2269"/>
                    <a:pt x="11996" y="1839"/>
                    <a:pt x="12518" y="1344"/>
                  </a:cubicBezTo>
                  <a:cubicBezTo>
                    <a:pt x="12646" y="1224"/>
                    <a:pt x="12843" y="1146"/>
                    <a:pt x="13066" y="1098"/>
                  </a:cubicBezTo>
                  <a:cubicBezTo>
                    <a:pt x="13130" y="980"/>
                    <a:pt x="13257" y="886"/>
                    <a:pt x="13504" y="851"/>
                  </a:cubicBezTo>
                  <a:cubicBezTo>
                    <a:pt x="14303" y="739"/>
                    <a:pt x="14703" y="374"/>
                    <a:pt x="13943" y="64"/>
                  </a:cubicBezTo>
                  <a:cubicBezTo>
                    <a:pt x="13184" y="-245"/>
                    <a:pt x="12745" y="655"/>
                    <a:pt x="11906" y="739"/>
                  </a:cubicBezTo>
                  <a:cubicBezTo>
                    <a:pt x="11066" y="823"/>
                    <a:pt x="10907" y="1188"/>
                    <a:pt x="10347" y="1385"/>
                  </a:cubicBezTo>
                  <a:cubicBezTo>
                    <a:pt x="9788" y="1582"/>
                    <a:pt x="8749" y="1413"/>
                    <a:pt x="8709" y="1751"/>
                  </a:cubicBezTo>
                  <a:cubicBezTo>
                    <a:pt x="8666" y="2119"/>
                    <a:pt x="8350" y="1751"/>
                    <a:pt x="7871" y="1667"/>
                  </a:cubicBezTo>
                  <a:cubicBezTo>
                    <a:pt x="7391" y="1582"/>
                    <a:pt x="6152" y="2341"/>
                    <a:pt x="6192" y="2763"/>
                  </a:cubicBezTo>
                  <a:cubicBezTo>
                    <a:pt x="6232" y="3184"/>
                    <a:pt x="6432" y="3578"/>
                    <a:pt x="5553" y="3971"/>
                  </a:cubicBezTo>
                  <a:cubicBezTo>
                    <a:pt x="4674" y="4365"/>
                    <a:pt x="4154" y="5096"/>
                    <a:pt x="3755" y="5433"/>
                  </a:cubicBezTo>
                  <a:cubicBezTo>
                    <a:pt x="3632" y="5536"/>
                    <a:pt x="3502" y="5545"/>
                    <a:pt x="3362" y="5498"/>
                  </a:cubicBezTo>
                  <a:cubicBezTo>
                    <a:pt x="3310" y="5682"/>
                    <a:pt x="3234" y="5831"/>
                    <a:pt x="3114" y="5895"/>
                  </a:cubicBezTo>
                  <a:cubicBezTo>
                    <a:pt x="2893" y="6008"/>
                    <a:pt x="2361" y="6389"/>
                    <a:pt x="1899" y="6724"/>
                  </a:cubicBezTo>
                  <a:cubicBezTo>
                    <a:pt x="2124" y="6875"/>
                    <a:pt x="2334" y="7011"/>
                    <a:pt x="2476" y="7119"/>
                  </a:cubicBezTo>
                  <a:cubicBezTo>
                    <a:pt x="3035" y="7541"/>
                    <a:pt x="2676" y="7878"/>
                    <a:pt x="2836" y="8104"/>
                  </a:cubicBezTo>
                  <a:cubicBezTo>
                    <a:pt x="2996" y="8328"/>
                    <a:pt x="3155" y="8665"/>
                    <a:pt x="2836" y="8806"/>
                  </a:cubicBezTo>
                  <a:cubicBezTo>
                    <a:pt x="2517" y="8946"/>
                    <a:pt x="2796" y="10492"/>
                    <a:pt x="3155" y="10774"/>
                  </a:cubicBezTo>
                  <a:cubicBezTo>
                    <a:pt x="3515" y="11054"/>
                    <a:pt x="3155" y="11308"/>
                    <a:pt x="2756" y="11869"/>
                  </a:cubicBezTo>
                  <a:cubicBezTo>
                    <a:pt x="2356" y="12431"/>
                    <a:pt x="1997" y="12684"/>
                    <a:pt x="1277" y="12712"/>
                  </a:cubicBezTo>
                  <a:cubicBezTo>
                    <a:pt x="558" y="12741"/>
                    <a:pt x="598" y="13528"/>
                    <a:pt x="358" y="13528"/>
                  </a:cubicBezTo>
                  <a:cubicBezTo>
                    <a:pt x="168" y="13528"/>
                    <a:pt x="29" y="13812"/>
                    <a:pt x="0" y="14057"/>
                  </a:cubicBezTo>
                  <a:cubicBezTo>
                    <a:pt x="671" y="14454"/>
                    <a:pt x="1876" y="14934"/>
                    <a:pt x="2224" y="14934"/>
                  </a:cubicBezTo>
                  <a:cubicBezTo>
                    <a:pt x="2600" y="14934"/>
                    <a:pt x="2849" y="15316"/>
                    <a:pt x="3349" y="1551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49" name="Shape 3345"/>
            <p:cNvSpPr/>
            <p:nvPr/>
          </p:nvSpPr>
          <p:spPr>
            <a:xfrm>
              <a:off x="5916836" y="7470752"/>
              <a:ext cx="728079" cy="816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6" h="21125" extrusionOk="0">
                  <a:moveTo>
                    <a:pt x="21317" y="12705"/>
                  </a:moveTo>
                  <a:cubicBezTo>
                    <a:pt x="21057" y="12018"/>
                    <a:pt x="20276" y="11925"/>
                    <a:pt x="20276" y="11192"/>
                  </a:cubicBezTo>
                  <a:cubicBezTo>
                    <a:pt x="20276" y="10458"/>
                    <a:pt x="19963" y="10367"/>
                    <a:pt x="18817" y="10411"/>
                  </a:cubicBezTo>
                  <a:cubicBezTo>
                    <a:pt x="17671" y="10458"/>
                    <a:pt x="16942" y="10228"/>
                    <a:pt x="16891" y="9632"/>
                  </a:cubicBezTo>
                  <a:cubicBezTo>
                    <a:pt x="16839" y="9035"/>
                    <a:pt x="16161" y="8577"/>
                    <a:pt x="16682" y="8348"/>
                  </a:cubicBezTo>
                  <a:cubicBezTo>
                    <a:pt x="17203" y="8119"/>
                    <a:pt x="16317" y="7706"/>
                    <a:pt x="16422" y="7155"/>
                  </a:cubicBezTo>
                  <a:cubicBezTo>
                    <a:pt x="16526" y="6605"/>
                    <a:pt x="16110" y="6376"/>
                    <a:pt x="15745" y="6101"/>
                  </a:cubicBezTo>
                  <a:cubicBezTo>
                    <a:pt x="15380" y="5826"/>
                    <a:pt x="13817" y="6239"/>
                    <a:pt x="13817" y="5734"/>
                  </a:cubicBezTo>
                  <a:cubicBezTo>
                    <a:pt x="13817" y="5229"/>
                    <a:pt x="12880" y="5138"/>
                    <a:pt x="12360" y="5138"/>
                  </a:cubicBezTo>
                  <a:cubicBezTo>
                    <a:pt x="11839" y="5138"/>
                    <a:pt x="12204" y="4542"/>
                    <a:pt x="11630" y="4588"/>
                  </a:cubicBezTo>
                  <a:cubicBezTo>
                    <a:pt x="11058" y="4633"/>
                    <a:pt x="11161" y="4266"/>
                    <a:pt x="10380" y="4358"/>
                  </a:cubicBezTo>
                  <a:cubicBezTo>
                    <a:pt x="9599" y="4450"/>
                    <a:pt x="9130" y="4129"/>
                    <a:pt x="8297" y="3256"/>
                  </a:cubicBezTo>
                  <a:cubicBezTo>
                    <a:pt x="7464" y="2386"/>
                    <a:pt x="7568" y="689"/>
                    <a:pt x="7724" y="230"/>
                  </a:cubicBezTo>
                  <a:cubicBezTo>
                    <a:pt x="7880" y="-228"/>
                    <a:pt x="6735" y="139"/>
                    <a:pt x="6058" y="139"/>
                  </a:cubicBezTo>
                  <a:cubicBezTo>
                    <a:pt x="5381" y="139"/>
                    <a:pt x="4704" y="598"/>
                    <a:pt x="3974" y="965"/>
                  </a:cubicBezTo>
                  <a:cubicBezTo>
                    <a:pt x="3245" y="1333"/>
                    <a:pt x="2829" y="1331"/>
                    <a:pt x="2464" y="1653"/>
                  </a:cubicBezTo>
                  <a:cubicBezTo>
                    <a:pt x="2099" y="1974"/>
                    <a:pt x="1527" y="2157"/>
                    <a:pt x="954" y="1974"/>
                  </a:cubicBezTo>
                  <a:cubicBezTo>
                    <a:pt x="794" y="1922"/>
                    <a:pt x="588" y="1883"/>
                    <a:pt x="365" y="1856"/>
                  </a:cubicBezTo>
                  <a:cubicBezTo>
                    <a:pt x="673" y="2530"/>
                    <a:pt x="1414" y="3638"/>
                    <a:pt x="1579" y="4038"/>
                  </a:cubicBezTo>
                  <a:cubicBezTo>
                    <a:pt x="1788" y="4542"/>
                    <a:pt x="1318" y="4679"/>
                    <a:pt x="1111" y="4864"/>
                  </a:cubicBezTo>
                  <a:cubicBezTo>
                    <a:pt x="902" y="5046"/>
                    <a:pt x="1214" y="6696"/>
                    <a:pt x="1267" y="7064"/>
                  </a:cubicBezTo>
                  <a:cubicBezTo>
                    <a:pt x="1318" y="7431"/>
                    <a:pt x="537" y="8119"/>
                    <a:pt x="849" y="8348"/>
                  </a:cubicBezTo>
                  <a:cubicBezTo>
                    <a:pt x="1162" y="8577"/>
                    <a:pt x="433" y="9265"/>
                    <a:pt x="433" y="9679"/>
                  </a:cubicBezTo>
                  <a:cubicBezTo>
                    <a:pt x="433" y="10091"/>
                    <a:pt x="1111" y="10091"/>
                    <a:pt x="1111" y="10411"/>
                  </a:cubicBezTo>
                  <a:cubicBezTo>
                    <a:pt x="1111" y="10733"/>
                    <a:pt x="537" y="11466"/>
                    <a:pt x="173" y="11650"/>
                  </a:cubicBezTo>
                  <a:cubicBezTo>
                    <a:pt x="-19" y="11746"/>
                    <a:pt x="-22" y="12006"/>
                    <a:pt x="24" y="12286"/>
                  </a:cubicBezTo>
                  <a:cubicBezTo>
                    <a:pt x="133" y="12255"/>
                    <a:pt x="210" y="12672"/>
                    <a:pt x="745" y="13025"/>
                  </a:cubicBezTo>
                  <a:cubicBezTo>
                    <a:pt x="1371" y="13439"/>
                    <a:pt x="642" y="14126"/>
                    <a:pt x="1162" y="14677"/>
                  </a:cubicBezTo>
                  <a:cubicBezTo>
                    <a:pt x="1683" y="15227"/>
                    <a:pt x="2256" y="15273"/>
                    <a:pt x="1892" y="15548"/>
                  </a:cubicBezTo>
                  <a:cubicBezTo>
                    <a:pt x="1527" y="15824"/>
                    <a:pt x="1943" y="16373"/>
                    <a:pt x="1527" y="16649"/>
                  </a:cubicBezTo>
                  <a:cubicBezTo>
                    <a:pt x="1111" y="16924"/>
                    <a:pt x="1683" y="17750"/>
                    <a:pt x="2152" y="17933"/>
                  </a:cubicBezTo>
                  <a:cubicBezTo>
                    <a:pt x="2620" y="18116"/>
                    <a:pt x="2308" y="18941"/>
                    <a:pt x="2777" y="19355"/>
                  </a:cubicBezTo>
                  <a:cubicBezTo>
                    <a:pt x="3245" y="19766"/>
                    <a:pt x="3037" y="20730"/>
                    <a:pt x="3193" y="21051"/>
                  </a:cubicBezTo>
                  <a:cubicBezTo>
                    <a:pt x="3349" y="21372"/>
                    <a:pt x="4755" y="20593"/>
                    <a:pt x="5589" y="19813"/>
                  </a:cubicBezTo>
                  <a:cubicBezTo>
                    <a:pt x="6423" y="19034"/>
                    <a:pt x="6370" y="19676"/>
                    <a:pt x="7151" y="19766"/>
                  </a:cubicBezTo>
                  <a:cubicBezTo>
                    <a:pt x="7933" y="19860"/>
                    <a:pt x="8817" y="19860"/>
                    <a:pt x="9182" y="20501"/>
                  </a:cubicBezTo>
                  <a:cubicBezTo>
                    <a:pt x="9547" y="21143"/>
                    <a:pt x="9964" y="19860"/>
                    <a:pt x="10224" y="19584"/>
                  </a:cubicBezTo>
                  <a:cubicBezTo>
                    <a:pt x="10484" y="19309"/>
                    <a:pt x="12255" y="19676"/>
                    <a:pt x="12567" y="19584"/>
                  </a:cubicBezTo>
                  <a:cubicBezTo>
                    <a:pt x="12880" y="19492"/>
                    <a:pt x="13141" y="17521"/>
                    <a:pt x="13089" y="17199"/>
                  </a:cubicBezTo>
                  <a:cubicBezTo>
                    <a:pt x="13036" y="16877"/>
                    <a:pt x="13817" y="16099"/>
                    <a:pt x="14442" y="15732"/>
                  </a:cubicBezTo>
                  <a:cubicBezTo>
                    <a:pt x="15067" y="15364"/>
                    <a:pt x="16057" y="15640"/>
                    <a:pt x="16579" y="15410"/>
                  </a:cubicBezTo>
                  <a:cubicBezTo>
                    <a:pt x="17099" y="15181"/>
                    <a:pt x="17880" y="15227"/>
                    <a:pt x="18610" y="15227"/>
                  </a:cubicBezTo>
                  <a:cubicBezTo>
                    <a:pt x="19338" y="15227"/>
                    <a:pt x="19859" y="15869"/>
                    <a:pt x="20276" y="15869"/>
                  </a:cubicBezTo>
                  <a:cubicBezTo>
                    <a:pt x="20692" y="15869"/>
                    <a:pt x="21213" y="15273"/>
                    <a:pt x="21109" y="14723"/>
                  </a:cubicBezTo>
                  <a:cubicBezTo>
                    <a:pt x="21005" y="14172"/>
                    <a:pt x="21578" y="13393"/>
                    <a:pt x="21317" y="1270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0" name="Shape 3346"/>
            <p:cNvSpPr/>
            <p:nvPr/>
          </p:nvSpPr>
          <p:spPr>
            <a:xfrm>
              <a:off x="5219565" y="6893014"/>
              <a:ext cx="762516" cy="1120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547" extrusionOk="0">
                  <a:moveTo>
                    <a:pt x="19640" y="20444"/>
                  </a:moveTo>
                  <a:cubicBezTo>
                    <a:pt x="19661" y="20421"/>
                    <a:pt x="19680" y="20410"/>
                    <a:pt x="19697" y="20406"/>
                  </a:cubicBezTo>
                  <a:cubicBezTo>
                    <a:pt x="19653" y="20198"/>
                    <a:pt x="19657" y="20005"/>
                    <a:pt x="19838" y="19933"/>
                  </a:cubicBezTo>
                  <a:cubicBezTo>
                    <a:pt x="20183" y="19797"/>
                    <a:pt x="20726" y="19252"/>
                    <a:pt x="20726" y="19013"/>
                  </a:cubicBezTo>
                  <a:cubicBezTo>
                    <a:pt x="20726" y="18775"/>
                    <a:pt x="20085" y="18775"/>
                    <a:pt x="20085" y="18468"/>
                  </a:cubicBezTo>
                  <a:cubicBezTo>
                    <a:pt x="20085" y="18161"/>
                    <a:pt x="20775" y="17650"/>
                    <a:pt x="20479" y="17479"/>
                  </a:cubicBezTo>
                  <a:cubicBezTo>
                    <a:pt x="20183" y="17309"/>
                    <a:pt x="20923" y="16798"/>
                    <a:pt x="20874" y="16525"/>
                  </a:cubicBezTo>
                  <a:cubicBezTo>
                    <a:pt x="20824" y="16252"/>
                    <a:pt x="20529" y="15025"/>
                    <a:pt x="20726" y="14890"/>
                  </a:cubicBezTo>
                  <a:cubicBezTo>
                    <a:pt x="20923" y="14752"/>
                    <a:pt x="21368" y="14650"/>
                    <a:pt x="21170" y="14276"/>
                  </a:cubicBezTo>
                  <a:cubicBezTo>
                    <a:pt x="21014" y="13979"/>
                    <a:pt x="20311" y="13155"/>
                    <a:pt x="20020" y="12654"/>
                  </a:cubicBezTo>
                  <a:cubicBezTo>
                    <a:pt x="19470" y="12601"/>
                    <a:pt x="18798" y="12610"/>
                    <a:pt x="18407" y="12708"/>
                  </a:cubicBezTo>
                  <a:cubicBezTo>
                    <a:pt x="17865" y="12844"/>
                    <a:pt x="18012" y="11650"/>
                    <a:pt x="18012" y="11208"/>
                  </a:cubicBezTo>
                  <a:cubicBezTo>
                    <a:pt x="18012" y="10765"/>
                    <a:pt x="17470" y="11003"/>
                    <a:pt x="17272" y="11310"/>
                  </a:cubicBezTo>
                  <a:cubicBezTo>
                    <a:pt x="17074" y="11617"/>
                    <a:pt x="16285" y="11480"/>
                    <a:pt x="15496" y="11480"/>
                  </a:cubicBezTo>
                  <a:cubicBezTo>
                    <a:pt x="14706" y="11480"/>
                    <a:pt x="15101" y="10799"/>
                    <a:pt x="14608" y="10832"/>
                  </a:cubicBezTo>
                  <a:cubicBezTo>
                    <a:pt x="14114" y="10867"/>
                    <a:pt x="13719" y="10730"/>
                    <a:pt x="13770" y="10389"/>
                  </a:cubicBezTo>
                  <a:cubicBezTo>
                    <a:pt x="13818" y="10048"/>
                    <a:pt x="13423" y="9776"/>
                    <a:pt x="13078" y="9401"/>
                  </a:cubicBezTo>
                  <a:cubicBezTo>
                    <a:pt x="12732" y="9026"/>
                    <a:pt x="12337" y="8651"/>
                    <a:pt x="12634" y="8413"/>
                  </a:cubicBezTo>
                  <a:cubicBezTo>
                    <a:pt x="12930" y="8174"/>
                    <a:pt x="12437" y="7969"/>
                    <a:pt x="12881" y="7663"/>
                  </a:cubicBezTo>
                  <a:cubicBezTo>
                    <a:pt x="13325" y="7356"/>
                    <a:pt x="13770" y="7458"/>
                    <a:pt x="13621" y="7049"/>
                  </a:cubicBezTo>
                  <a:cubicBezTo>
                    <a:pt x="13473" y="6640"/>
                    <a:pt x="14114" y="6402"/>
                    <a:pt x="14163" y="5958"/>
                  </a:cubicBezTo>
                  <a:cubicBezTo>
                    <a:pt x="14213" y="5515"/>
                    <a:pt x="14953" y="5652"/>
                    <a:pt x="15644" y="5277"/>
                  </a:cubicBezTo>
                  <a:cubicBezTo>
                    <a:pt x="16334" y="4902"/>
                    <a:pt x="17074" y="5106"/>
                    <a:pt x="17666" y="4766"/>
                  </a:cubicBezTo>
                  <a:cubicBezTo>
                    <a:pt x="18223" y="4445"/>
                    <a:pt x="18604" y="4722"/>
                    <a:pt x="19017" y="4701"/>
                  </a:cubicBezTo>
                  <a:cubicBezTo>
                    <a:pt x="18769" y="4462"/>
                    <a:pt x="18162" y="4344"/>
                    <a:pt x="18024" y="4154"/>
                  </a:cubicBezTo>
                  <a:cubicBezTo>
                    <a:pt x="17850" y="3913"/>
                    <a:pt x="18662" y="3472"/>
                    <a:pt x="18895" y="3190"/>
                  </a:cubicBezTo>
                  <a:cubicBezTo>
                    <a:pt x="19127" y="2910"/>
                    <a:pt x="17966" y="2589"/>
                    <a:pt x="17675" y="2508"/>
                  </a:cubicBezTo>
                  <a:cubicBezTo>
                    <a:pt x="17384" y="2428"/>
                    <a:pt x="16862" y="2669"/>
                    <a:pt x="16571" y="2549"/>
                  </a:cubicBezTo>
                  <a:cubicBezTo>
                    <a:pt x="16281" y="2428"/>
                    <a:pt x="15816" y="2508"/>
                    <a:pt x="15584" y="2629"/>
                  </a:cubicBezTo>
                  <a:cubicBezTo>
                    <a:pt x="15353" y="2749"/>
                    <a:pt x="13610" y="2829"/>
                    <a:pt x="13667" y="2468"/>
                  </a:cubicBezTo>
                  <a:cubicBezTo>
                    <a:pt x="13725" y="2107"/>
                    <a:pt x="12970" y="1987"/>
                    <a:pt x="13029" y="1746"/>
                  </a:cubicBezTo>
                  <a:cubicBezTo>
                    <a:pt x="13087" y="1506"/>
                    <a:pt x="12622" y="1064"/>
                    <a:pt x="11983" y="1024"/>
                  </a:cubicBezTo>
                  <a:cubicBezTo>
                    <a:pt x="11345" y="985"/>
                    <a:pt x="11460" y="262"/>
                    <a:pt x="10996" y="61"/>
                  </a:cubicBezTo>
                  <a:cubicBezTo>
                    <a:pt x="10732" y="-53"/>
                    <a:pt x="10078" y="14"/>
                    <a:pt x="9560" y="93"/>
                  </a:cubicBezTo>
                  <a:cubicBezTo>
                    <a:pt x="10117" y="527"/>
                    <a:pt x="10316" y="709"/>
                    <a:pt x="9947" y="913"/>
                  </a:cubicBezTo>
                  <a:cubicBezTo>
                    <a:pt x="9457" y="1184"/>
                    <a:pt x="9947" y="1233"/>
                    <a:pt x="9022" y="2085"/>
                  </a:cubicBezTo>
                  <a:cubicBezTo>
                    <a:pt x="8095" y="2939"/>
                    <a:pt x="6515" y="3151"/>
                    <a:pt x="5743" y="3312"/>
                  </a:cubicBezTo>
                  <a:cubicBezTo>
                    <a:pt x="4971" y="3472"/>
                    <a:pt x="4662" y="4457"/>
                    <a:pt x="4238" y="5151"/>
                  </a:cubicBezTo>
                  <a:cubicBezTo>
                    <a:pt x="3813" y="5843"/>
                    <a:pt x="3466" y="5604"/>
                    <a:pt x="3042" y="5204"/>
                  </a:cubicBezTo>
                  <a:cubicBezTo>
                    <a:pt x="2618" y="4804"/>
                    <a:pt x="2271" y="5283"/>
                    <a:pt x="1769" y="4964"/>
                  </a:cubicBezTo>
                  <a:cubicBezTo>
                    <a:pt x="1267" y="4645"/>
                    <a:pt x="1499" y="4645"/>
                    <a:pt x="1769" y="4378"/>
                  </a:cubicBezTo>
                  <a:cubicBezTo>
                    <a:pt x="1915" y="4234"/>
                    <a:pt x="1753" y="4006"/>
                    <a:pt x="1446" y="3784"/>
                  </a:cubicBezTo>
                  <a:cubicBezTo>
                    <a:pt x="895" y="3863"/>
                    <a:pt x="338" y="4389"/>
                    <a:pt x="64" y="4791"/>
                  </a:cubicBezTo>
                  <a:cubicBezTo>
                    <a:pt x="-232" y="5226"/>
                    <a:pt x="582" y="6070"/>
                    <a:pt x="693" y="6376"/>
                  </a:cubicBezTo>
                  <a:cubicBezTo>
                    <a:pt x="804" y="6683"/>
                    <a:pt x="249" y="6402"/>
                    <a:pt x="175" y="6683"/>
                  </a:cubicBezTo>
                  <a:cubicBezTo>
                    <a:pt x="101" y="6964"/>
                    <a:pt x="1397" y="7373"/>
                    <a:pt x="1989" y="7680"/>
                  </a:cubicBezTo>
                  <a:cubicBezTo>
                    <a:pt x="2581" y="7987"/>
                    <a:pt x="3099" y="8856"/>
                    <a:pt x="3654" y="9265"/>
                  </a:cubicBezTo>
                  <a:cubicBezTo>
                    <a:pt x="4209" y="9674"/>
                    <a:pt x="4246" y="10032"/>
                    <a:pt x="4838" y="11029"/>
                  </a:cubicBezTo>
                  <a:cubicBezTo>
                    <a:pt x="5430" y="12025"/>
                    <a:pt x="6614" y="13713"/>
                    <a:pt x="7428" y="14429"/>
                  </a:cubicBezTo>
                  <a:cubicBezTo>
                    <a:pt x="8242" y="15145"/>
                    <a:pt x="8613" y="15707"/>
                    <a:pt x="8428" y="15912"/>
                  </a:cubicBezTo>
                  <a:cubicBezTo>
                    <a:pt x="8242" y="16116"/>
                    <a:pt x="8465" y="16679"/>
                    <a:pt x="9057" y="16960"/>
                  </a:cubicBezTo>
                  <a:cubicBezTo>
                    <a:pt x="9649" y="17241"/>
                    <a:pt x="10130" y="17701"/>
                    <a:pt x="11684" y="18238"/>
                  </a:cubicBezTo>
                  <a:cubicBezTo>
                    <a:pt x="13238" y="18775"/>
                    <a:pt x="16088" y="19797"/>
                    <a:pt x="16495" y="20283"/>
                  </a:cubicBezTo>
                  <a:cubicBezTo>
                    <a:pt x="16902" y="20769"/>
                    <a:pt x="18234" y="21229"/>
                    <a:pt x="18493" y="21331"/>
                  </a:cubicBezTo>
                  <a:cubicBezTo>
                    <a:pt x="18564" y="21359"/>
                    <a:pt x="18586" y="21440"/>
                    <a:pt x="18587" y="21547"/>
                  </a:cubicBezTo>
                  <a:cubicBezTo>
                    <a:pt x="18741" y="21459"/>
                    <a:pt x="18869" y="21393"/>
                    <a:pt x="18950" y="21365"/>
                  </a:cubicBezTo>
                  <a:cubicBezTo>
                    <a:pt x="19443" y="21195"/>
                    <a:pt x="19492" y="20616"/>
                    <a:pt x="19640" y="2044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1" name="Shape 3347"/>
            <p:cNvSpPr/>
            <p:nvPr/>
          </p:nvSpPr>
          <p:spPr>
            <a:xfrm>
              <a:off x="5697693" y="6135977"/>
              <a:ext cx="825096" cy="693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3" h="21465" extrusionOk="0">
                  <a:moveTo>
                    <a:pt x="1981" y="1338"/>
                  </a:moveTo>
                  <a:cubicBezTo>
                    <a:pt x="1529" y="2064"/>
                    <a:pt x="628" y="2694"/>
                    <a:pt x="612" y="3438"/>
                  </a:cubicBezTo>
                  <a:cubicBezTo>
                    <a:pt x="597" y="4180"/>
                    <a:pt x="612" y="4458"/>
                    <a:pt x="379" y="4812"/>
                  </a:cubicBezTo>
                  <a:cubicBezTo>
                    <a:pt x="145" y="5165"/>
                    <a:pt x="-197" y="5702"/>
                    <a:pt x="145" y="5665"/>
                  </a:cubicBezTo>
                  <a:cubicBezTo>
                    <a:pt x="488" y="5629"/>
                    <a:pt x="877" y="5629"/>
                    <a:pt x="877" y="6074"/>
                  </a:cubicBezTo>
                  <a:cubicBezTo>
                    <a:pt x="877" y="6520"/>
                    <a:pt x="1623" y="6612"/>
                    <a:pt x="1561" y="7299"/>
                  </a:cubicBezTo>
                  <a:cubicBezTo>
                    <a:pt x="1499" y="7986"/>
                    <a:pt x="1234" y="9788"/>
                    <a:pt x="2572" y="9750"/>
                  </a:cubicBezTo>
                  <a:cubicBezTo>
                    <a:pt x="3910" y="9713"/>
                    <a:pt x="4672" y="9175"/>
                    <a:pt x="5232" y="10029"/>
                  </a:cubicBezTo>
                  <a:cubicBezTo>
                    <a:pt x="5792" y="10882"/>
                    <a:pt x="6538" y="11292"/>
                    <a:pt x="7409" y="11161"/>
                  </a:cubicBezTo>
                  <a:cubicBezTo>
                    <a:pt x="8280" y="11031"/>
                    <a:pt x="9695" y="10828"/>
                    <a:pt x="9229" y="11737"/>
                  </a:cubicBezTo>
                  <a:cubicBezTo>
                    <a:pt x="8763" y="12646"/>
                    <a:pt x="8452" y="14596"/>
                    <a:pt x="8856" y="15135"/>
                  </a:cubicBezTo>
                  <a:cubicBezTo>
                    <a:pt x="9260" y="15672"/>
                    <a:pt x="9789" y="16118"/>
                    <a:pt x="9463" y="16564"/>
                  </a:cubicBezTo>
                  <a:cubicBezTo>
                    <a:pt x="9136" y="17010"/>
                    <a:pt x="8980" y="17567"/>
                    <a:pt x="9400" y="17956"/>
                  </a:cubicBezTo>
                  <a:cubicBezTo>
                    <a:pt x="9821" y="18346"/>
                    <a:pt x="9697" y="18812"/>
                    <a:pt x="9681" y="18903"/>
                  </a:cubicBezTo>
                  <a:cubicBezTo>
                    <a:pt x="9677" y="18928"/>
                    <a:pt x="9592" y="18986"/>
                    <a:pt x="9461" y="19059"/>
                  </a:cubicBezTo>
                  <a:cubicBezTo>
                    <a:pt x="10081" y="19792"/>
                    <a:pt x="10300" y="20598"/>
                    <a:pt x="10650" y="20931"/>
                  </a:cubicBezTo>
                  <a:cubicBezTo>
                    <a:pt x="11117" y="21377"/>
                    <a:pt x="11257" y="21600"/>
                    <a:pt x="11584" y="21377"/>
                  </a:cubicBezTo>
                  <a:cubicBezTo>
                    <a:pt x="11911" y="21155"/>
                    <a:pt x="12144" y="20989"/>
                    <a:pt x="12424" y="21210"/>
                  </a:cubicBezTo>
                  <a:cubicBezTo>
                    <a:pt x="12705" y="21433"/>
                    <a:pt x="13078" y="20989"/>
                    <a:pt x="13498" y="20541"/>
                  </a:cubicBezTo>
                  <a:cubicBezTo>
                    <a:pt x="13919" y="20095"/>
                    <a:pt x="14386" y="20486"/>
                    <a:pt x="14526" y="19929"/>
                  </a:cubicBezTo>
                  <a:cubicBezTo>
                    <a:pt x="14666" y="19369"/>
                    <a:pt x="14899" y="19037"/>
                    <a:pt x="15413" y="18925"/>
                  </a:cubicBezTo>
                  <a:cubicBezTo>
                    <a:pt x="15926" y="18814"/>
                    <a:pt x="15926" y="18144"/>
                    <a:pt x="15599" y="18144"/>
                  </a:cubicBezTo>
                  <a:cubicBezTo>
                    <a:pt x="15273" y="18144"/>
                    <a:pt x="14806" y="18645"/>
                    <a:pt x="14806" y="17921"/>
                  </a:cubicBezTo>
                  <a:cubicBezTo>
                    <a:pt x="14806" y="17197"/>
                    <a:pt x="14386" y="17364"/>
                    <a:pt x="14386" y="16751"/>
                  </a:cubicBezTo>
                  <a:cubicBezTo>
                    <a:pt x="14386" y="16138"/>
                    <a:pt x="14339" y="15747"/>
                    <a:pt x="13778" y="15358"/>
                  </a:cubicBezTo>
                  <a:cubicBezTo>
                    <a:pt x="13218" y="14967"/>
                    <a:pt x="14526" y="14800"/>
                    <a:pt x="14806" y="15135"/>
                  </a:cubicBezTo>
                  <a:cubicBezTo>
                    <a:pt x="15086" y="15469"/>
                    <a:pt x="16067" y="15191"/>
                    <a:pt x="16160" y="15692"/>
                  </a:cubicBezTo>
                  <a:cubicBezTo>
                    <a:pt x="16253" y="16194"/>
                    <a:pt x="16766" y="16361"/>
                    <a:pt x="16766" y="15747"/>
                  </a:cubicBezTo>
                  <a:cubicBezTo>
                    <a:pt x="16766" y="15135"/>
                    <a:pt x="17374" y="14912"/>
                    <a:pt x="17841" y="15024"/>
                  </a:cubicBezTo>
                  <a:cubicBezTo>
                    <a:pt x="18308" y="15135"/>
                    <a:pt x="19335" y="14299"/>
                    <a:pt x="19756" y="14131"/>
                  </a:cubicBezTo>
                  <a:cubicBezTo>
                    <a:pt x="19975" y="14044"/>
                    <a:pt x="20055" y="13730"/>
                    <a:pt x="20175" y="13465"/>
                  </a:cubicBezTo>
                  <a:cubicBezTo>
                    <a:pt x="19868" y="12965"/>
                    <a:pt x="19377" y="12190"/>
                    <a:pt x="19155" y="11967"/>
                  </a:cubicBezTo>
                  <a:cubicBezTo>
                    <a:pt x="18820" y="11635"/>
                    <a:pt x="19379" y="11436"/>
                    <a:pt x="19323" y="10969"/>
                  </a:cubicBezTo>
                  <a:cubicBezTo>
                    <a:pt x="19267" y="10501"/>
                    <a:pt x="19323" y="10169"/>
                    <a:pt x="20050" y="10102"/>
                  </a:cubicBezTo>
                  <a:cubicBezTo>
                    <a:pt x="20776" y="10034"/>
                    <a:pt x="20664" y="9367"/>
                    <a:pt x="20273" y="9100"/>
                  </a:cubicBezTo>
                  <a:cubicBezTo>
                    <a:pt x="19882" y="8834"/>
                    <a:pt x="20441" y="8099"/>
                    <a:pt x="20831" y="7833"/>
                  </a:cubicBezTo>
                  <a:cubicBezTo>
                    <a:pt x="20992" y="7724"/>
                    <a:pt x="21206" y="7395"/>
                    <a:pt x="21403" y="6943"/>
                  </a:cubicBezTo>
                  <a:cubicBezTo>
                    <a:pt x="20660" y="6608"/>
                    <a:pt x="19594" y="6638"/>
                    <a:pt x="19147" y="6670"/>
                  </a:cubicBezTo>
                  <a:cubicBezTo>
                    <a:pt x="18560" y="6711"/>
                    <a:pt x="19526" y="5888"/>
                    <a:pt x="19561" y="5147"/>
                  </a:cubicBezTo>
                  <a:cubicBezTo>
                    <a:pt x="19595" y="4405"/>
                    <a:pt x="17905" y="4282"/>
                    <a:pt x="17249" y="4118"/>
                  </a:cubicBezTo>
                  <a:cubicBezTo>
                    <a:pt x="16594" y="3953"/>
                    <a:pt x="16766" y="3129"/>
                    <a:pt x="17457" y="3088"/>
                  </a:cubicBezTo>
                  <a:cubicBezTo>
                    <a:pt x="18146" y="3046"/>
                    <a:pt x="17077" y="2470"/>
                    <a:pt x="16146" y="2635"/>
                  </a:cubicBezTo>
                  <a:cubicBezTo>
                    <a:pt x="15215" y="2799"/>
                    <a:pt x="13904" y="3418"/>
                    <a:pt x="13145" y="3911"/>
                  </a:cubicBezTo>
                  <a:cubicBezTo>
                    <a:pt x="12386" y="4405"/>
                    <a:pt x="11075" y="2470"/>
                    <a:pt x="10213" y="2882"/>
                  </a:cubicBezTo>
                  <a:cubicBezTo>
                    <a:pt x="9350" y="3293"/>
                    <a:pt x="8143" y="3293"/>
                    <a:pt x="8178" y="2470"/>
                  </a:cubicBezTo>
                  <a:cubicBezTo>
                    <a:pt x="8212" y="1647"/>
                    <a:pt x="7833" y="947"/>
                    <a:pt x="6971" y="1030"/>
                  </a:cubicBezTo>
                  <a:cubicBezTo>
                    <a:pt x="6108" y="1111"/>
                    <a:pt x="6315" y="0"/>
                    <a:pt x="5660" y="0"/>
                  </a:cubicBezTo>
                  <a:cubicBezTo>
                    <a:pt x="5004" y="0"/>
                    <a:pt x="5660" y="947"/>
                    <a:pt x="5211" y="1194"/>
                  </a:cubicBezTo>
                  <a:cubicBezTo>
                    <a:pt x="4763" y="1441"/>
                    <a:pt x="3210" y="1894"/>
                    <a:pt x="3107" y="2635"/>
                  </a:cubicBezTo>
                  <a:cubicBezTo>
                    <a:pt x="3004" y="3376"/>
                    <a:pt x="3935" y="4612"/>
                    <a:pt x="3625" y="5352"/>
                  </a:cubicBezTo>
                  <a:cubicBezTo>
                    <a:pt x="3314" y="6094"/>
                    <a:pt x="2279" y="5476"/>
                    <a:pt x="1969" y="4694"/>
                  </a:cubicBezTo>
                  <a:cubicBezTo>
                    <a:pt x="1658" y="3911"/>
                    <a:pt x="2865" y="2717"/>
                    <a:pt x="2659" y="2265"/>
                  </a:cubicBezTo>
                  <a:cubicBezTo>
                    <a:pt x="2515" y="1950"/>
                    <a:pt x="2331" y="1366"/>
                    <a:pt x="2453" y="979"/>
                  </a:cubicBezTo>
                  <a:cubicBezTo>
                    <a:pt x="2260" y="1049"/>
                    <a:pt x="2091" y="1163"/>
                    <a:pt x="1981" y="133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2" name="Shape 3348"/>
            <p:cNvSpPr/>
            <p:nvPr/>
          </p:nvSpPr>
          <p:spPr>
            <a:xfrm>
              <a:off x="6634027" y="6494574"/>
              <a:ext cx="248019" cy="2641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8" h="21036" extrusionOk="0">
                  <a:moveTo>
                    <a:pt x="4462" y="4051"/>
                  </a:moveTo>
                  <a:cubicBezTo>
                    <a:pt x="5185" y="5422"/>
                    <a:pt x="3559" y="6112"/>
                    <a:pt x="2111" y="6280"/>
                  </a:cubicBezTo>
                  <a:cubicBezTo>
                    <a:pt x="664" y="6452"/>
                    <a:pt x="1027" y="9543"/>
                    <a:pt x="124" y="10399"/>
                  </a:cubicBezTo>
                  <a:cubicBezTo>
                    <a:pt x="-782" y="11257"/>
                    <a:pt x="3559" y="13488"/>
                    <a:pt x="4281" y="15370"/>
                  </a:cubicBezTo>
                  <a:cubicBezTo>
                    <a:pt x="4710" y="16489"/>
                    <a:pt x="6151" y="18928"/>
                    <a:pt x="7258" y="20733"/>
                  </a:cubicBezTo>
                  <a:cubicBezTo>
                    <a:pt x="8258" y="20976"/>
                    <a:pt x="9210" y="21190"/>
                    <a:pt x="9785" y="20886"/>
                  </a:cubicBezTo>
                  <a:cubicBezTo>
                    <a:pt x="11145" y="20166"/>
                    <a:pt x="9936" y="17729"/>
                    <a:pt x="11900" y="17873"/>
                  </a:cubicBezTo>
                  <a:cubicBezTo>
                    <a:pt x="13863" y="18019"/>
                    <a:pt x="16735" y="16867"/>
                    <a:pt x="17491" y="18019"/>
                  </a:cubicBezTo>
                  <a:cubicBezTo>
                    <a:pt x="17630" y="18225"/>
                    <a:pt x="17798" y="18433"/>
                    <a:pt x="17981" y="18631"/>
                  </a:cubicBezTo>
                  <a:cubicBezTo>
                    <a:pt x="18614" y="17729"/>
                    <a:pt x="19292" y="16744"/>
                    <a:pt x="19472" y="16400"/>
                  </a:cubicBezTo>
                  <a:cubicBezTo>
                    <a:pt x="19836" y="15716"/>
                    <a:pt x="19836" y="12113"/>
                    <a:pt x="18929" y="10055"/>
                  </a:cubicBezTo>
                  <a:cubicBezTo>
                    <a:pt x="18024" y="7997"/>
                    <a:pt x="18750" y="5250"/>
                    <a:pt x="19836" y="4395"/>
                  </a:cubicBezTo>
                  <a:cubicBezTo>
                    <a:pt x="20065" y="4212"/>
                    <a:pt x="20416" y="3280"/>
                    <a:pt x="20818" y="1946"/>
                  </a:cubicBezTo>
                  <a:cubicBezTo>
                    <a:pt x="19022" y="1278"/>
                    <a:pt x="17296" y="681"/>
                    <a:pt x="15784" y="860"/>
                  </a:cubicBezTo>
                  <a:cubicBezTo>
                    <a:pt x="13106" y="1178"/>
                    <a:pt x="10315" y="2343"/>
                    <a:pt x="9312" y="966"/>
                  </a:cubicBezTo>
                  <a:cubicBezTo>
                    <a:pt x="8306" y="-410"/>
                    <a:pt x="6855" y="-196"/>
                    <a:pt x="5516" y="860"/>
                  </a:cubicBezTo>
                  <a:cubicBezTo>
                    <a:pt x="5362" y="980"/>
                    <a:pt x="5195" y="1017"/>
                    <a:pt x="5018" y="995"/>
                  </a:cubicBezTo>
                  <a:cubicBezTo>
                    <a:pt x="4560" y="2231"/>
                    <a:pt x="4098" y="3359"/>
                    <a:pt x="4462" y="405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3" name="Shape 3349"/>
            <p:cNvSpPr/>
            <p:nvPr/>
          </p:nvSpPr>
          <p:spPr>
            <a:xfrm>
              <a:off x="6434807" y="6355119"/>
              <a:ext cx="285210" cy="4332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6" h="21220" extrusionOk="0">
                  <a:moveTo>
                    <a:pt x="5053" y="1407"/>
                  </a:moveTo>
                  <a:cubicBezTo>
                    <a:pt x="3947" y="1829"/>
                    <a:pt x="2363" y="2991"/>
                    <a:pt x="3471" y="3412"/>
                  </a:cubicBezTo>
                  <a:cubicBezTo>
                    <a:pt x="4580" y="3835"/>
                    <a:pt x="4897" y="4890"/>
                    <a:pt x="2839" y="4997"/>
                  </a:cubicBezTo>
                  <a:cubicBezTo>
                    <a:pt x="780" y="5103"/>
                    <a:pt x="622" y="5629"/>
                    <a:pt x="780" y="6368"/>
                  </a:cubicBezTo>
                  <a:cubicBezTo>
                    <a:pt x="940" y="7107"/>
                    <a:pt x="-644" y="7422"/>
                    <a:pt x="305" y="7948"/>
                  </a:cubicBezTo>
                  <a:cubicBezTo>
                    <a:pt x="934" y="8300"/>
                    <a:pt x="2323" y="9526"/>
                    <a:pt x="3194" y="10317"/>
                  </a:cubicBezTo>
                  <a:cubicBezTo>
                    <a:pt x="3501" y="9933"/>
                    <a:pt x="3898" y="9612"/>
                    <a:pt x="4783" y="9696"/>
                  </a:cubicBezTo>
                  <a:cubicBezTo>
                    <a:pt x="6634" y="9873"/>
                    <a:pt x="5178" y="11727"/>
                    <a:pt x="6634" y="12164"/>
                  </a:cubicBezTo>
                  <a:cubicBezTo>
                    <a:pt x="8089" y="12606"/>
                    <a:pt x="8089" y="14106"/>
                    <a:pt x="7032" y="14634"/>
                  </a:cubicBezTo>
                  <a:cubicBezTo>
                    <a:pt x="5972" y="15163"/>
                    <a:pt x="5575" y="18075"/>
                    <a:pt x="7956" y="19836"/>
                  </a:cubicBezTo>
                  <a:cubicBezTo>
                    <a:pt x="10339" y="21600"/>
                    <a:pt x="12188" y="21334"/>
                    <a:pt x="12718" y="20895"/>
                  </a:cubicBezTo>
                  <a:cubicBezTo>
                    <a:pt x="13248" y="20455"/>
                    <a:pt x="15098" y="20895"/>
                    <a:pt x="15628" y="20189"/>
                  </a:cubicBezTo>
                  <a:cubicBezTo>
                    <a:pt x="16159" y="19485"/>
                    <a:pt x="16818" y="20277"/>
                    <a:pt x="17877" y="19485"/>
                  </a:cubicBezTo>
                  <a:cubicBezTo>
                    <a:pt x="18488" y="19026"/>
                    <a:pt x="19761" y="19272"/>
                    <a:pt x="20956" y="19479"/>
                  </a:cubicBezTo>
                  <a:cubicBezTo>
                    <a:pt x="19987" y="18369"/>
                    <a:pt x="18725" y="16868"/>
                    <a:pt x="18350" y="16180"/>
                  </a:cubicBezTo>
                  <a:cubicBezTo>
                    <a:pt x="17718" y="15022"/>
                    <a:pt x="13918" y="13650"/>
                    <a:pt x="14711" y="13122"/>
                  </a:cubicBezTo>
                  <a:cubicBezTo>
                    <a:pt x="15501" y="12595"/>
                    <a:pt x="15184" y="10694"/>
                    <a:pt x="16450" y="10588"/>
                  </a:cubicBezTo>
                  <a:cubicBezTo>
                    <a:pt x="17718" y="10484"/>
                    <a:pt x="19141" y="10060"/>
                    <a:pt x="18508" y="9217"/>
                  </a:cubicBezTo>
                  <a:cubicBezTo>
                    <a:pt x="18190" y="8791"/>
                    <a:pt x="18594" y="8097"/>
                    <a:pt x="18995" y="7337"/>
                  </a:cubicBezTo>
                  <a:cubicBezTo>
                    <a:pt x="17780" y="7257"/>
                    <a:pt x="15976" y="4909"/>
                    <a:pt x="14937" y="4909"/>
                  </a:cubicBezTo>
                  <a:cubicBezTo>
                    <a:pt x="13765" y="4909"/>
                    <a:pt x="12396" y="4258"/>
                    <a:pt x="12689" y="3151"/>
                  </a:cubicBezTo>
                  <a:cubicBezTo>
                    <a:pt x="12982" y="2043"/>
                    <a:pt x="9955" y="1913"/>
                    <a:pt x="8292" y="676"/>
                  </a:cubicBezTo>
                  <a:cubicBezTo>
                    <a:pt x="7899" y="379"/>
                    <a:pt x="7327" y="164"/>
                    <a:pt x="6672" y="0"/>
                  </a:cubicBezTo>
                  <a:cubicBezTo>
                    <a:pt x="6115" y="716"/>
                    <a:pt x="5508" y="1235"/>
                    <a:pt x="5053" y="140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4" name="Shape 3350"/>
            <p:cNvSpPr/>
            <p:nvPr/>
          </p:nvSpPr>
          <p:spPr>
            <a:xfrm>
              <a:off x="6853170" y="6534418"/>
              <a:ext cx="187451" cy="223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38" extrusionOk="0">
                  <a:moveTo>
                    <a:pt x="1300" y="9537"/>
                  </a:moveTo>
                  <a:cubicBezTo>
                    <a:pt x="2546" y="11956"/>
                    <a:pt x="2546" y="16193"/>
                    <a:pt x="2047" y="16998"/>
                  </a:cubicBezTo>
                  <a:cubicBezTo>
                    <a:pt x="1799" y="17403"/>
                    <a:pt x="869" y="18561"/>
                    <a:pt x="0" y="19622"/>
                  </a:cubicBezTo>
                  <a:cubicBezTo>
                    <a:pt x="1129" y="20662"/>
                    <a:pt x="2951" y="21411"/>
                    <a:pt x="6172" y="20587"/>
                  </a:cubicBezTo>
                  <a:cubicBezTo>
                    <a:pt x="10113" y="19576"/>
                    <a:pt x="11979" y="21600"/>
                    <a:pt x="13434" y="18057"/>
                  </a:cubicBezTo>
                  <a:cubicBezTo>
                    <a:pt x="14569" y="15291"/>
                    <a:pt x="18599" y="11517"/>
                    <a:pt x="21600" y="9109"/>
                  </a:cubicBezTo>
                  <a:cubicBezTo>
                    <a:pt x="21566" y="9092"/>
                    <a:pt x="21537" y="9068"/>
                    <a:pt x="21502" y="9058"/>
                  </a:cubicBezTo>
                  <a:cubicBezTo>
                    <a:pt x="18589" y="8061"/>
                    <a:pt x="14146" y="2334"/>
                    <a:pt x="9704" y="1585"/>
                  </a:cubicBezTo>
                  <a:cubicBezTo>
                    <a:pt x="7765" y="1261"/>
                    <a:pt x="5803" y="605"/>
                    <a:pt x="3894" y="0"/>
                  </a:cubicBezTo>
                  <a:cubicBezTo>
                    <a:pt x="3343" y="1568"/>
                    <a:pt x="2861" y="2665"/>
                    <a:pt x="2546" y="2880"/>
                  </a:cubicBezTo>
                  <a:cubicBezTo>
                    <a:pt x="1055" y="3886"/>
                    <a:pt x="58" y="7116"/>
                    <a:pt x="1300" y="953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5" name="Shape 3351"/>
            <p:cNvSpPr/>
            <p:nvPr/>
          </p:nvSpPr>
          <p:spPr>
            <a:xfrm>
              <a:off x="5020345" y="5458629"/>
              <a:ext cx="616131" cy="2004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6" h="19155" extrusionOk="0">
                  <a:moveTo>
                    <a:pt x="17092" y="11668"/>
                  </a:moveTo>
                  <a:cubicBezTo>
                    <a:pt x="15737" y="11668"/>
                    <a:pt x="11313" y="3025"/>
                    <a:pt x="7250" y="484"/>
                  </a:cubicBezTo>
                  <a:cubicBezTo>
                    <a:pt x="3188" y="-2056"/>
                    <a:pt x="-355" y="6165"/>
                    <a:pt x="28" y="7599"/>
                  </a:cubicBezTo>
                  <a:cubicBezTo>
                    <a:pt x="570" y="9633"/>
                    <a:pt x="2556" y="5057"/>
                    <a:pt x="3549" y="3025"/>
                  </a:cubicBezTo>
                  <a:cubicBezTo>
                    <a:pt x="4542" y="993"/>
                    <a:pt x="5445" y="4042"/>
                    <a:pt x="5535" y="5314"/>
                  </a:cubicBezTo>
                  <a:cubicBezTo>
                    <a:pt x="5626" y="6584"/>
                    <a:pt x="6889" y="7346"/>
                    <a:pt x="8966" y="7599"/>
                  </a:cubicBezTo>
                  <a:cubicBezTo>
                    <a:pt x="11043" y="7855"/>
                    <a:pt x="11313" y="12684"/>
                    <a:pt x="13299" y="13953"/>
                  </a:cubicBezTo>
                  <a:cubicBezTo>
                    <a:pt x="15286" y="15225"/>
                    <a:pt x="13299" y="17512"/>
                    <a:pt x="14293" y="18529"/>
                  </a:cubicBezTo>
                  <a:cubicBezTo>
                    <a:pt x="15286" y="19544"/>
                    <a:pt x="20522" y="19291"/>
                    <a:pt x="20884" y="18021"/>
                  </a:cubicBezTo>
                  <a:cubicBezTo>
                    <a:pt x="21245" y="16750"/>
                    <a:pt x="18446" y="11668"/>
                    <a:pt x="17092" y="1166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6" name="Shape 3352"/>
            <p:cNvSpPr/>
            <p:nvPr/>
          </p:nvSpPr>
          <p:spPr>
            <a:xfrm>
              <a:off x="5398863" y="5737536"/>
              <a:ext cx="123741" cy="40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286" h="12937" extrusionOk="0">
                  <a:moveTo>
                    <a:pt x="124" y="3202"/>
                  </a:moveTo>
                  <a:cubicBezTo>
                    <a:pt x="1695" y="9089"/>
                    <a:pt x="16631" y="17499"/>
                    <a:pt x="18204" y="9932"/>
                  </a:cubicBezTo>
                  <a:cubicBezTo>
                    <a:pt x="19775" y="2353"/>
                    <a:pt x="-1825" y="-4101"/>
                    <a:pt x="124" y="320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7" name="Shape 3353"/>
            <p:cNvSpPr/>
            <p:nvPr/>
          </p:nvSpPr>
          <p:spPr>
            <a:xfrm>
              <a:off x="6076211" y="5737536"/>
              <a:ext cx="101901" cy="445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53" h="12911" extrusionOk="0">
                  <a:moveTo>
                    <a:pt x="470" y="6989"/>
                  </a:moveTo>
                  <a:cubicBezTo>
                    <a:pt x="4357" y="17795"/>
                    <a:pt x="15480" y="11340"/>
                    <a:pt x="16455" y="6989"/>
                  </a:cubicBezTo>
                  <a:cubicBezTo>
                    <a:pt x="18181" y="-730"/>
                    <a:pt x="-3419" y="-3805"/>
                    <a:pt x="470" y="698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8" name="Shape 3354"/>
            <p:cNvSpPr/>
            <p:nvPr/>
          </p:nvSpPr>
          <p:spPr>
            <a:xfrm>
              <a:off x="6454730" y="10279754"/>
              <a:ext cx="186452" cy="76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410" h="17311" extrusionOk="0">
                  <a:moveTo>
                    <a:pt x="7560" y="76"/>
                  </a:moveTo>
                  <a:cubicBezTo>
                    <a:pt x="4673" y="-1127"/>
                    <a:pt x="-2255" y="12255"/>
                    <a:pt x="733" y="15679"/>
                  </a:cubicBezTo>
                  <a:cubicBezTo>
                    <a:pt x="3883" y="19279"/>
                    <a:pt x="10449" y="1270"/>
                    <a:pt x="7560" y="76"/>
                  </a:cubicBezTo>
                  <a:close/>
                  <a:moveTo>
                    <a:pt x="18327" y="6679"/>
                  </a:moveTo>
                  <a:cubicBezTo>
                    <a:pt x="16227" y="-2321"/>
                    <a:pt x="6510" y="14476"/>
                    <a:pt x="8611" y="16882"/>
                  </a:cubicBezTo>
                  <a:cubicBezTo>
                    <a:pt x="10711" y="19279"/>
                    <a:pt x="19345" y="11039"/>
                    <a:pt x="18327" y="667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59" name="Shape 3355"/>
            <p:cNvSpPr/>
            <p:nvPr/>
          </p:nvSpPr>
          <p:spPr>
            <a:xfrm>
              <a:off x="4601983" y="6793403"/>
              <a:ext cx="977032" cy="391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34" h="20896" extrusionOk="0">
                  <a:moveTo>
                    <a:pt x="160" y="4556"/>
                  </a:moveTo>
                  <a:cubicBezTo>
                    <a:pt x="-413" y="6685"/>
                    <a:pt x="724" y="8762"/>
                    <a:pt x="961" y="7820"/>
                  </a:cubicBezTo>
                  <a:cubicBezTo>
                    <a:pt x="1247" y="6685"/>
                    <a:pt x="732" y="2427"/>
                    <a:pt x="160" y="4556"/>
                  </a:cubicBezTo>
                  <a:close/>
                  <a:moveTo>
                    <a:pt x="20530" y="5472"/>
                  </a:moveTo>
                  <a:cubicBezTo>
                    <a:pt x="20052" y="4139"/>
                    <a:pt x="19724" y="3324"/>
                    <a:pt x="19605" y="3693"/>
                  </a:cubicBezTo>
                  <a:cubicBezTo>
                    <a:pt x="19485" y="4067"/>
                    <a:pt x="18978" y="4215"/>
                    <a:pt x="18620" y="3693"/>
                  </a:cubicBezTo>
                  <a:cubicBezTo>
                    <a:pt x="18262" y="3179"/>
                    <a:pt x="18083" y="2216"/>
                    <a:pt x="17814" y="2216"/>
                  </a:cubicBezTo>
                  <a:cubicBezTo>
                    <a:pt x="17565" y="2216"/>
                    <a:pt x="16702" y="1003"/>
                    <a:pt x="16221" y="0"/>
                  </a:cubicBezTo>
                  <a:cubicBezTo>
                    <a:pt x="16216" y="158"/>
                    <a:pt x="16214" y="308"/>
                    <a:pt x="16220" y="439"/>
                  </a:cubicBezTo>
                  <a:cubicBezTo>
                    <a:pt x="16248" y="1078"/>
                    <a:pt x="15819" y="1504"/>
                    <a:pt x="15332" y="1575"/>
                  </a:cubicBezTo>
                  <a:cubicBezTo>
                    <a:pt x="14846" y="1647"/>
                    <a:pt x="14903" y="2995"/>
                    <a:pt x="14903" y="3916"/>
                  </a:cubicBezTo>
                  <a:cubicBezTo>
                    <a:pt x="14903" y="4840"/>
                    <a:pt x="14502" y="4840"/>
                    <a:pt x="14330" y="5832"/>
                  </a:cubicBezTo>
                  <a:cubicBezTo>
                    <a:pt x="14159" y="6826"/>
                    <a:pt x="14388" y="7039"/>
                    <a:pt x="13987" y="7536"/>
                  </a:cubicBezTo>
                  <a:cubicBezTo>
                    <a:pt x="13586" y="8033"/>
                    <a:pt x="13472" y="8886"/>
                    <a:pt x="13701" y="9738"/>
                  </a:cubicBezTo>
                  <a:cubicBezTo>
                    <a:pt x="13930" y="10588"/>
                    <a:pt x="13672" y="11368"/>
                    <a:pt x="13615" y="11864"/>
                  </a:cubicBezTo>
                  <a:cubicBezTo>
                    <a:pt x="13558" y="12364"/>
                    <a:pt x="13958" y="12577"/>
                    <a:pt x="14359" y="13498"/>
                  </a:cubicBezTo>
                  <a:cubicBezTo>
                    <a:pt x="14760" y="14420"/>
                    <a:pt x="14817" y="13144"/>
                    <a:pt x="14989" y="13853"/>
                  </a:cubicBezTo>
                  <a:cubicBezTo>
                    <a:pt x="15161" y="14563"/>
                    <a:pt x="14874" y="15840"/>
                    <a:pt x="14416" y="15840"/>
                  </a:cubicBezTo>
                  <a:cubicBezTo>
                    <a:pt x="14381" y="15840"/>
                    <a:pt x="14346" y="15865"/>
                    <a:pt x="14311" y="15884"/>
                  </a:cubicBezTo>
                  <a:cubicBezTo>
                    <a:pt x="14549" y="16499"/>
                    <a:pt x="14674" y="17132"/>
                    <a:pt x="14561" y="17531"/>
                  </a:cubicBezTo>
                  <a:cubicBezTo>
                    <a:pt x="14352" y="18272"/>
                    <a:pt x="14173" y="18272"/>
                    <a:pt x="14561" y="19160"/>
                  </a:cubicBezTo>
                  <a:cubicBezTo>
                    <a:pt x="14949" y="20043"/>
                    <a:pt x="15218" y="18714"/>
                    <a:pt x="15546" y="19824"/>
                  </a:cubicBezTo>
                  <a:cubicBezTo>
                    <a:pt x="15874" y="20934"/>
                    <a:pt x="16143" y="21600"/>
                    <a:pt x="16471" y="19677"/>
                  </a:cubicBezTo>
                  <a:cubicBezTo>
                    <a:pt x="16799" y="17751"/>
                    <a:pt x="17039" y="15016"/>
                    <a:pt x="17635" y="14572"/>
                  </a:cubicBezTo>
                  <a:cubicBezTo>
                    <a:pt x="18233" y="14126"/>
                    <a:pt x="19456" y="13537"/>
                    <a:pt x="20172" y="11167"/>
                  </a:cubicBezTo>
                  <a:cubicBezTo>
                    <a:pt x="20888" y="8800"/>
                    <a:pt x="20509" y="8665"/>
                    <a:pt x="20888" y="7912"/>
                  </a:cubicBezTo>
                  <a:cubicBezTo>
                    <a:pt x="21187" y="7323"/>
                    <a:pt x="21008" y="6802"/>
                    <a:pt x="20530" y="54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0" name="Shape 3356"/>
            <p:cNvSpPr/>
            <p:nvPr/>
          </p:nvSpPr>
          <p:spPr>
            <a:xfrm>
              <a:off x="5737537" y="0"/>
              <a:ext cx="3671954" cy="2737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7395" y="14119"/>
                  </a:moveTo>
                  <a:cubicBezTo>
                    <a:pt x="7405" y="13896"/>
                    <a:pt x="7217" y="14035"/>
                    <a:pt x="7113" y="13770"/>
                  </a:cubicBezTo>
                  <a:cubicBezTo>
                    <a:pt x="7009" y="13505"/>
                    <a:pt x="6476" y="13395"/>
                    <a:pt x="6425" y="13603"/>
                  </a:cubicBezTo>
                  <a:cubicBezTo>
                    <a:pt x="6404" y="13686"/>
                    <a:pt x="6237" y="13812"/>
                    <a:pt x="6373" y="14007"/>
                  </a:cubicBezTo>
                  <a:cubicBezTo>
                    <a:pt x="6508" y="14203"/>
                    <a:pt x="6602" y="14119"/>
                    <a:pt x="6758" y="14314"/>
                  </a:cubicBezTo>
                  <a:cubicBezTo>
                    <a:pt x="6915" y="14510"/>
                    <a:pt x="7384" y="14342"/>
                    <a:pt x="7395" y="14119"/>
                  </a:cubicBezTo>
                  <a:close/>
                  <a:moveTo>
                    <a:pt x="20390" y="1966"/>
                  </a:moveTo>
                  <a:cubicBezTo>
                    <a:pt x="20004" y="1966"/>
                    <a:pt x="19691" y="2049"/>
                    <a:pt x="19671" y="2412"/>
                  </a:cubicBezTo>
                  <a:cubicBezTo>
                    <a:pt x="19649" y="2775"/>
                    <a:pt x="19159" y="2342"/>
                    <a:pt x="18951" y="2468"/>
                  </a:cubicBezTo>
                  <a:cubicBezTo>
                    <a:pt x="18742" y="2593"/>
                    <a:pt x="18846" y="2175"/>
                    <a:pt x="18638" y="2314"/>
                  </a:cubicBezTo>
                  <a:cubicBezTo>
                    <a:pt x="18429" y="2454"/>
                    <a:pt x="18200" y="2789"/>
                    <a:pt x="17950" y="2928"/>
                  </a:cubicBezTo>
                  <a:cubicBezTo>
                    <a:pt x="17699" y="3068"/>
                    <a:pt x="17512" y="3417"/>
                    <a:pt x="17355" y="3444"/>
                  </a:cubicBezTo>
                  <a:cubicBezTo>
                    <a:pt x="17199" y="3472"/>
                    <a:pt x="17689" y="2803"/>
                    <a:pt x="17939" y="2468"/>
                  </a:cubicBezTo>
                  <a:cubicBezTo>
                    <a:pt x="18189" y="2133"/>
                    <a:pt x="18054" y="1742"/>
                    <a:pt x="17720" y="1784"/>
                  </a:cubicBezTo>
                  <a:cubicBezTo>
                    <a:pt x="17386" y="1826"/>
                    <a:pt x="17459" y="2105"/>
                    <a:pt x="17272" y="2161"/>
                  </a:cubicBezTo>
                  <a:cubicBezTo>
                    <a:pt x="17084" y="2217"/>
                    <a:pt x="16187" y="2816"/>
                    <a:pt x="16145" y="2635"/>
                  </a:cubicBezTo>
                  <a:cubicBezTo>
                    <a:pt x="16103" y="2454"/>
                    <a:pt x="16886" y="2147"/>
                    <a:pt x="16875" y="2021"/>
                  </a:cubicBezTo>
                  <a:cubicBezTo>
                    <a:pt x="16865" y="1895"/>
                    <a:pt x="15884" y="1882"/>
                    <a:pt x="15446" y="1966"/>
                  </a:cubicBezTo>
                  <a:cubicBezTo>
                    <a:pt x="15008" y="2049"/>
                    <a:pt x="14236" y="2384"/>
                    <a:pt x="14226" y="2217"/>
                  </a:cubicBezTo>
                  <a:cubicBezTo>
                    <a:pt x="14216" y="2049"/>
                    <a:pt x="15123" y="1812"/>
                    <a:pt x="15582" y="1742"/>
                  </a:cubicBezTo>
                  <a:cubicBezTo>
                    <a:pt x="16051" y="1671"/>
                    <a:pt x="16886" y="1784"/>
                    <a:pt x="17240" y="1589"/>
                  </a:cubicBezTo>
                  <a:cubicBezTo>
                    <a:pt x="17595" y="1393"/>
                    <a:pt x="18127" y="1380"/>
                    <a:pt x="18221" y="1226"/>
                  </a:cubicBezTo>
                  <a:cubicBezTo>
                    <a:pt x="18315" y="1072"/>
                    <a:pt x="17814" y="863"/>
                    <a:pt x="17564" y="877"/>
                  </a:cubicBezTo>
                  <a:cubicBezTo>
                    <a:pt x="17313" y="891"/>
                    <a:pt x="17063" y="849"/>
                    <a:pt x="17084" y="682"/>
                  </a:cubicBezTo>
                  <a:cubicBezTo>
                    <a:pt x="17105" y="514"/>
                    <a:pt x="16698" y="472"/>
                    <a:pt x="16656" y="347"/>
                  </a:cubicBezTo>
                  <a:cubicBezTo>
                    <a:pt x="16614" y="221"/>
                    <a:pt x="15832" y="319"/>
                    <a:pt x="15665" y="179"/>
                  </a:cubicBezTo>
                  <a:cubicBezTo>
                    <a:pt x="15498" y="40"/>
                    <a:pt x="15008" y="-30"/>
                    <a:pt x="14591" y="12"/>
                  </a:cubicBezTo>
                  <a:cubicBezTo>
                    <a:pt x="14174" y="54"/>
                    <a:pt x="13319" y="40"/>
                    <a:pt x="13121" y="68"/>
                  </a:cubicBezTo>
                  <a:cubicBezTo>
                    <a:pt x="12922" y="95"/>
                    <a:pt x="12797" y="193"/>
                    <a:pt x="12620" y="179"/>
                  </a:cubicBezTo>
                  <a:cubicBezTo>
                    <a:pt x="12443" y="166"/>
                    <a:pt x="12171" y="249"/>
                    <a:pt x="12276" y="403"/>
                  </a:cubicBezTo>
                  <a:cubicBezTo>
                    <a:pt x="12465" y="680"/>
                    <a:pt x="11994" y="793"/>
                    <a:pt x="12026" y="584"/>
                  </a:cubicBezTo>
                  <a:cubicBezTo>
                    <a:pt x="12057" y="375"/>
                    <a:pt x="11619" y="277"/>
                    <a:pt x="11483" y="430"/>
                  </a:cubicBezTo>
                  <a:cubicBezTo>
                    <a:pt x="11329" y="605"/>
                    <a:pt x="10628" y="249"/>
                    <a:pt x="10524" y="430"/>
                  </a:cubicBezTo>
                  <a:cubicBezTo>
                    <a:pt x="10419" y="612"/>
                    <a:pt x="9595" y="556"/>
                    <a:pt x="9355" y="612"/>
                  </a:cubicBezTo>
                  <a:cubicBezTo>
                    <a:pt x="9116" y="668"/>
                    <a:pt x="9731" y="905"/>
                    <a:pt x="9710" y="1045"/>
                  </a:cubicBezTo>
                  <a:cubicBezTo>
                    <a:pt x="9689" y="1184"/>
                    <a:pt x="8928" y="1045"/>
                    <a:pt x="9084" y="1296"/>
                  </a:cubicBezTo>
                  <a:cubicBezTo>
                    <a:pt x="9241" y="1547"/>
                    <a:pt x="9741" y="1728"/>
                    <a:pt x="9981" y="2049"/>
                  </a:cubicBezTo>
                  <a:cubicBezTo>
                    <a:pt x="10221" y="2370"/>
                    <a:pt x="9793" y="2175"/>
                    <a:pt x="9522" y="1937"/>
                  </a:cubicBezTo>
                  <a:cubicBezTo>
                    <a:pt x="9251" y="1700"/>
                    <a:pt x="8907" y="1784"/>
                    <a:pt x="8740" y="1547"/>
                  </a:cubicBezTo>
                  <a:cubicBezTo>
                    <a:pt x="8573" y="1309"/>
                    <a:pt x="7947" y="1128"/>
                    <a:pt x="7791" y="1268"/>
                  </a:cubicBezTo>
                  <a:cubicBezTo>
                    <a:pt x="7605" y="1434"/>
                    <a:pt x="8218" y="1742"/>
                    <a:pt x="8218" y="1924"/>
                  </a:cubicBezTo>
                  <a:cubicBezTo>
                    <a:pt x="8218" y="2105"/>
                    <a:pt x="7801" y="1882"/>
                    <a:pt x="7728" y="1952"/>
                  </a:cubicBezTo>
                  <a:cubicBezTo>
                    <a:pt x="7655" y="2021"/>
                    <a:pt x="7290" y="1477"/>
                    <a:pt x="7082" y="1477"/>
                  </a:cubicBezTo>
                  <a:cubicBezTo>
                    <a:pt x="6873" y="1477"/>
                    <a:pt x="7050" y="1728"/>
                    <a:pt x="7050" y="2077"/>
                  </a:cubicBezTo>
                  <a:cubicBezTo>
                    <a:pt x="7050" y="2426"/>
                    <a:pt x="6644" y="2635"/>
                    <a:pt x="6758" y="2398"/>
                  </a:cubicBezTo>
                  <a:cubicBezTo>
                    <a:pt x="6873" y="2161"/>
                    <a:pt x="6790" y="1547"/>
                    <a:pt x="6571" y="1435"/>
                  </a:cubicBezTo>
                  <a:cubicBezTo>
                    <a:pt x="6352" y="1323"/>
                    <a:pt x="5789" y="1673"/>
                    <a:pt x="5496" y="1658"/>
                  </a:cubicBezTo>
                  <a:cubicBezTo>
                    <a:pt x="5205" y="1645"/>
                    <a:pt x="4819" y="1770"/>
                    <a:pt x="5069" y="1966"/>
                  </a:cubicBezTo>
                  <a:cubicBezTo>
                    <a:pt x="5319" y="2161"/>
                    <a:pt x="5058" y="2272"/>
                    <a:pt x="4839" y="2063"/>
                  </a:cubicBezTo>
                  <a:cubicBezTo>
                    <a:pt x="4620" y="1854"/>
                    <a:pt x="3901" y="2063"/>
                    <a:pt x="4047" y="2203"/>
                  </a:cubicBezTo>
                  <a:cubicBezTo>
                    <a:pt x="4193" y="2342"/>
                    <a:pt x="4245" y="2747"/>
                    <a:pt x="4151" y="2914"/>
                  </a:cubicBezTo>
                  <a:cubicBezTo>
                    <a:pt x="4057" y="3082"/>
                    <a:pt x="3755" y="2747"/>
                    <a:pt x="3473" y="2775"/>
                  </a:cubicBezTo>
                  <a:cubicBezTo>
                    <a:pt x="3192" y="2803"/>
                    <a:pt x="1794" y="3696"/>
                    <a:pt x="1877" y="3933"/>
                  </a:cubicBezTo>
                  <a:cubicBezTo>
                    <a:pt x="1961" y="4170"/>
                    <a:pt x="2555" y="3975"/>
                    <a:pt x="2743" y="4114"/>
                  </a:cubicBezTo>
                  <a:cubicBezTo>
                    <a:pt x="2931" y="4254"/>
                    <a:pt x="2680" y="4770"/>
                    <a:pt x="2451" y="4979"/>
                  </a:cubicBezTo>
                  <a:cubicBezTo>
                    <a:pt x="2222" y="5189"/>
                    <a:pt x="1366" y="4993"/>
                    <a:pt x="1345" y="5244"/>
                  </a:cubicBezTo>
                  <a:cubicBezTo>
                    <a:pt x="1325" y="5495"/>
                    <a:pt x="0" y="5537"/>
                    <a:pt x="0" y="5942"/>
                  </a:cubicBezTo>
                  <a:cubicBezTo>
                    <a:pt x="0" y="6096"/>
                    <a:pt x="63" y="6249"/>
                    <a:pt x="209" y="6291"/>
                  </a:cubicBezTo>
                  <a:cubicBezTo>
                    <a:pt x="396" y="6345"/>
                    <a:pt x="626" y="6263"/>
                    <a:pt x="793" y="6514"/>
                  </a:cubicBezTo>
                  <a:cubicBezTo>
                    <a:pt x="960" y="6765"/>
                    <a:pt x="1429" y="6780"/>
                    <a:pt x="1752" y="6612"/>
                  </a:cubicBezTo>
                  <a:cubicBezTo>
                    <a:pt x="2076" y="6445"/>
                    <a:pt x="2315" y="6640"/>
                    <a:pt x="2305" y="6891"/>
                  </a:cubicBezTo>
                  <a:cubicBezTo>
                    <a:pt x="2295" y="7142"/>
                    <a:pt x="1575" y="6793"/>
                    <a:pt x="1356" y="6975"/>
                  </a:cubicBezTo>
                  <a:cubicBezTo>
                    <a:pt x="1137" y="7156"/>
                    <a:pt x="459" y="7002"/>
                    <a:pt x="490" y="7198"/>
                  </a:cubicBezTo>
                  <a:cubicBezTo>
                    <a:pt x="521" y="7393"/>
                    <a:pt x="855" y="7351"/>
                    <a:pt x="1126" y="7421"/>
                  </a:cubicBezTo>
                  <a:cubicBezTo>
                    <a:pt x="1397" y="7491"/>
                    <a:pt x="1147" y="7644"/>
                    <a:pt x="1137" y="7798"/>
                  </a:cubicBezTo>
                  <a:cubicBezTo>
                    <a:pt x="1126" y="7952"/>
                    <a:pt x="1283" y="7923"/>
                    <a:pt x="1554" y="8105"/>
                  </a:cubicBezTo>
                  <a:cubicBezTo>
                    <a:pt x="1825" y="8286"/>
                    <a:pt x="2274" y="8398"/>
                    <a:pt x="2128" y="8189"/>
                  </a:cubicBezTo>
                  <a:cubicBezTo>
                    <a:pt x="1982" y="7979"/>
                    <a:pt x="2409" y="8007"/>
                    <a:pt x="2482" y="8133"/>
                  </a:cubicBezTo>
                  <a:cubicBezTo>
                    <a:pt x="2555" y="8258"/>
                    <a:pt x="2753" y="7952"/>
                    <a:pt x="2952" y="8021"/>
                  </a:cubicBezTo>
                  <a:cubicBezTo>
                    <a:pt x="3150" y="8091"/>
                    <a:pt x="3223" y="7770"/>
                    <a:pt x="3379" y="7910"/>
                  </a:cubicBezTo>
                  <a:cubicBezTo>
                    <a:pt x="3536" y="8049"/>
                    <a:pt x="4266" y="8133"/>
                    <a:pt x="4516" y="8314"/>
                  </a:cubicBezTo>
                  <a:cubicBezTo>
                    <a:pt x="4766" y="8496"/>
                    <a:pt x="5111" y="8538"/>
                    <a:pt x="5079" y="8803"/>
                  </a:cubicBezTo>
                  <a:cubicBezTo>
                    <a:pt x="5048" y="9068"/>
                    <a:pt x="5288" y="9263"/>
                    <a:pt x="5569" y="9430"/>
                  </a:cubicBezTo>
                  <a:cubicBezTo>
                    <a:pt x="5851" y="9598"/>
                    <a:pt x="5903" y="9961"/>
                    <a:pt x="5893" y="10198"/>
                  </a:cubicBezTo>
                  <a:cubicBezTo>
                    <a:pt x="5882" y="10435"/>
                    <a:pt x="6195" y="10602"/>
                    <a:pt x="6143" y="10714"/>
                  </a:cubicBezTo>
                  <a:cubicBezTo>
                    <a:pt x="6091" y="10826"/>
                    <a:pt x="6133" y="10979"/>
                    <a:pt x="6320" y="11203"/>
                  </a:cubicBezTo>
                  <a:cubicBezTo>
                    <a:pt x="6508" y="11426"/>
                    <a:pt x="6028" y="11593"/>
                    <a:pt x="6143" y="11789"/>
                  </a:cubicBezTo>
                  <a:cubicBezTo>
                    <a:pt x="6258" y="11984"/>
                    <a:pt x="5976" y="12361"/>
                    <a:pt x="6310" y="12431"/>
                  </a:cubicBezTo>
                  <a:cubicBezTo>
                    <a:pt x="6644" y="12500"/>
                    <a:pt x="6592" y="12123"/>
                    <a:pt x="6842" y="12123"/>
                  </a:cubicBezTo>
                  <a:cubicBezTo>
                    <a:pt x="7092" y="12123"/>
                    <a:pt x="6832" y="12416"/>
                    <a:pt x="6967" y="12598"/>
                  </a:cubicBezTo>
                  <a:cubicBezTo>
                    <a:pt x="7103" y="12779"/>
                    <a:pt x="7384" y="12737"/>
                    <a:pt x="7645" y="13030"/>
                  </a:cubicBezTo>
                  <a:cubicBezTo>
                    <a:pt x="7906" y="13323"/>
                    <a:pt x="7739" y="13463"/>
                    <a:pt x="7499" y="13226"/>
                  </a:cubicBezTo>
                  <a:cubicBezTo>
                    <a:pt x="7259" y="12988"/>
                    <a:pt x="6560" y="13045"/>
                    <a:pt x="6560" y="13128"/>
                  </a:cubicBezTo>
                  <a:cubicBezTo>
                    <a:pt x="6560" y="13212"/>
                    <a:pt x="7332" y="13798"/>
                    <a:pt x="7509" y="13714"/>
                  </a:cubicBezTo>
                  <a:cubicBezTo>
                    <a:pt x="7687" y="13630"/>
                    <a:pt x="7927" y="14063"/>
                    <a:pt x="7822" y="14202"/>
                  </a:cubicBezTo>
                  <a:cubicBezTo>
                    <a:pt x="7718" y="14342"/>
                    <a:pt x="7770" y="14691"/>
                    <a:pt x="7749" y="14858"/>
                  </a:cubicBezTo>
                  <a:cubicBezTo>
                    <a:pt x="7728" y="15026"/>
                    <a:pt x="7468" y="14858"/>
                    <a:pt x="7301" y="14886"/>
                  </a:cubicBezTo>
                  <a:cubicBezTo>
                    <a:pt x="7134" y="14914"/>
                    <a:pt x="7019" y="14984"/>
                    <a:pt x="7019" y="15221"/>
                  </a:cubicBezTo>
                  <a:cubicBezTo>
                    <a:pt x="7019" y="15459"/>
                    <a:pt x="6758" y="15626"/>
                    <a:pt x="6727" y="15919"/>
                  </a:cubicBezTo>
                  <a:cubicBezTo>
                    <a:pt x="6696" y="16212"/>
                    <a:pt x="6936" y="16198"/>
                    <a:pt x="7071" y="16324"/>
                  </a:cubicBezTo>
                  <a:cubicBezTo>
                    <a:pt x="7207" y="16449"/>
                    <a:pt x="6821" y="16533"/>
                    <a:pt x="6800" y="16742"/>
                  </a:cubicBezTo>
                  <a:cubicBezTo>
                    <a:pt x="6779" y="16952"/>
                    <a:pt x="7155" y="17328"/>
                    <a:pt x="7290" y="17426"/>
                  </a:cubicBezTo>
                  <a:cubicBezTo>
                    <a:pt x="7426" y="17523"/>
                    <a:pt x="7301" y="17998"/>
                    <a:pt x="7353" y="18235"/>
                  </a:cubicBezTo>
                  <a:cubicBezTo>
                    <a:pt x="7405" y="18473"/>
                    <a:pt x="7582" y="18179"/>
                    <a:pt x="7561" y="18486"/>
                  </a:cubicBezTo>
                  <a:cubicBezTo>
                    <a:pt x="7541" y="18793"/>
                    <a:pt x="7728" y="18779"/>
                    <a:pt x="7739" y="18961"/>
                  </a:cubicBezTo>
                  <a:cubicBezTo>
                    <a:pt x="7749" y="19142"/>
                    <a:pt x="8073" y="19114"/>
                    <a:pt x="8010" y="19365"/>
                  </a:cubicBezTo>
                  <a:cubicBezTo>
                    <a:pt x="7947" y="19617"/>
                    <a:pt x="8104" y="19798"/>
                    <a:pt x="8177" y="19937"/>
                  </a:cubicBezTo>
                  <a:cubicBezTo>
                    <a:pt x="8250" y="20077"/>
                    <a:pt x="8521" y="20314"/>
                    <a:pt x="8573" y="20496"/>
                  </a:cubicBezTo>
                  <a:cubicBezTo>
                    <a:pt x="8625" y="20677"/>
                    <a:pt x="8782" y="20914"/>
                    <a:pt x="8969" y="20844"/>
                  </a:cubicBezTo>
                  <a:cubicBezTo>
                    <a:pt x="9157" y="20774"/>
                    <a:pt x="9168" y="21012"/>
                    <a:pt x="9314" y="20984"/>
                  </a:cubicBezTo>
                  <a:cubicBezTo>
                    <a:pt x="9460" y="20956"/>
                    <a:pt x="9689" y="21067"/>
                    <a:pt x="9731" y="21221"/>
                  </a:cubicBezTo>
                  <a:cubicBezTo>
                    <a:pt x="9773" y="21375"/>
                    <a:pt x="10221" y="21514"/>
                    <a:pt x="10346" y="21542"/>
                  </a:cubicBezTo>
                  <a:cubicBezTo>
                    <a:pt x="10471" y="21570"/>
                    <a:pt x="10492" y="21263"/>
                    <a:pt x="10607" y="21179"/>
                  </a:cubicBezTo>
                  <a:cubicBezTo>
                    <a:pt x="10722" y="21096"/>
                    <a:pt x="10680" y="20481"/>
                    <a:pt x="10784" y="20440"/>
                  </a:cubicBezTo>
                  <a:cubicBezTo>
                    <a:pt x="10889" y="20398"/>
                    <a:pt x="10857" y="19756"/>
                    <a:pt x="10753" y="19700"/>
                  </a:cubicBezTo>
                  <a:cubicBezTo>
                    <a:pt x="10649" y="19644"/>
                    <a:pt x="10690" y="19421"/>
                    <a:pt x="10930" y="19463"/>
                  </a:cubicBezTo>
                  <a:cubicBezTo>
                    <a:pt x="11170" y="19505"/>
                    <a:pt x="11087" y="19184"/>
                    <a:pt x="11201" y="19142"/>
                  </a:cubicBezTo>
                  <a:cubicBezTo>
                    <a:pt x="11316" y="19100"/>
                    <a:pt x="11264" y="18807"/>
                    <a:pt x="11347" y="18779"/>
                  </a:cubicBezTo>
                  <a:cubicBezTo>
                    <a:pt x="11431" y="18751"/>
                    <a:pt x="11421" y="18556"/>
                    <a:pt x="11358" y="18444"/>
                  </a:cubicBezTo>
                  <a:cubicBezTo>
                    <a:pt x="11295" y="18333"/>
                    <a:pt x="11368" y="18249"/>
                    <a:pt x="11494" y="18221"/>
                  </a:cubicBezTo>
                  <a:cubicBezTo>
                    <a:pt x="11619" y="18193"/>
                    <a:pt x="11587" y="17956"/>
                    <a:pt x="11421" y="17872"/>
                  </a:cubicBezTo>
                  <a:cubicBezTo>
                    <a:pt x="11254" y="17789"/>
                    <a:pt x="11306" y="17538"/>
                    <a:pt x="11473" y="17691"/>
                  </a:cubicBezTo>
                  <a:cubicBezTo>
                    <a:pt x="11639" y="17844"/>
                    <a:pt x="11765" y="17733"/>
                    <a:pt x="11671" y="17565"/>
                  </a:cubicBezTo>
                  <a:cubicBezTo>
                    <a:pt x="11577" y="17398"/>
                    <a:pt x="11785" y="17314"/>
                    <a:pt x="12004" y="17286"/>
                  </a:cubicBezTo>
                  <a:cubicBezTo>
                    <a:pt x="12224" y="17258"/>
                    <a:pt x="12338" y="17105"/>
                    <a:pt x="12297" y="16881"/>
                  </a:cubicBezTo>
                  <a:cubicBezTo>
                    <a:pt x="12255" y="16659"/>
                    <a:pt x="12547" y="16672"/>
                    <a:pt x="12474" y="16868"/>
                  </a:cubicBezTo>
                  <a:cubicBezTo>
                    <a:pt x="12401" y="17063"/>
                    <a:pt x="12443" y="17258"/>
                    <a:pt x="12547" y="17119"/>
                  </a:cubicBezTo>
                  <a:cubicBezTo>
                    <a:pt x="12651" y="16979"/>
                    <a:pt x="12849" y="17077"/>
                    <a:pt x="13204" y="16937"/>
                  </a:cubicBezTo>
                  <a:cubicBezTo>
                    <a:pt x="13559" y="16798"/>
                    <a:pt x="13903" y="16407"/>
                    <a:pt x="13986" y="16031"/>
                  </a:cubicBezTo>
                  <a:cubicBezTo>
                    <a:pt x="14070" y="15654"/>
                    <a:pt x="14476" y="15696"/>
                    <a:pt x="14424" y="15445"/>
                  </a:cubicBezTo>
                  <a:cubicBezTo>
                    <a:pt x="14372" y="15193"/>
                    <a:pt x="14497" y="15096"/>
                    <a:pt x="14758" y="15263"/>
                  </a:cubicBezTo>
                  <a:cubicBezTo>
                    <a:pt x="15019" y="15431"/>
                    <a:pt x="14810" y="15152"/>
                    <a:pt x="15102" y="15152"/>
                  </a:cubicBezTo>
                  <a:cubicBezTo>
                    <a:pt x="15394" y="15152"/>
                    <a:pt x="15342" y="15012"/>
                    <a:pt x="15624" y="14998"/>
                  </a:cubicBezTo>
                  <a:cubicBezTo>
                    <a:pt x="15905" y="14984"/>
                    <a:pt x="16635" y="14817"/>
                    <a:pt x="16886" y="14538"/>
                  </a:cubicBezTo>
                  <a:cubicBezTo>
                    <a:pt x="17136" y="14258"/>
                    <a:pt x="17668" y="14021"/>
                    <a:pt x="17887" y="13840"/>
                  </a:cubicBezTo>
                  <a:cubicBezTo>
                    <a:pt x="18106" y="13658"/>
                    <a:pt x="18158" y="13505"/>
                    <a:pt x="18023" y="13603"/>
                  </a:cubicBezTo>
                  <a:cubicBezTo>
                    <a:pt x="17887" y="13700"/>
                    <a:pt x="17605" y="13714"/>
                    <a:pt x="17397" y="13644"/>
                  </a:cubicBezTo>
                  <a:cubicBezTo>
                    <a:pt x="17188" y="13575"/>
                    <a:pt x="16854" y="13337"/>
                    <a:pt x="16614" y="13519"/>
                  </a:cubicBezTo>
                  <a:cubicBezTo>
                    <a:pt x="16375" y="13700"/>
                    <a:pt x="16521" y="13254"/>
                    <a:pt x="16719" y="13212"/>
                  </a:cubicBezTo>
                  <a:cubicBezTo>
                    <a:pt x="16917" y="13170"/>
                    <a:pt x="16833" y="13045"/>
                    <a:pt x="16781" y="12765"/>
                  </a:cubicBezTo>
                  <a:cubicBezTo>
                    <a:pt x="16729" y="12486"/>
                    <a:pt x="17115" y="12668"/>
                    <a:pt x="17282" y="12988"/>
                  </a:cubicBezTo>
                  <a:cubicBezTo>
                    <a:pt x="17449" y="13310"/>
                    <a:pt x="17772" y="13449"/>
                    <a:pt x="18054" y="13337"/>
                  </a:cubicBezTo>
                  <a:cubicBezTo>
                    <a:pt x="18335" y="13226"/>
                    <a:pt x="18064" y="12919"/>
                    <a:pt x="18179" y="12710"/>
                  </a:cubicBezTo>
                  <a:cubicBezTo>
                    <a:pt x="18294" y="12500"/>
                    <a:pt x="17313" y="11845"/>
                    <a:pt x="17261" y="11621"/>
                  </a:cubicBezTo>
                  <a:cubicBezTo>
                    <a:pt x="17209" y="11398"/>
                    <a:pt x="17511" y="11552"/>
                    <a:pt x="17783" y="11705"/>
                  </a:cubicBezTo>
                  <a:cubicBezTo>
                    <a:pt x="18054" y="11858"/>
                    <a:pt x="18116" y="11412"/>
                    <a:pt x="18116" y="11217"/>
                  </a:cubicBezTo>
                  <a:cubicBezTo>
                    <a:pt x="18116" y="11021"/>
                    <a:pt x="17532" y="11007"/>
                    <a:pt x="17272" y="11203"/>
                  </a:cubicBezTo>
                  <a:cubicBezTo>
                    <a:pt x="17011" y="11398"/>
                    <a:pt x="16760" y="10951"/>
                    <a:pt x="17115" y="10896"/>
                  </a:cubicBezTo>
                  <a:cubicBezTo>
                    <a:pt x="17470" y="10840"/>
                    <a:pt x="17146" y="10644"/>
                    <a:pt x="17251" y="10505"/>
                  </a:cubicBezTo>
                  <a:cubicBezTo>
                    <a:pt x="17355" y="10365"/>
                    <a:pt x="17803" y="10910"/>
                    <a:pt x="18033" y="10812"/>
                  </a:cubicBezTo>
                  <a:cubicBezTo>
                    <a:pt x="18263" y="10714"/>
                    <a:pt x="18429" y="10826"/>
                    <a:pt x="18628" y="10617"/>
                  </a:cubicBezTo>
                  <a:cubicBezTo>
                    <a:pt x="18826" y="10407"/>
                    <a:pt x="18273" y="10212"/>
                    <a:pt x="18158" y="10030"/>
                  </a:cubicBezTo>
                  <a:cubicBezTo>
                    <a:pt x="18043" y="9849"/>
                    <a:pt x="18732" y="9919"/>
                    <a:pt x="18940" y="9933"/>
                  </a:cubicBezTo>
                  <a:cubicBezTo>
                    <a:pt x="19149" y="9947"/>
                    <a:pt x="19201" y="9528"/>
                    <a:pt x="19034" y="9612"/>
                  </a:cubicBezTo>
                  <a:cubicBezTo>
                    <a:pt x="18867" y="9696"/>
                    <a:pt x="18273" y="9333"/>
                    <a:pt x="18398" y="9082"/>
                  </a:cubicBezTo>
                  <a:cubicBezTo>
                    <a:pt x="18523" y="8831"/>
                    <a:pt x="18753" y="9124"/>
                    <a:pt x="19013" y="8942"/>
                  </a:cubicBezTo>
                  <a:cubicBezTo>
                    <a:pt x="19274" y="8761"/>
                    <a:pt x="19034" y="8077"/>
                    <a:pt x="18846" y="8077"/>
                  </a:cubicBezTo>
                  <a:cubicBezTo>
                    <a:pt x="18659" y="8077"/>
                    <a:pt x="18221" y="7993"/>
                    <a:pt x="18221" y="7868"/>
                  </a:cubicBezTo>
                  <a:cubicBezTo>
                    <a:pt x="18221" y="7742"/>
                    <a:pt x="17856" y="7630"/>
                    <a:pt x="17960" y="7505"/>
                  </a:cubicBezTo>
                  <a:cubicBezTo>
                    <a:pt x="18064" y="7379"/>
                    <a:pt x="18200" y="7659"/>
                    <a:pt x="18440" y="7421"/>
                  </a:cubicBezTo>
                  <a:cubicBezTo>
                    <a:pt x="18680" y="7184"/>
                    <a:pt x="19180" y="7477"/>
                    <a:pt x="19399" y="7421"/>
                  </a:cubicBezTo>
                  <a:cubicBezTo>
                    <a:pt x="19618" y="7366"/>
                    <a:pt x="19305" y="6821"/>
                    <a:pt x="19180" y="6919"/>
                  </a:cubicBezTo>
                  <a:cubicBezTo>
                    <a:pt x="19055" y="7017"/>
                    <a:pt x="18628" y="7044"/>
                    <a:pt x="18596" y="6751"/>
                  </a:cubicBezTo>
                  <a:cubicBezTo>
                    <a:pt x="18565" y="6458"/>
                    <a:pt x="19003" y="6751"/>
                    <a:pt x="19076" y="6612"/>
                  </a:cubicBezTo>
                  <a:cubicBezTo>
                    <a:pt x="19149" y="6472"/>
                    <a:pt x="18471" y="6110"/>
                    <a:pt x="18367" y="6403"/>
                  </a:cubicBezTo>
                  <a:cubicBezTo>
                    <a:pt x="18262" y="6696"/>
                    <a:pt x="17887" y="6598"/>
                    <a:pt x="18085" y="6430"/>
                  </a:cubicBezTo>
                  <a:cubicBezTo>
                    <a:pt x="18283" y="6263"/>
                    <a:pt x="18325" y="5789"/>
                    <a:pt x="18304" y="5551"/>
                  </a:cubicBezTo>
                  <a:cubicBezTo>
                    <a:pt x="18283" y="5314"/>
                    <a:pt x="19014" y="5300"/>
                    <a:pt x="18930" y="4910"/>
                  </a:cubicBezTo>
                  <a:cubicBezTo>
                    <a:pt x="18846" y="4519"/>
                    <a:pt x="19274" y="4435"/>
                    <a:pt x="19514" y="4435"/>
                  </a:cubicBezTo>
                  <a:cubicBezTo>
                    <a:pt x="19754" y="4435"/>
                    <a:pt x="19504" y="4017"/>
                    <a:pt x="19274" y="4059"/>
                  </a:cubicBezTo>
                  <a:cubicBezTo>
                    <a:pt x="19045" y="4100"/>
                    <a:pt x="18805" y="4449"/>
                    <a:pt x="18690" y="4310"/>
                  </a:cubicBezTo>
                  <a:cubicBezTo>
                    <a:pt x="18575" y="4170"/>
                    <a:pt x="18961" y="3919"/>
                    <a:pt x="19170" y="3919"/>
                  </a:cubicBezTo>
                  <a:cubicBezTo>
                    <a:pt x="19378" y="3919"/>
                    <a:pt x="19879" y="3891"/>
                    <a:pt x="20056" y="3751"/>
                  </a:cubicBezTo>
                  <a:cubicBezTo>
                    <a:pt x="20234" y="3612"/>
                    <a:pt x="19743" y="3486"/>
                    <a:pt x="19410" y="3542"/>
                  </a:cubicBezTo>
                  <a:cubicBezTo>
                    <a:pt x="19076" y="3598"/>
                    <a:pt x="19076" y="3403"/>
                    <a:pt x="19577" y="3389"/>
                  </a:cubicBezTo>
                  <a:cubicBezTo>
                    <a:pt x="20077" y="3375"/>
                    <a:pt x="19994" y="3235"/>
                    <a:pt x="20348" y="3180"/>
                  </a:cubicBezTo>
                  <a:cubicBezTo>
                    <a:pt x="20703" y="3124"/>
                    <a:pt x="20588" y="2928"/>
                    <a:pt x="20807" y="2914"/>
                  </a:cubicBezTo>
                  <a:cubicBezTo>
                    <a:pt x="21026" y="2900"/>
                    <a:pt x="21600" y="2579"/>
                    <a:pt x="21600" y="2426"/>
                  </a:cubicBezTo>
                  <a:cubicBezTo>
                    <a:pt x="21600" y="2272"/>
                    <a:pt x="20776" y="1966"/>
                    <a:pt x="20390" y="196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1" name="Shape 3357"/>
            <p:cNvSpPr/>
            <p:nvPr/>
          </p:nvSpPr>
          <p:spPr>
            <a:xfrm>
              <a:off x="7849270" y="10518818"/>
              <a:ext cx="121950" cy="74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089" h="15201" extrusionOk="0">
                  <a:moveTo>
                    <a:pt x="7" y="572"/>
                  </a:moveTo>
                  <a:cubicBezTo>
                    <a:pt x="773" y="5320"/>
                    <a:pt x="4240" y="3209"/>
                    <a:pt x="7703" y="7431"/>
                  </a:cubicBezTo>
                  <a:cubicBezTo>
                    <a:pt x="11167" y="11653"/>
                    <a:pt x="14249" y="19547"/>
                    <a:pt x="17712" y="12178"/>
                  </a:cubicBezTo>
                  <a:cubicBezTo>
                    <a:pt x="21178" y="4794"/>
                    <a:pt x="-422" y="-2053"/>
                    <a:pt x="7" y="5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2" name="Shape 3358"/>
            <p:cNvSpPr/>
            <p:nvPr/>
          </p:nvSpPr>
          <p:spPr>
            <a:xfrm>
              <a:off x="2091810" y="59766"/>
              <a:ext cx="4849634" cy="3752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9" h="21425" extrusionOk="0">
                  <a:moveTo>
                    <a:pt x="51" y="18246"/>
                  </a:moveTo>
                  <a:cubicBezTo>
                    <a:pt x="-160" y="18391"/>
                    <a:pt x="348" y="19084"/>
                    <a:pt x="453" y="18997"/>
                  </a:cubicBezTo>
                  <a:cubicBezTo>
                    <a:pt x="526" y="18938"/>
                    <a:pt x="328" y="18647"/>
                    <a:pt x="328" y="18468"/>
                  </a:cubicBezTo>
                  <a:cubicBezTo>
                    <a:pt x="328" y="18289"/>
                    <a:pt x="262" y="18101"/>
                    <a:pt x="51" y="18246"/>
                  </a:cubicBezTo>
                  <a:close/>
                  <a:moveTo>
                    <a:pt x="21252" y="21036"/>
                  </a:moveTo>
                  <a:cubicBezTo>
                    <a:pt x="21205" y="21148"/>
                    <a:pt x="21135" y="20955"/>
                    <a:pt x="21237" y="20854"/>
                  </a:cubicBezTo>
                  <a:cubicBezTo>
                    <a:pt x="21338" y="20753"/>
                    <a:pt x="21221" y="20712"/>
                    <a:pt x="21127" y="20773"/>
                  </a:cubicBezTo>
                  <a:cubicBezTo>
                    <a:pt x="21033" y="20834"/>
                    <a:pt x="21057" y="20500"/>
                    <a:pt x="21143" y="20439"/>
                  </a:cubicBezTo>
                  <a:cubicBezTo>
                    <a:pt x="21229" y="20378"/>
                    <a:pt x="20932" y="20257"/>
                    <a:pt x="20932" y="20368"/>
                  </a:cubicBezTo>
                  <a:cubicBezTo>
                    <a:pt x="20932" y="20480"/>
                    <a:pt x="20720" y="20409"/>
                    <a:pt x="20697" y="20307"/>
                  </a:cubicBezTo>
                  <a:cubicBezTo>
                    <a:pt x="20674" y="20206"/>
                    <a:pt x="20525" y="20176"/>
                    <a:pt x="20580" y="20105"/>
                  </a:cubicBezTo>
                  <a:cubicBezTo>
                    <a:pt x="20634" y="20034"/>
                    <a:pt x="20400" y="19994"/>
                    <a:pt x="20376" y="20115"/>
                  </a:cubicBezTo>
                  <a:cubicBezTo>
                    <a:pt x="20353" y="20236"/>
                    <a:pt x="20283" y="20034"/>
                    <a:pt x="20400" y="19872"/>
                  </a:cubicBezTo>
                  <a:cubicBezTo>
                    <a:pt x="20517" y="19710"/>
                    <a:pt x="20478" y="19568"/>
                    <a:pt x="20588" y="19487"/>
                  </a:cubicBezTo>
                  <a:cubicBezTo>
                    <a:pt x="20697" y="19406"/>
                    <a:pt x="20580" y="19315"/>
                    <a:pt x="20462" y="19376"/>
                  </a:cubicBezTo>
                  <a:cubicBezTo>
                    <a:pt x="20345" y="19437"/>
                    <a:pt x="20032" y="19994"/>
                    <a:pt x="20032" y="20145"/>
                  </a:cubicBezTo>
                  <a:cubicBezTo>
                    <a:pt x="20032" y="20297"/>
                    <a:pt x="20024" y="20480"/>
                    <a:pt x="19915" y="20469"/>
                  </a:cubicBezTo>
                  <a:cubicBezTo>
                    <a:pt x="19806" y="20459"/>
                    <a:pt x="19681" y="20591"/>
                    <a:pt x="19767" y="20672"/>
                  </a:cubicBezTo>
                  <a:cubicBezTo>
                    <a:pt x="19852" y="20753"/>
                    <a:pt x="19539" y="20983"/>
                    <a:pt x="19688" y="21087"/>
                  </a:cubicBezTo>
                  <a:cubicBezTo>
                    <a:pt x="19790" y="21158"/>
                    <a:pt x="19954" y="21056"/>
                    <a:pt x="20095" y="21077"/>
                  </a:cubicBezTo>
                  <a:cubicBezTo>
                    <a:pt x="20236" y="21097"/>
                    <a:pt x="20353" y="21107"/>
                    <a:pt x="20470" y="20996"/>
                  </a:cubicBezTo>
                  <a:cubicBezTo>
                    <a:pt x="20588" y="20884"/>
                    <a:pt x="20588" y="21097"/>
                    <a:pt x="20713" y="21077"/>
                  </a:cubicBezTo>
                  <a:cubicBezTo>
                    <a:pt x="20838" y="21056"/>
                    <a:pt x="20642" y="21208"/>
                    <a:pt x="20650" y="21320"/>
                  </a:cubicBezTo>
                  <a:cubicBezTo>
                    <a:pt x="20658" y="21431"/>
                    <a:pt x="20783" y="21259"/>
                    <a:pt x="20877" y="21198"/>
                  </a:cubicBezTo>
                  <a:cubicBezTo>
                    <a:pt x="20971" y="21137"/>
                    <a:pt x="21088" y="21198"/>
                    <a:pt x="21041" y="21300"/>
                  </a:cubicBezTo>
                  <a:cubicBezTo>
                    <a:pt x="20994" y="21401"/>
                    <a:pt x="21299" y="21502"/>
                    <a:pt x="21370" y="21340"/>
                  </a:cubicBezTo>
                  <a:cubicBezTo>
                    <a:pt x="21440" y="21178"/>
                    <a:pt x="21299" y="20925"/>
                    <a:pt x="21252" y="21036"/>
                  </a:cubicBezTo>
                  <a:close/>
                  <a:moveTo>
                    <a:pt x="18277" y="20130"/>
                  </a:moveTo>
                  <a:cubicBezTo>
                    <a:pt x="18300" y="20252"/>
                    <a:pt x="18981" y="20616"/>
                    <a:pt x="19004" y="20449"/>
                  </a:cubicBezTo>
                  <a:cubicBezTo>
                    <a:pt x="19027" y="20282"/>
                    <a:pt x="18257" y="20026"/>
                    <a:pt x="18277" y="20130"/>
                  </a:cubicBezTo>
                  <a:close/>
                  <a:moveTo>
                    <a:pt x="13878" y="7207"/>
                  </a:moveTo>
                  <a:cubicBezTo>
                    <a:pt x="13808" y="7404"/>
                    <a:pt x="14031" y="7404"/>
                    <a:pt x="14042" y="7632"/>
                  </a:cubicBezTo>
                  <a:cubicBezTo>
                    <a:pt x="14054" y="7860"/>
                    <a:pt x="14277" y="7935"/>
                    <a:pt x="14441" y="7799"/>
                  </a:cubicBezTo>
                  <a:cubicBezTo>
                    <a:pt x="14605" y="7662"/>
                    <a:pt x="15075" y="7839"/>
                    <a:pt x="15075" y="7662"/>
                  </a:cubicBezTo>
                  <a:cubicBezTo>
                    <a:pt x="15075" y="7495"/>
                    <a:pt x="14582" y="7191"/>
                    <a:pt x="14406" y="7237"/>
                  </a:cubicBezTo>
                  <a:cubicBezTo>
                    <a:pt x="14230" y="7283"/>
                    <a:pt x="13949" y="7009"/>
                    <a:pt x="13878" y="7207"/>
                  </a:cubicBezTo>
                  <a:close/>
                  <a:moveTo>
                    <a:pt x="15344" y="11155"/>
                  </a:moveTo>
                  <a:cubicBezTo>
                    <a:pt x="15485" y="11125"/>
                    <a:pt x="15459" y="10844"/>
                    <a:pt x="15380" y="10699"/>
                  </a:cubicBezTo>
                  <a:cubicBezTo>
                    <a:pt x="15321" y="10593"/>
                    <a:pt x="15168" y="10578"/>
                    <a:pt x="15040" y="10593"/>
                  </a:cubicBezTo>
                  <a:cubicBezTo>
                    <a:pt x="14910" y="10608"/>
                    <a:pt x="14688" y="10866"/>
                    <a:pt x="14805" y="11125"/>
                  </a:cubicBezTo>
                  <a:cubicBezTo>
                    <a:pt x="14922" y="11383"/>
                    <a:pt x="15204" y="11185"/>
                    <a:pt x="15344" y="11155"/>
                  </a:cubicBezTo>
                  <a:close/>
                  <a:moveTo>
                    <a:pt x="17819" y="11884"/>
                  </a:moveTo>
                  <a:cubicBezTo>
                    <a:pt x="17960" y="11899"/>
                    <a:pt x="17984" y="12127"/>
                    <a:pt x="18206" y="12370"/>
                  </a:cubicBezTo>
                  <a:cubicBezTo>
                    <a:pt x="18429" y="12613"/>
                    <a:pt x="18453" y="12446"/>
                    <a:pt x="18488" y="12279"/>
                  </a:cubicBezTo>
                  <a:cubicBezTo>
                    <a:pt x="18523" y="12112"/>
                    <a:pt x="18770" y="12248"/>
                    <a:pt x="18758" y="12081"/>
                  </a:cubicBezTo>
                  <a:cubicBezTo>
                    <a:pt x="18746" y="11914"/>
                    <a:pt x="18957" y="11717"/>
                    <a:pt x="19098" y="11641"/>
                  </a:cubicBezTo>
                  <a:cubicBezTo>
                    <a:pt x="19239" y="11565"/>
                    <a:pt x="18981" y="11383"/>
                    <a:pt x="18793" y="11398"/>
                  </a:cubicBezTo>
                  <a:cubicBezTo>
                    <a:pt x="18605" y="11413"/>
                    <a:pt x="18570" y="11246"/>
                    <a:pt x="18570" y="11140"/>
                  </a:cubicBezTo>
                  <a:cubicBezTo>
                    <a:pt x="18570" y="11034"/>
                    <a:pt x="18218" y="10775"/>
                    <a:pt x="18101" y="10821"/>
                  </a:cubicBezTo>
                  <a:cubicBezTo>
                    <a:pt x="17984" y="10866"/>
                    <a:pt x="17784" y="10624"/>
                    <a:pt x="17632" y="10608"/>
                  </a:cubicBezTo>
                  <a:cubicBezTo>
                    <a:pt x="17479" y="10593"/>
                    <a:pt x="17256" y="10441"/>
                    <a:pt x="17280" y="10229"/>
                  </a:cubicBezTo>
                  <a:cubicBezTo>
                    <a:pt x="17303" y="10016"/>
                    <a:pt x="17585" y="10289"/>
                    <a:pt x="17643" y="10122"/>
                  </a:cubicBezTo>
                  <a:cubicBezTo>
                    <a:pt x="17702" y="9955"/>
                    <a:pt x="17350" y="10046"/>
                    <a:pt x="17338" y="9925"/>
                  </a:cubicBezTo>
                  <a:cubicBezTo>
                    <a:pt x="17327" y="9803"/>
                    <a:pt x="17421" y="9849"/>
                    <a:pt x="17491" y="9773"/>
                  </a:cubicBezTo>
                  <a:cubicBezTo>
                    <a:pt x="17561" y="9697"/>
                    <a:pt x="17432" y="9545"/>
                    <a:pt x="17350" y="9484"/>
                  </a:cubicBezTo>
                  <a:cubicBezTo>
                    <a:pt x="17268" y="9424"/>
                    <a:pt x="17245" y="9606"/>
                    <a:pt x="17162" y="9606"/>
                  </a:cubicBezTo>
                  <a:cubicBezTo>
                    <a:pt x="17080" y="9606"/>
                    <a:pt x="17151" y="9439"/>
                    <a:pt x="17209" y="9333"/>
                  </a:cubicBezTo>
                  <a:cubicBezTo>
                    <a:pt x="17268" y="9226"/>
                    <a:pt x="16940" y="9105"/>
                    <a:pt x="16799" y="9166"/>
                  </a:cubicBezTo>
                  <a:cubicBezTo>
                    <a:pt x="16658" y="9226"/>
                    <a:pt x="16611" y="9120"/>
                    <a:pt x="16611" y="8999"/>
                  </a:cubicBezTo>
                  <a:cubicBezTo>
                    <a:pt x="16611" y="8877"/>
                    <a:pt x="16365" y="8999"/>
                    <a:pt x="16271" y="9090"/>
                  </a:cubicBezTo>
                  <a:cubicBezTo>
                    <a:pt x="16177" y="9181"/>
                    <a:pt x="16060" y="8999"/>
                    <a:pt x="16177" y="8983"/>
                  </a:cubicBezTo>
                  <a:cubicBezTo>
                    <a:pt x="16295" y="8968"/>
                    <a:pt x="16435" y="8847"/>
                    <a:pt x="16400" y="8710"/>
                  </a:cubicBezTo>
                  <a:cubicBezTo>
                    <a:pt x="16365" y="8573"/>
                    <a:pt x="16060" y="8558"/>
                    <a:pt x="16001" y="8725"/>
                  </a:cubicBezTo>
                  <a:cubicBezTo>
                    <a:pt x="15943" y="8892"/>
                    <a:pt x="15696" y="8543"/>
                    <a:pt x="15696" y="8406"/>
                  </a:cubicBezTo>
                  <a:cubicBezTo>
                    <a:pt x="15696" y="8270"/>
                    <a:pt x="15321" y="8391"/>
                    <a:pt x="15368" y="8163"/>
                  </a:cubicBezTo>
                  <a:cubicBezTo>
                    <a:pt x="15415" y="7935"/>
                    <a:pt x="14934" y="7875"/>
                    <a:pt x="14805" y="7875"/>
                  </a:cubicBezTo>
                  <a:cubicBezTo>
                    <a:pt x="14676" y="7875"/>
                    <a:pt x="14488" y="8011"/>
                    <a:pt x="14512" y="8163"/>
                  </a:cubicBezTo>
                  <a:cubicBezTo>
                    <a:pt x="14535" y="8315"/>
                    <a:pt x="14371" y="8254"/>
                    <a:pt x="14347" y="8087"/>
                  </a:cubicBezTo>
                  <a:cubicBezTo>
                    <a:pt x="14324" y="7920"/>
                    <a:pt x="14007" y="8270"/>
                    <a:pt x="13913" y="8270"/>
                  </a:cubicBezTo>
                  <a:cubicBezTo>
                    <a:pt x="13820" y="8270"/>
                    <a:pt x="13972" y="7829"/>
                    <a:pt x="13925" y="7693"/>
                  </a:cubicBezTo>
                  <a:cubicBezTo>
                    <a:pt x="13878" y="7556"/>
                    <a:pt x="13808" y="7510"/>
                    <a:pt x="13738" y="7283"/>
                  </a:cubicBezTo>
                  <a:cubicBezTo>
                    <a:pt x="13667" y="7055"/>
                    <a:pt x="13315" y="7146"/>
                    <a:pt x="13221" y="7283"/>
                  </a:cubicBezTo>
                  <a:cubicBezTo>
                    <a:pt x="13128" y="7419"/>
                    <a:pt x="12823" y="7358"/>
                    <a:pt x="12658" y="7571"/>
                  </a:cubicBezTo>
                  <a:cubicBezTo>
                    <a:pt x="12494" y="7784"/>
                    <a:pt x="12670" y="7996"/>
                    <a:pt x="12741" y="8072"/>
                  </a:cubicBezTo>
                  <a:cubicBezTo>
                    <a:pt x="12811" y="8148"/>
                    <a:pt x="12494" y="8270"/>
                    <a:pt x="12600" y="8391"/>
                  </a:cubicBezTo>
                  <a:cubicBezTo>
                    <a:pt x="12705" y="8513"/>
                    <a:pt x="12870" y="8452"/>
                    <a:pt x="12881" y="8649"/>
                  </a:cubicBezTo>
                  <a:cubicBezTo>
                    <a:pt x="12893" y="8847"/>
                    <a:pt x="12494" y="8589"/>
                    <a:pt x="12436" y="8421"/>
                  </a:cubicBezTo>
                  <a:cubicBezTo>
                    <a:pt x="12377" y="8254"/>
                    <a:pt x="12459" y="8103"/>
                    <a:pt x="12377" y="7981"/>
                  </a:cubicBezTo>
                  <a:cubicBezTo>
                    <a:pt x="12295" y="7860"/>
                    <a:pt x="12365" y="7708"/>
                    <a:pt x="12518" y="7495"/>
                  </a:cubicBezTo>
                  <a:cubicBezTo>
                    <a:pt x="12670" y="7283"/>
                    <a:pt x="12787" y="7313"/>
                    <a:pt x="12787" y="7191"/>
                  </a:cubicBezTo>
                  <a:cubicBezTo>
                    <a:pt x="12787" y="7070"/>
                    <a:pt x="12131" y="7070"/>
                    <a:pt x="11744" y="7525"/>
                  </a:cubicBezTo>
                  <a:cubicBezTo>
                    <a:pt x="11356" y="7981"/>
                    <a:pt x="11474" y="8589"/>
                    <a:pt x="11497" y="8710"/>
                  </a:cubicBezTo>
                  <a:cubicBezTo>
                    <a:pt x="11521" y="8831"/>
                    <a:pt x="11861" y="8771"/>
                    <a:pt x="12060" y="8847"/>
                  </a:cubicBezTo>
                  <a:cubicBezTo>
                    <a:pt x="12260" y="8923"/>
                    <a:pt x="12154" y="9029"/>
                    <a:pt x="12002" y="8999"/>
                  </a:cubicBezTo>
                  <a:cubicBezTo>
                    <a:pt x="11849" y="8968"/>
                    <a:pt x="11591" y="8907"/>
                    <a:pt x="11603" y="9044"/>
                  </a:cubicBezTo>
                  <a:cubicBezTo>
                    <a:pt x="11614" y="9181"/>
                    <a:pt x="11931" y="9439"/>
                    <a:pt x="12119" y="9378"/>
                  </a:cubicBezTo>
                  <a:cubicBezTo>
                    <a:pt x="12307" y="9317"/>
                    <a:pt x="12307" y="9317"/>
                    <a:pt x="12389" y="9454"/>
                  </a:cubicBezTo>
                  <a:cubicBezTo>
                    <a:pt x="12471" y="9591"/>
                    <a:pt x="12694" y="9545"/>
                    <a:pt x="12916" y="9561"/>
                  </a:cubicBezTo>
                  <a:cubicBezTo>
                    <a:pt x="13139" y="9576"/>
                    <a:pt x="13397" y="9682"/>
                    <a:pt x="13503" y="9697"/>
                  </a:cubicBezTo>
                  <a:cubicBezTo>
                    <a:pt x="13608" y="9712"/>
                    <a:pt x="13738" y="9621"/>
                    <a:pt x="13773" y="9545"/>
                  </a:cubicBezTo>
                  <a:cubicBezTo>
                    <a:pt x="13808" y="9469"/>
                    <a:pt x="14242" y="9667"/>
                    <a:pt x="14371" y="9652"/>
                  </a:cubicBezTo>
                  <a:cubicBezTo>
                    <a:pt x="14500" y="9636"/>
                    <a:pt x="14418" y="9484"/>
                    <a:pt x="14336" y="9439"/>
                  </a:cubicBezTo>
                  <a:cubicBezTo>
                    <a:pt x="14254" y="9393"/>
                    <a:pt x="14289" y="9196"/>
                    <a:pt x="14394" y="9272"/>
                  </a:cubicBezTo>
                  <a:cubicBezTo>
                    <a:pt x="14500" y="9348"/>
                    <a:pt x="14676" y="9393"/>
                    <a:pt x="14711" y="9530"/>
                  </a:cubicBezTo>
                  <a:cubicBezTo>
                    <a:pt x="14741" y="9646"/>
                    <a:pt x="14840" y="9591"/>
                    <a:pt x="14852" y="9697"/>
                  </a:cubicBezTo>
                  <a:cubicBezTo>
                    <a:pt x="14864" y="9803"/>
                    <a:pt x="15239" y="9925"/>
                    <a:pt x="15251" y="10046"/>
                  </a:cubicBezTo>
                  <a:cubicBezTo>
                    <a:pt x="15262" y="10168"/>
                    <a:pt x="14887" y="10229"/>
                    <a:pt x="14993" y="10335"/>
                  </a:cubicBezTo>
                  <a:cubicBezTo>
                    <a:pt x="15098" y="10441"/>
                    <a:pt x="15262" y="10198"/>
                    <a:pt x="15403" y="10183"/>
                  </a:cubicBezTo>
                  <a:cubicBezTo>
                    <a:pt x="15544" y="10168"/>
                    <a:pt x="15544" y="10578"/>
                    <a:pt x="15649" y="10517"/>
                  </a:cubicBezTo>
                  <a:cubicBezTo>
                    <a:pt x="15793" y="10434"/>
                    <a:pt x="15907" y="10593"/>
                    <a:pt x="16048" y="10851"/>
                  </a:cubicBezTo>
                  <a:cubicBezTo>
                    <a:pt x="16189" y="11110"/>
                    <a:pt x="16037" y="11352"/>
                    <a:pt x="16048" y="11443"/>
                  </a:cubicBezTo>
                  <a:cubicBezTo>
                    <a:pt x="16060" y="11535"/>
                    <a:pt x="16330" y="11504"/>
                    <a:pt x="16482" y="11398"/>
                  </a:cubicBezTo>
                  <a:cubicBezTo>
                    <a:pt x="16635" y="11292"/>
                    <a:pt x="16775" y="11519"/>
                    <a:pt x="16893" y="11656"/>
                  </a:cubicBezTo>
                  <a:cubicBezTo>
                    <a:pt x="17010" y="11793"/>
                    <a:pt x="16459" y="12021"/>
                    <a:pt x="16506" y="11899"/>
                  </a:cubicBezTo>
                  <a:cubicBezTo>
                    <a:pt x="16553" y="11778"/>
                    <a:pt x="16177" y="11413"/>
                    <a:pt x="15837" y="11580"/>
                  </a:cubicBezTo>
                  <a:cubicBezTo>
                    <a:pt x="15497" y="11747"/>
                    <a:pt x="15732" y="12005"/>
                    <a:pt x="15767" y="12157"/>
                  </a:cubicBezTo>
                  <a:cubicBezTo>
                    <a:pt x="15802" y="12309"/>
                    <a:pt x="15462" y="12461"/>
                    <a:pt x="15145" y="12324"/>
                  </a:cubicBezTo>
                  <a:cubicBezTo>
                    <a:pt x="14828" y="12188"/>
                    <a:pt x="14922" y="12415"/>
                    <a:pt x="14793" y="12415"/>
                  </a:cubicBezTo>
                  <a:cubicBezTo>
                    <a:pt x="14664" y="12415"/>
                    <a:pt x="14523" y="12673"/>
                    <a:pt x="14641" y="12841"/>
                  </a:cubicBezTo>
                  <a:cubicBezTo>
                    <a:pt x="14758" y="13008"/>
                    <a:pt x="15016" y="12856"/>
                    <a:pt x="15227" y="12871"/>
                  </a:cubicBezTo>
                  <a:cubicBezTo>
                    <a:pt x="15438" y="12886"/>
                    <a:pt x="15462" y="12962"/>
                    <a:pt x="15485" y="12810"/>
                  </a:cubicBezTo>
                  <a:cubicBezTo>
                    <a:pt x="15509" y="12658"/>
                    <a:pt x="15732" y="12734"/>
                    <a:pt x="15884" y="12780"/>
                  </a:cubicBezTo>
                  <a:cubicBezTo>
                    <a:pt x="16037" y="12825"/>
                    <a:pt x="16001" y="13099"/>
                    <a:pt x="16189" y="13129"/>
                  </a:cubicBezTo>
                  <a:cubicBezTo>
                    <a:pt x="16377" y="13159"/>
                    <a:pt x="16224" y="13403"/>
                    <a:pt x="16341" y="13570"/>
                  </a:cubicBezTo>
                  <a:cubicBezTo>
                    <a:pt x="16459" y="13737"/>
                    <a:pt x="16834" y="13646"/>
                    <a:pt x="16975" y="13828"/>
                  </a:cubicBezTo>
                  <a:cubicBezTo>
                    <a:pt x="17116" y="14010"/>
                    <a:pt x="17712" y="14373"/>
                    <a:pt x="17796" y="14238"/>
                  </a:cubicBezTo>
                  <a:cubicBezTo>
                    <a:pt x="17890" y="14086"/>
                    <a:pt x="17280" y="13387"/>
                    <a:pt x="17104" y="13327"/>
                  </a:cubicBezTo>
                  <a:cubicBezTo>
                    <a:pt x="16928" y="13266"/>
                    <a:pt x="17280" y="13190"/>
                    <a:pt x="17503" y="13418"/>
                  </a:cubicBezTo>
                  <a:cubicBezTo>
                    <a:pt x="17726" y="13646"/>
                    <a:pt x="18054" y="13752"/>
                    <a:pt x="18218" y="13478"/>
                  </a:cubicBezTo>
                  <a:cubicBezTo>
                    <a:pt x="18382" y="13205"/>
                    <a:pt x="18077" y="13281"/>
                    <a:pt x="18077" y="13084"/>
                  </a:cubicBezTo>
                  <a:cubicBezTo>
                    <a:pt x="18077" y="12886"/>
                    <a:pt x="17972" y="12613"/>
                    <a:pt x="17808" y="12613"/>
                  </a:cubicBezTo>
                  <a:cubicBezTo>
                    <a:pt x="17643" y="12613"/>
                    <a:pt x="17221" y="12188"/>
                    <a:pt x="17374" y="12097"/>
                  </a:cubicBezTo>
                  <a:cubicBezTo>
                    <a:pt x="17526" y="12005"/>
                    <a:pt x="17327" y="11884"/>
                    <a:pt x="17444" y="11717"/>
                  </a:cubicBezTo>
                  <a:cubicBezTo>
                    <a:pt x="17561" y="11550"/>
                    <a:pt x="17679" y="11869"/>
                    <a:pt x="17819" y="11884"/>
                  </a:cubicBezTo>
                  <a:close/>
                  <a:moveTo>
                    <a:pt x="13984" y="13220"/>
                  </a:moveTo>
                  <a:cubicBezTo>
                    <a:pt x="14007" y="13068"/>
                    <a:pt x="13597" y="13008"/>
                    <a:pt x="13620" y="12841"/>
                  </a:cubicBezTo>
                  <a:cubicBezTo>
                    <a:pt x="13644" y="12673"/>
                    <a:pt x="13233" y="12537"/>
                    <a:pt x="13104" y="12446"/>
                  </a:cubicBezTo>
                  <a:cubicBezTo>
                    <a:pt x="12975" y="12355"/>
                    <a:pt x="12776" y="12309"/>
                    <a:pt x="12776" y="12127"/>
                  </a:cubicBezTo>
                  <a:cubicBezTo>
                    <a:pt x="12776" y="11945"/>
                    <a:pt x="12494" y="12081"/>
                    <a:pt x="12482" y="12355"/>
                  </a:cubicBezTo>
                  <a:cubicBezTo>
                    <a:pt x="12471" y="12628"/>
                    <a:pt x="12353" y="12567"/>
                    <a:pt x="12412" y="12825"/>
                  </a:cubicBezTo>
                  <a:cubicBezTo>
                    <a:pt x="12471" y="13084"/>
                    <a:pt x="12154" y="13144"/>
                    <a:pt x="12189" y="13281"/>
                  </a:cubicBezTo>
                  <a:cubicBezTo>
                    <a:pt x="12224" y="13418"/>
                    <a:pt x="12377" y="13266"/>
                    <a:pt x="12518" y="13266"/>
                  </a:cubicBezTo>
                  <a:cubicBezTo>
                    <a:pt x="12658" y="13266"/>
                    <a:pt x="12480" y="13520"/>
                    <a:pt x="12658" y="13539"/>
                  </a:cubicBezTo>
                  <a:cubicBezTo>
                    <a:pt x="12799" y="13554"/>
                    <a:pt x="13045" y="13342"/>
                    <a:pt x="13104" y="13220"/>
                  </a:cubicBezTo>
                  <a:cubicBezTo>
                    <a:pt x="13163" y="13099"/>
                    <a:pt x="13280" y="13053"/>
                    <a:pt x="13444" y="13205"/>
                  </a:cubicBezTo>
                  <a:cubicBezTo>
                    <a:pt x="13608" y="13357"/>
                    <a:pt x="13960" y="13372"/>
                    <a:pt x="13984" y="13220"/>
                  </a:cubicBezTo>
                  <a:close/>
                  <a:moveTo>
                    <a:pt x="13139" y="14056"/>
                  </a:moveTo>
                  <a:cubicBezTo>
                    <a:pt x="13327" y="14208"/>
                    <a:pt x="13608" y="13797"/>
                    <a:pt x="13585" y="13676"/>
                  </a:cubicBezTo>
                  <a:cubicBezTo>
                    <a:pt x="13562" y="13554"/>
                    <a:pt x="12913" y="13872"/>
                    <a:pt x="13139" y="14056"/>
                  </a:cubicBezTo>
                  <a:close/>
                  <a:moveTo>
                    <a:pt x="14171" y="14390"/>
                  </a:moveTo>
                  <a:cubicBezTo>
                    <a:pt x="14254" y="14375"/>
                    <a:pt x="14418" y="13995"/>
                    <a:pt x="14207" y="14010"/>
                  </a:cubicBezTo>
                  <a:cubicBezTo>
                    <a:pt x="13996" y="14025"/>
                    <a:pt x="14044" y="14413"/>
                    <a:pt x="14171" y="14390"/>
                  </a:cubicBezTo>
                  <a:close/>
                  <a:moveTo>
                    <a:pt x="11216" y="1284"/>
                  </a:moveTo>
                  <a:cubicBezTo>
                    <a:pt x="11380" y="1147"/>
                    <a:pt x="11509" y="1238"/>
                    <a:pt x="11368" y="1330"/>
                  </a:cubicBezTo>
                  <a:cubicBezTo>
                    <a:pt x="11227" y="1421"/>
                    <a:pt x="11274" y="1481"/>
                    <a:pt x="11474" y="1466"/>
                  </a:cubicBezTo>
                  <a:cubicBezTo>
                    <a:pt x="11673" y="1451"/>
                    <a:pt x="11392" y="1542"/>
                    <a:pt x="11392" y="1694"/>
                  </a:cubicBezTo>
                  <a:cubicBezTo>
                    <a:pt x="11392" y="1846"/>
                    <a:pt x="11626" y="1755"/>
                    <a:pt x="11638" y="1907"/>
                  </a:cubicBezTo>
                  <a:cubicBezTo>
                    <a:pt x="11650" y="2058"/>
                    <a:pt x="12154" y="2119"/>
                    <a:pt x="12307" y="1937"/>
                  </a:cubicBezTo>
                  <a:cubicBezTo>
                    <a:pt x="12459" y="1755"/>
                    <a:pt x="12400" y="1982"/>
                    <a:pt x="12389" y="2104"/>
                  </a:cubicBezTo>
                  <a:cubicBezTo>
                    <a:pt x="12377" y="2225"/>
                    <a:pt x="13104" y="2332"/>
                    <a:pt x="13139" y="2180"/>
                  </a:cubicBezTo>
                  <a:cubicBezTo>
                    <a:pt x="13174" y="2028"/>
                    <a:pt x="13280" y="2089"/>
                    <a:pt x="13421" y="2134"/>
                  </a:cubicBezTo>
                  <a:cubicBezTo>
                    <a:pt x="13562" y="2180"/>
                    <a:pt x="14254" y="1967"/>
                    <a:pt x="14265" y="1785"/>
                  </a:cubicBezTo>
                  <a:cubicBezTo>
                    <a:pt x="14277" y="1603"/>
                    <a:pt x="14488" y="1876"/>
                    <a:pt x="14265" y="2074"/>
                  </a:cubicBezTo>
                  <a:cubicBezTo>
                    <a:pt x="14042" y="2271"/>
                    <a:pt x="13597" y="2241"/>
                    <a:pt x="13397" y="2317"/>
                  </a:cubicBezTo>
                  <a:cubicBezTo>
                    <a:pt x="13198" y="2393"/>
                    <a:pt x="13526" y="2575"/>
                    <a:pt x="13726" y="2772"/>
                  </a:cubicBezTo>
                  <a:cubicBezTo>
                    <a:pt x="13925" y="2970"/>
                    <a:pt x="13468" y="2863"/>
                    <a:pt x="13280" y="2605"/>
                  </a:cubicBezTo>
                  <a:cubicBezTo>
                    <a:pt x="13092" y="2347"/>
                    <a:pt x="12670" y="2347"/>
                    <a:pt x="12447" y="2362"/>
                  </a:cubicBezTo>
                  <a:cubicBezTo>
                    <a:pt x="12224" y="2377"/>
                    <a:pt x="12295" y="2909"/>
                    <a:pt x="12459" y="2909"/>
                  </a:cubicBezTo>
                  <a:cubicBezTo>
                    <a:pt x="12623" y="2909"/>
                    <a:pt x="12787" y="2985"/>
                    <a:pt x="12952" y="3319"/>
                  </a:cubicBezTo>
                  <a:cubicBezTo>
                    <a:pt x="13116" y="3653"/>
                    <a:pt x="13468" y="3577"/>
                    <a:pt x="13468" y="3729"/>
                  </a:cubicBezTo>
                  <a:cubicBezTo>
                    <a:pt x="13468" y="3881"/>
                    <a:pt x="13010" y="3607"/>
                    <a:pt x="12752" y="3547"/>
                  </a:cubicBezTo>
                  <a:cubicBezTo>
                    <a:pt x="12494" y="3486"/>
                    <a:pt x="12084" y="3699"/>
                    <a:pt x="12072" y="3942"/>
                  </a:cubicBezTo>
                  <a:cubicBezTo>
                    <a:pt x="12060" y="4184"/>
                    <a:pt x="12447" y="4154"/>
                    <a:pt x="12705" y="3957"/>
                  </a:cubicBezTo>
                  <a:cubicBezTo>
                    <a:pt x="12963" y="3759"/>
                    <a:pt x="12776" y="4017"/>
                    <a:pt x="12647" y="4169"/>
                  </a:cubicBezTo>
                  <a:cubicBezTo>
                    <a:pt x="12518" y="4321"/>
                    <a:pt x="12952" y="4443"/>
                    <a:pt x="12952" y="4625"/>
                  </a:cubicBezTo>
                  <a:cubicBezTo>
                    <a:pt x="12952" y="4807"/>
                    <a:pt x="12635" y="4746"/>
                    <a:pt x="12600" y="4579"/>
                  </a:cubicBezTo>
                  <a:cubicBezTo>
                    <a:pt x="12565" y="4412"/>
                    <a:pt x="12447" y="4245"/>
                    <a:pt x="12142" y="4276"/>
                  </a:cubicBezTo>
                  <a:cubicBezTo>
                    <a:pt x="11837" y="4306"/>
                    <a:pt x="11919" y="4579"/>
                    <a:pt x="12107" y="4610"/>
                  </a:cubicBezTo>
                  <a:cubicBezTo>
                    <a:pt x="12295" y="4640"/>
                    <a:pt x="12307" y="4822"/>
                    <a:pt x="12095" y="4822"/>
                  </a:cubicBezTo>
                  <a:cubicBezTo>
                    <a:pt x="11884" y="4822"/>
                    <a:pt x="11408" y="4994"/>
                    <a:pt x="11556" y="5172"/>
                  </a:cubicBezTo>
                  <a:cubicBezTo>
                    <a:pt x="11720" y="5369"/>
                    <a:pt x="12318" y="5172"/>
                    <a:pt x="12424" y="5293"/>
                  </a:cubicBezTo>
                  <a:cubicBezTo>
                    <a:pt x="12529" y="5415"/>
                    <a:pt x="12823" y="5460"/>
                    <a:pt x="12893" y="5324"/>
                  </a:cubicBezTo>
                  <a:cubicBezTo>
                    <a:pt x="12963" y="5187"/>
                    <a:pt x="13198" y="5248"/>
                    <a:pt x="13433" y="5248"/>
                  </a:cubicBezTo>
                  <a:cubicBezTo>
                    <a:pt x="13667" y="5248"/>
                    <a:pt x="13726" y="5293"/>
                    <a:pt x="13831" y="5415"/>
                  </a:cubicBezTo>
                  <a:cubicBezTo>
                    <a:pt x="13937" y="5536"/>
                    <a:pt x="14125" y="5491"/>
                    <a:pt x="14254" y="5369"/>
                  </a:cubicBezTo>
                  <a:cubicBezTo>
                    <a:pt x="14383" y="5248"/>
                    <a:pt x="14383" y="5248"/>
                    <a:pt x="14547" y="5248"/>
                  </a:cubicBezTo>
                  <a:cubicBezTo>
                    <a:pt x="14711" y="5248"/>
                    <a:pt x="14746" y="5111"/>
                    <a:pt x="14664" y="4944"/>
                  </a:cubicBezTo>
                  <a:cubicBezTo>
                    <a:pt x="14582" y="4777"/>
                    <a:pt x="14371" y="5065"/>
                    <a:pt x="14347" y="4944"/>
                  </a:cubicBezTo>
                  <a:cubicBezTo>
                    <a:pt x="14318" y="4794"/>
                    <a:pt x="14125" y="4746"/>
                    <a:pt x="13796" y="4807"/>
                  </a:cubicBezTo>
                  <a:cubicBezTo>
                    <a:pt x="13468" y="4868"/>
                    <a:pt x="13608" y="4534"/>
                    <a:pt x="13808" y="4610"/>
                  </a:cubicBezTo>
                  <a:cubicBezTo>
                    <a:pt x="14007" y="4686"/>
                    <a:pt x="14277" y="4655"/>
                    <a:pt x="14500" y="4579"/>
                  </a:cubicBezTo>
                  <a:cubicBezTo>
                    <a:pt x="14723" y="4503"/>
                    <a:pt x="14547" y="4367"/>
                    <a:pt x="14547" y="4245"/>
                  </a:cubicBezTo>
                  <a:cubicBezTo>
                    <a:pt x="14547" y="4124"/>
                    <a:pt x="14828" y="4200"/>
                    <a:pt x="15040" y="4200"/>
                  </a:cubicBezTo>
                  <a:cubicBezTo>
                    <a:pt x="15251" y="4200"/>
                    <a:pt x="15556" y="3759"/>
                    <a:pt x="15567" y="3501"/>
                  </a:cubicBezTo>
                  <a:cubicBezTo>
                    <a:pt x="15579" y="3243"/>
                    <a:pt x="15098" y="3304"/>
                    <a:pt x="14864" y="3304"/>
                  </a:cubicBezTo>
                  <a:cubicBezTo>
                    <a:pt x="14629" y="3304"/>
                    <a:pt x="15016" y="3076"/>
                    <a:pt x="15462" y="3106"/>
                  </a:cubicBezTo>
                  <a:cubicBezTo>
                    <a:pt x="15907" y="3137"/>
                    <a:pt x="15708" y="2879"/>
                    <a:pt x="15790" y="2787"/>
                  </a:cubicBezTo>
                  <a:cubicBezTo>
                    <a:pt x="15872" y="2696"/>
                    <a:pt x="16083" y="2894"/>
                    <a:pt x="16306" y="2833"/>
                  </a:cubicBezTo>
                  <a:cubicBezTo>
                    <a:pt x="16529" y="2772"/>
                    <a:pt x="16377" y="2529"/>
                    <a:pt x="16529" y="2529"/>
                  </a:cubicBezTo>
                  <a:cubicBezTo>
                    <a:pt x="16637" y="2529"/>
                    <a:pt x="16881" y="2317"/>
                    <a:pt x="17362" y="1967"/>
                  </a:cubicBezTo>
                  <a:cubicBezTo>
                    <a:pt x="17843" y="1618"/>
                    <a:pt x="18218" y="1679"/>
                    <a:pt x="18242" y="1481"/>
                  </a:cubicBezTo>
                  <a:cubicBezTo>
                    <a:pt x="18265" y="1284"/>
                    <a:pt x="17573" y="1481"/>
                    <a:pt x="17456" y="1421"/>
                  </a:cubicBezTo>
                  <a:cubicBezTo>
                    <a:pt x="17338" y="1360"/>
                    <a:pt x="17937" y="1193"/>
                    <a:pt x="18077" y="1238"/>
                  </a:cubicBezTo>
                  <a:cubicBezTo>
                    <a:pt x="18218" y="1284"/>
                    <a:pt x="18406" y="1238"/>
                    <a:pt x="18887" y="935"/>
                  </a:cubicBezTo>
                  <a:cubicBezTo>
                    <a:pt x="19368" y="631"/>
                    <a:pt x="19157" y="555"/>
                    <a:pt x="18957" y="601"/>
                  </a:cubicBezTo>
                  <a:cubicBezTo>
                    <a:pt x="18758" y="646"/>
                    <a:pt x="18535" y="555"/>
                    <a:pt x="18547" y="388"/>
                  </a:cubicBezTo>
                  <a:cubicBezTo>
                    <a:pt x="18558" y="221"/>
                    <a:pt x="18253" y="373"/>
                    <a:pt x="18242" y="282"/>
                  </a:cubicBezTo>
                  <a:cubicBezTo>
                    <a:pt x="18230" y="191"/>
                    <a:pt x="17948" y="236"/>
                    <a:pt x="17643" y="388"/>
                  </a:cubicBezTo>
                  <a:cubicBezTo>
                    <a:pt x="17338" y="540"/>
                    <a:pt x="17620" y="236"/>
                    <a:pt x="17749" y="175"/>
                  </a:cubicBezTo>
                  <a:cubicBezTo>
                    <a:pt x="17878" y="115"/>
                    <a:pt x="16975" y="175"/>
                    <a:pt x="16822" y="39"/>
                  </a:cubicBezTo>
                  <a:cubicBezTo>
                    <a:pt x="16670" y="-98"/>
                    <a:pt x="16494" y="266"/>
                    <a:pt x="16353" y="84"/>
                  </a:cubicBezTo>
                  <a:cubicBezTo>
                    <a:pt x="16212" y="-98"/>
                    <a:pt x="15849" y="54"/>
                    <a:pt x="15896" y="191"/>
                  </a:cubicBezTo>
                  <a:cubicBezTo>
                    <a:pt x="15943" y="327"/>
                    <a:pt x="15837" y="327"/>
                    <a:pt x="15696" y="175"/>
                  </a:cubicBezTo>
                  <a:cubicBezTo>
                    <a:pt x="15556" y="24"/>
                    <a:pt x="15286" y="191"/>
                    <a:pt x="15040" y="145"/>
                  </a:cubicBezTo>
                  <a:cubicBezTo>
                    <a:pt x="14793" y="99"/>
                    <a:pt x="14899" y="403"/>
                    <a:pt x="14629" y="251"/>
                  </a:cubicBezTo>
                  <a:cubicBezTo>
                    <a:pt x="14359" y="99"/>
                    <a:pt x="14066" y="175"/>
                    <a:pt x="14148" y="221"/>
                  </a:cubicBezTo>
                  <a:cubicBezTo>
                    <a:pt x="14230" y="266"/>
                    <a:pt x="14125" y="358"/>
                    <a:pt x="14007" y="312"/>
                  </a:cubicBezTo>
                  <a:cubicBezTo>
                    <a:pt x="13890" y="266"/>
                    <a:pt x="13784" y="327"/>
                    <a:pt x="13843" y="479"/>
                  </a:cubicBezTo>
                  <a:cubicBezTo>
                    <a:pt x="13902" y="631"/>
                    <a:pt x="13409" y="434"/>
                    <a:pt x="13409" y="601"/>
                  </a:cubicBezTo>
                  <a:cubicBezTo>
                    <a:pt x="13409" y="768"/>
                    <a:pt x="13233" y="859"/>
                    <a:pt x="13092" y="707"/>
                  </a:cubicBezTo>
                  <a:cubicBezTo>
                    <a:pt x="12952" y="555"/>
                    <a:pt x="12506" y="509"/>
                    <a:pt x="12635" y="646"/>
                  </a:cubicBezTo>
                  <a:cubicBezTo>
                    <a:pt x="12764" y="783"/>
                    <a:pt x="12236" y="707"/>
                    <a:pt x="12377" y="844"/>
                  </a:cubicBezTo>
                  <a:cubicBezTo>
                    <a:pt x="12518" y="980"/>
                    <a:pt x="12201" y="1087"/>
                    <a:pt x="12201" y="1011"/>
                  </a:cubicBezTo>
                  <a:cubicBezTo>
                    <a:pt x="12201" y="935"/>
                    <a:pt x="11908" y="798"/>
                    <a:pt x="11790" y="935"/>
                  </a:cubicBezTo>
                  <a:cubicBezTo>
                    <a:pt x="11673" y="1071"/>
                    <a:pt x="11638" y="1238"/>
                    <a:pt x="11579" y="1147"/>
                  </a:cubicBezTo>
                  <a:cubicBezTo>
                    <a:pt x="11521" y="1056"/>
                    <a:pt x="11263" y="1087"/>
                    <a:pt x="11016" y="1208"/>
                  </a:cubicBezTo>
                  <a:cubicBezTo>
                    <a:pt x="10770" y="1330"/>
                    <a:pt x="11051" y="1421"/>
                    <a:pt x="11216" y="1284"/>
                  </a:cubicBezTo>
                  <a:close/>
                  <a:moveTo>
                    <a:pt x="9796" y="2787"/>
                  </a:moveTo>
                  <a:cubicBezTo>
                    <a:pt x="9969" y="2900"/>
                    <a:pt x="9867" y="3046"/>
                    <a:pt x="10054" y="3152"/>
                  </a:cubicBezTo>
                  <a:cubicBezTo>
                    <a:pt x="10242" y="3258"/>
                    <a:pt x="10782" y="3015"/>
                    <a:pt x="10829" y="3182"/>
                  </a:cubicBezTo>
                  <a:cubicBezTo>
                    <a:pt x="10876" y="3349"/>
                    <a:pt x="10277" y="3365"/>
                    <a:pt x="10359" y="3471"/>
                  </a:cubicBezTo>
                  <a:cubicBezTo>
                    <a:pt x="10442" y="3577"/>
                    <a:pt x="10782" y="3744"/>
                    <a:pt x="10735" y="3835"/>
                  </a:cubicBezTo>
                  <a:cubicBezTo>
                    <a:pt x="10688" y="3926"/>
                    <a:pt x="11298" y="4184"/>
                    <a:pt x="11356" y="4063"/>
                  </a:cubicBezTo>
                  <a:cubicBezTo>
                    <a:pt x="11415" y="3942"/>
                    <a:pt x="11579" y="3972"/>
                    <a:pt x="11732" y="4048"/>
                  </a:cubicBezTo>
                  <a:cubicBezTo>
                    <a:pt x="11884" y="4124"/>
                    <a:pt x="11896" y="3577"/>
                    <a:pt x="12002" y="3668"/>
                  </a:cubicBezTo>
                  <a:cubicBezTo>
                    <a:pt x="12107" y="3759"/>
                    <a:pt x="12095" y="3471"/>
                    <a:pt x="12271" y="3380"/>
                  </a:cubicBezTo>
                  <a:cubicBezTo>
                    <a:pt x="12447" y="3288"/>
                    <a:pt x="12701" y="3288"/>
                    <a:pt x="12717" y="3182"/>
                  </a:cubicBezTo>
                  <a:cubicBezTo>
                    <a:pt x="12729" y="3106"/>
                    <a:pt x="12670" y="3000"/>
                    <a:pt x="12459" y="3030"/>
                  </a:cubicBezTo>
                  <a:cubicBezTo>
                    <a:pt x="12248" y="3061"/>
                    <a:pt x="12107" y="2954"/>
                    <a:pt x="12201" y="2803"/>
                  </a:cubicBezTo>
                  <a:cubicBezTo>
                    <a:pt x="12295" y="2651"/>
                    <a:pt x="11966" y="2605"/>
                    <a:pt x="12084" y="2484"/>
                  </a:cubicBezTo>
                  <a:cubicBezTo>
                    <a:pt x="12201" y="2362"/>
                    <a:pt x="11861" y="2241"/>
                    <a:pt x="11896" y="2423"/>
                  </a:cubicBezTo>
                  <a:cubicBezTo>
                    <a:pt x="11931" y="2605"/>
                    <a:pt x="11685" y="2438"/>
                    <a:pt x="11650" y="2271"/>
                  </a:cubicBezTo>
                  <a:cubicBezTo>
                    <a:pt x="11614" y="2104"/>
                    <a:pt x="11134" y="2043"/>
                    <a:pt x="10817" y="1679"/>
                  </a:cubicBezTo>
                  <a:cubicBezTo>
                    <a:pt x="10500" y="1314"/>
                    <a:pt x="10172" y="1557"/>
                    <a:pt x="10359" y="1603"/>
                  </a:cubicBezTo>
                  <a:cubicBezTo>
                    <a:pt x="10547" y="1648"/>
                    <a:pt x="10535" y="1770"/>
                    <a:pt x="10383" y="1755"/>
                  </a:cubicBezTo>
                  <a:cubicBezTo>
                    <a:pt x="10230" y="1739"/>
                    <a:pt x="9961" y="1770"/>
                    <a:pt x="10207" y="1891"/>
                  </a:cubicBezTo>
                  <a:cubicBezTo>
                    <a:pt x="10453" y="2013"/>
                    <a:pt x="10183" y="2058"/>
                    <a:pt x="9984" y="2058"/>
                  </a:cubicBezTo>
                  <a:cubicBezTo>
                    <a:pt x="9785" y="2058"/>
                    <a:pt x="9773" y="2393"/>
                    <a:pt x="10031" y="2438"/>
                  </a:cubicBezTo>
                  <a:cubicBezTo>
                    <a:pt x="10289" y="2484"/>
                    <a:pt x="10101" y="2681"/>
                    <a:pt x="9890" y="2605"/>
                  </a:cubicBezTo>
                  <a:cubicBezTo>
                    <a:pt x="9679" y="2529"/>
                    <a:pt x="9609" y="2666"/>
                    <a:pt x="9796" y="2787"/>
                  </a:cubicBezTo>
                  <a:close/>
                  <a:moveTo>
                    <a:pt x="11485" y="4488"/>
                  </a:moveTo>
                  <a:cubicBezTo>
                    <a:pt x="11274" y="4352"/>
                    <a:pt x="11009" y="4641"/>
                    <a:pt x="11227" y="4746"/>
                  </a:cubicBezTo>
                  <a:cubicBezTo>
                    <a:pt x="11415" y="4838"/>
                    <a:pt x="11697" y="4625"/>
                    <a:pt x="11485" y="4488"/>
                  </a:cubicBezTo>
                  <a:close/>
                  <a:moveTo>
                    <a:pt x="10887" y="6280"/>
                  </a:moveTo>
                  <a:cubicBezTo>
                    <a:pt x="10969" y="6584"/>
                    <a:pt x="11063" y="6371"/>
                    <a:pt x="11192" y="6493"/>
                  </a:cubicBezTo>
                  <a:cubicBezTo>
                    <a:pt x="11321" y="6614"/>
                    <a:pt x="11521" y="6690"/>
                    <a:pt x="11626" y="6569"/>
                  </a:cubicBezTo>
                  <a:cubicBezTo>
                    <a:pt x="11732" y="6447"/>
                    <a:pt x="11779" y="6356"/>
                    <a:pt x="11814" y="6462"/>
                  </a:cubicBezTo>
                  <a:cubicBezTo>
                    <a:pt x="11871" y="6635"/>
                    <a:pt x="12131" y="6660"/>
                    <a:pt x="12694" y="6675"/>
                  </a:cubicBezTo>
                  <a:cubicBezTo>
                    <a:pt x="13257" y="6690"/>
                    <a:pt x="13116" y="6371"/>
                    <a:pt x="13280" y="6493"/>
                  </a:cubicBezTo>
                  <a:cubicBezTo>
                    <a:pt x="13444" y="6614"/>
                    <a:pt x="13820" y="6614"/>
                    <a:pt x="13984" y="6569"/>
                  </a:cubicBezTo>
                  <a:cubicBezTo>
                    <a:pt x="14148" y="6523"/>
                    <a:pt x="14230" y="6189"/>
                    <a:pt x="14218" y="6022"/>
                  </a:cubicBezTo>
                  <a:cubicBezTo>
                    <a:pt x="14207" y="5855"/>
                    <a:pt x="12952" y="5718"/>
                    <a:pt x="12729" y="5885"/>
                  </a:cubicBezTo>
                  <a:cubicBezTo>
                    <a:pt x="12506" y="6052"/>
                    <a:pt x="12154" y="5809"/>
                    <a:pt x="11978" y="5931"/>
                  </a:cubicBezTo>
                  <a:cubicBezTo>
                    <a:pt x="11802" y="6052"/>
                    <a:pt x="11861" y="5779"/>
                    <a:pt x="11544" y="5764"/>
                  </a:cubicBezTo>
                  <a:cubicBezTo>
                    <a:pt x="11227" y="5749"/>
                    <a:pt x="11568" y="5536"/>
                    <a:pt x="11626" y="5445"/>
                  </a:cubicBezTo>
                  <a:cubicBezTo>
                    <a:pt x="11685" y="5354"/>
                    <a:pt x="11145" y="5111"/>
                    <a:pt x="10922" y="5172"/>
                  </a:cubicBezTo>
                  <a:cubicBezTo>
                    <a:pt x="10700" y="5232"/>
                    <a:pt x="10570" y="5081"/>
                    <a:pt x="10359" y="4959"/>
                  </a:cubicBezTo>
                  <a:cubicBezTo>
                    <a:pt x="10148" y="4838"/>
                    <a:pt x="9575" y="4866"/>
                    <a:pt x="9691" y="5081"/>
                  </a:cubicBezTo>
                  <a:cubicBezTo>
                    <a:pt x="9773" y="5232"/>
                    <a:pt x="10453" y="5551"/>
                    <a:pt x="10524" y="5399"/>
                  </a:cubicBezTo>
                  <a:cubicBezTo>
                    <a:pt x="10594" y="5248"/>
                    <a:pt x="10770" y="5582"/>
                    <a:pt x="10876" y="5749"/>
                  </a:cubicBezTo>
                  <a:cubicBezTo>
                    <a:pt x="10981" y="5916"/>
                    <a:pt x="10805" y="5976"/>
                    <a:pt x="10887" y="6280"/>
                  </a:cubicBezTo>
                  <a:close/>
                  <a:moveTo>
                    <a:pt x="8975" y="8710"/>
                  </a:moveTo>
                  <a:cubicBezTo>
                    <a:pt x="9233" y="8938"/>
                    <a:pt x="9151" y="8528"/>
                    <a:pt x="9445" y="8543"/>
                  </a:cubicBezTo>
                  <a:cubicBezTo>
                    <a:pt x="9738" y="8558"/>
                    <a:pt x="9749" y="7935"/>
                    <a:pt x="9796" y="7708"/>
                  </a:cubicBezTo>
                  <a:cubicBezTo>
                    <a:pt x="9843" y="7480"/>
                    <a:pt x="9562" y="7495"/>
                    <a:pt x="9632" y="7662"/>
                  </a:cubicBezTo>
                  <a:cubicBezTo>
                    <a:pt x="9703" y="7829"/>
                    <a:pt x="9620" y="7996"/>
                    <a:pt x="9597" y="7799"/>
                  </a:cubicBezTo>
                  <a:cubicBezTo>
                    <a:pt x="9573" y="7601"/>
                    <a:pt x="9351" y="7784"/>
                    <a:pt x="9269" y="7632"/>
                  </a:cubicBezTo>
                  <a:cubicBezTo>
                    <a:pt x="9186" y="7480"/>
                    <a:pt x="9527" y="7465"/>
                    <a:pt x="9609" y="7267"/>
                  </a:cubicBezTo>
                  <a:cubicBezTo>
                    <a:pt x="9691" y="7070"/>
                    <a:pt x="9339" y="7100"/>
                    <a:pt x="9421" y="6948"/>
                  </a:cubicBezTo>
                  <a:cubicBezTo>
                    <a:pt x="9503" y="6797"/>
                    <a:pt x="8905" y="6964"/>
                    <a:pt x="9081" y="7055"/>
                  </a:cubicBezTo>
                  <a:cubicBezTo>
                    <a:pt x="9257" y="7146"/>
                    <a:pt x="9093" y="7267"/>
                    <a:pt x="8928" y="7115"/>
                  </a:cubicBezTo>
                  <a:cubicBezTo>
                    <a:pt x="8764" y="6964"/>
                    <a:pt x="8309" y="7218"/>
                    <a:pt x="8471" y="7389"/>
                  </a:cubicBezTo>
                  <a:cubicBezTo>
                    <a:pt x="8600" y="7525"/>
                    <a:pt x="8987" y="7298"/>
                    <a:pt x="8764" y="7693"/>
                  </a:cubicBezTo>
                  <a:cubicBezTo>
                    <a:pt x="8541" y="8087"/>
                    <a:pt x="8448" y="7586"/>
                    <a:pt x="8236" y="7632"/>
                  </a:cubicBezTo>
                  <a:cubicBezTo>
                    <a:pt x="8025" y="7677"/>
                    <a:pt x="8119" y="8011"/>
                    <a:pt x="8436" y="8133"/>
                  </a:cubicBezTo>
                  <a:cubicBezTo>
                    <a:pt x="8752" y="8254"/>
                    <a:pt x="8717" y="8482"/>
                    <a:pt x="8975" y="8710"/>
                  </a:cubicBezTo>
                  <a:close/>
                  <a:moveTo>
                    <a:pt x="10477" y="6584"/>
                  </a:moveTo>
                  <a:cubicBezTo>
                    <a:pt x="10688" y="6569"/>
                    <a:pt x="10582" y="6235"/>
                    <a:pt x="10348" y="6007"/>
                  </a:cubicBezTo>
                  <a:cubicBezTo>
                    <a:pt x="10113" y="5779"/>
                    <a:pt x="9586" y="6247"/>
                    <a:pt x="9679" y="6341"/>
                  </a:cubicBezTo>
                  <a:cubicBezTo>
                    <a:pt x="9785" y="6447"/>
                    <a:pt x="10266" y="6599"/>
                    <a:pt x="10477" y="6584"/>
                  </a:cubicBezTo>
                  <a:close/>
                  <a:moveTo>
                    <a:pt x="10606" y="4367"/>
                  </a:moveTo>
                  <a:cubicBezTo>
                    <a:pt x="10582" y="4276"/>
                    <a:pt x="9693" y="4414"/>
                    <a:pt x="9832" y="4549"/>
                  </a:cubicBezTo>
                  <a:cubicBezTo>
                    <a:pt x="10066" y="4777"/>
                    <a:pt x="10629" y="4458"/>
                    <a:pt x="10606" y="4367"/>
                  </a:cubicBezTo>
                  <a:close/>
                  <a:moveTo>
                    <a:pt x="9656" y="4291"/>
                  </a:moveTo>
                  <a:cubicBezTo>
                    <a:pt x="9832" y="4291"/>
                    <a:pt x="9972" y="4260"/>
                    <a:pt x="10125" y="4184"/>
                  </a:cubicBezTo>
                  <a:cubicBezTo>
                    <a:pt x="10277" y="4109"/>
                    <a:pt x="10043" y="4109"/>
                    <a:pt x="10148" y="3926"/>
                  </a:cubicBezTo>
                  <a:cubicBezTo>
                    <a:pt x="10254" y="3744"/>
                    <a:pt x="9890" y="3729"/>
                    <a:pt x="9867" y="3790"/>
                  </a:cubicBezTo>
                  <a:cubicBezTo>
                    <a:pt x="9843" y="3850"/>
                    <a:pt x="9386" y="3425"/>
                    <a:pt x="9315" y="3562"/>
                  </a:cubicBezTo>
                  <a:cubicBezTo>
                    <a:pt x="9245" y="3699"/>
                    <a:pt x="9480" y="4291"/>
                    <a:pt x="9656" y="4291"/>
                  </a:cubicBezTo>
                  <a:close/>
                  <a:moveTo>
                    <a:pt x="9163" y="5187"/>
                  </a:moveTo>
                  <a:cubicBezTo>
                    <a:pt x="9151" y="5339"/>
                    <a:pt x="8882" y="5156"/>
                    <a:pt x="8670" y="5050"/>
                  </a:cubicBezTo>
                  <a:cubicBezTo>
                    <a:pt x="8459" y="4944"/>
                    <a:pt x="8588" y="5263"/>
                    <a:pt x="8752" y="5445"/>
                  </a:cubicBezTo>
                  <a:cubicBezTo>
                    <a:pt x="8917" y="5627"/>
                    <a:pt x="8670" y="5536"/>
                    <a:pt x="8448" y="5339"/>
                  </a:cubicBezTo>
                  <a:cubicBezTo>
                    <a:pt x="8225" y="5141"/>
                    <a:pt x="8248" y="5475"/>
                    <a:pt x="8354" y="5582"/>
                  </a:cubicBezTo>
                  <a:cubicBezTo>
                    <a:pt x="8459" y="5688"/>
                    <a:pt x="8330" y="5840"/>
                    <a:pt x="8189" y="5597"/>
                  </a:cubicBezTo>
                  <a:cubicBezTo>
                    <a:pt x="8049" y="5354"/>
                    <a:pt x="7978" y="5096"/>
                    <a:pt x="7755" y="5081"/>
                  </a:cubicBezTo>
                  <a:cubicBezTo>
                    <a:pt x="7533" y="5065"/>
                    <a:pt x="7634" y="5361"/>
                    <a:pt x="7720" y="5506"/>
                  </a:cubicBezTo>
                  <a:cubicBezTo>
                    <a:pt x="7838" y="5703"/>
                    <a:pt x="7955" y="5749"/>
                    <a:pt x="8143" y="5885"/>
                  </a:cubicBezTo>
                  <a:cubicBezTo>
                    <a:pt x="8330" y="6022"/>
                    <a:pt x="8635" y="5825"/>
                    <a:pt x="8776" y="5870"/>
                  </a:cubicBezTo>
                  <a:cubicBezTo>
                    <a:pt x="8917" y="5916"/>
                    <a:pt x="8623" y="6144"/>
                    <a:pt x="8717" y="6295"/>
                  </a:cubicBezTo>
                  <a:cubicBezTo>
                    <a:pt x="8811" y="6447"/>
                    <a:pt x="9069" y="6341"/>
                    <a:pt x="9269" y="6326"/>
                  </a:cubicBezTo>
                  <a:cubicBezTo>
                    <a:pt x="9468" y="6311"/>
                    <a:pt x="9374" y="6159"/>
                    <a:pt x="9491" y="6052"/>
                  </a:cubicBezTo>
                  <a:cubicBezTo>
                    <a:pt x="9609" y="5946"/>
                    <a:pt x="9374" y="5961"/>
                    <a:pt x="9468" y="5703"/>
                  </a:cubicBezTo>
                  <a:cubicBezTo>
                    <a:pt x="9562" y="5445"/>
                    <a:pt x="9175" y="5035"/>
                    <a:pt x="9163" y="5187"/>
                  </a:cubicBezTo>
                  <a:close/>
                  <a:moveTo>
                    <a:pt x="7838" y="6250"/>
                  </a:moveTo>
                  <a:cubicBezTo>
                    <a:pt x="7920" y="6128"/>
                    <a:pt x="7662" y="5870"/>
                    <a:pt x="7591" y="6083"/>
                  </a:cubicBezTo>
                  <a:cubicBezTo>
                    <a:pt x="7521" y="6295"/>
                    <a:pt x="7754" y="6373"/>
                    <a:pt x="7838" y="6250"/>
                  </a:cubicBezTo>
                  <a:close/>
                  <a:moveTo>
                    <a:pt x="9163" y="2803"/>
                  </a:moveTo>
                  <a:cubicBezTo>
                    <a:pt x="9245" y="2620"/>
                    <a:pt x="8668" y="2477"/>
                    <a:pt x="8811" y="2636"/>
                  </a:cubicBezTo>
                  <a:cubicBezTo>
                    <a:pt x="8893" y="2727"/>
                    <a:pt x="9081" y="2985"/>
                    <a:pt x="9163" y="2803"/>
                  </a:cubicBezTo>
                  <a:close/>
                  <a:moveTo>
                    <a:pt x="7638" y="4792"/>
                  </a:moveTo>
                  <a:cubicBezTo>
                    <a:pt x="7732" y="4640"/>
                    <a:pt x="7263" y="4154"/>
                    <a:pt x="7239" y="4382"/>
                  </a:cubicBezTo>
                  <a:cubicBezTo>
                    <a:pt x="7216" y="4610"/>
                    <a:pt x="7538" y="4953"/>
                    <a:pt x="7638" y="4792"/>
                  </a:cubicBezTo>
                  <a:close/>
                  <a:moveTo>
                    <a:pt x="7556" y="3516"/>
                  </a:moveTo>
                  <a:cubicBezTo>
                    <a:pt x="7697" y="3395"/>
                    <a:pt x="7955" y="3592"/>
                    <a:pt x="7908" y="3729"/>
                  </a:cubicBezTo>
                  <a:cubicBezTo>
                    <a:pt x="7861" y="3866"/>
                    <a:pt x="7455" y="3701"/>
                    <a:pt x="7486" y="3820"/>
                  </a:cubicBezTo>
                  <a:cubicBezTo>
                    <a:pt x="7497" y="3866"/>
                    <a:pt x="7544" y="4048"/>
                    <a:pt x="7826" y="3942"/>
                  </a:cubicBezTo>
                  <a:cubicBezTo>
                    <a:pt x="8107" y="3835"/>
                    <a:pt x="8342" y="3911"/>
                    <a:pt x="8530" y="4109"/>
                  </a:cubicBezTo>
                  <a:cubicBezTo>
                    <a:pt x="8717" y="4306"/>
                    <a:pt x="8893" y="4382"/>
                    <a:pt x="9022" y="4184"/>
                  </a:cubicBezTo>
                  <a:cubicBezTo>
                    <a:pt x="9151" y="3987"/>
                    <a:pt x="8858" y="3957"/>
                    <a:pt x="8917" y="3805"/>
                  </a:cubicBezTo>
                  <a:cubicBezTo>
                    <a:pt x="8975" y="3653"/>
                    <a:pt x="8729" y="3562"/>
                    <a:pt x="8600" y="3562"/>
                  </a:cubicBezTo>
                  <a:cubicBezTo>
                    <a:pt x="8471" y="3562"/>
                    <a:pt x="8424" y="3258"/>
                    <a:pt x="8318" y="3319"/>
                  </a:cubicBezTo>
                  <a:cubicBezTo>
                    <a:pt x="8213" y="3380"/>
                    <a:pt x="8143" y="3486"/>
                    <a:pt x="8143" y="3288"/>
                  </a:cubicBezTo>
                  <a:cubicBezTo>
                    <a:pt x="8143" y="3091"/>
                    <a:pt x="7533" y="3076"/>
                    <a:pt x="7380" y="3152"/>
                  </a:cubicBezTo>
                  <a:cubicBezTo>
                    <a:pt x="7228" y="3228"/>
                    <a:pt x="7415" y="3638"/>
                    <a:pt x="7556" y="3516"/>
                  </a:cubicBezTo>
                  <a:close/>
                  <a:moveTo>
                    <a:pt x="5597" y="3987"/>
                  </a:moveTo>
                  <a:cubicBezTo>
                    <a:pt x="5715" y="4048"/>
                    <a:pt x="5832" y="3850"/>
                    <a:pt x="5914" y="3942"/>
                  </a:cubicBezTo>
                  <a:cubicBezTo>
                    <a:pt x="5996" y="4033"/>
                    <a:pt x="6360" y="4109"/>
                    <a:pt x="6360" y="3866"/>
                  </a:cubicBezTo>
                  <a:cubicBezTo>
                    <a:pt x="6360" y="3623"/>
                    <a:pt x="5902" y="3592"/>
                    <a:pt x="5785" y="3683"/>
                  </a:cubicBezTo>
                  <a:cubicBezTo>
                    <a:pt x="5668" y="3774"/>
                    <a:pt x="5128" y="3805"/>
                    <a:pt x="5281" y="3957"/>
                  </a:cubicBezTo>
                  <a:cubicBezTo>
                    <a:pt x="5374" y="4050"/>
                    <a:pt x="5480" y="3926"/>
                    <a:pt x="5597" y="3987"/>
                  </a:cubicBezTo>
                  <a:close/>
                  <a:moveTo>
                    <a:pt x="6172" y="4276"/>
                  </a:moveTo>
                  <a:cubicBezTo>
                    <a:pt x="6324" y="4245"/>
                    <a:pt x="6254" y="4093"/>
                    <a:pt x="6008" y="4139"/>
                  </a:cubicBezTo>
                  <a:cubicBezTo>
                    <a:pt x="5761" y="4184"/>
                    <a:pt x="5339" y="4184"/>
                    <a:pt x="5339" y="4412"/>
                  </a:cubicBezTo>
                  <a:cubicBezTo>
                    <a:pt x="5339" y="4595"/>
                    <a:pt x="5421" y="4686"/>
                    <a:pt x="5691" y="4716"/>
                  </a:cubicBezTo>
                  <a:cubicBezTo>
                    <a:pt x="5961" y="4746"/>
                    <a:pt x="6195" y="4412"/>
                    <a:pt x="6066" y="4412"/>
                  </a:cubicBezTo>
                  <a:cubicBezTo>
                    <a:pt x="5937" y="4412"/>
                    <a:pt x="6019" y="4306"/>
                    <a:pt x="6172" y="4276"/>
                  </a:cubicBezTo>
                  <a:close/>
                  <a:moveTo>
                    <a:pt x="5198" y="4352"/>
                  </a:moveTo>
                  <a:cubicBezTo>
                    <a:pt x="5257" y="4169"/>
                    <a:pt x="4810" y="4200"/>
                    <a:pt x="4847" y="4260"/>
                  </a:cubicBezTo>
                  <a:cubicBezTo>
                    <a:pt x="4929" y="4397"/>
                    <a:pt x="5140" y="4534"/>
                    <a:pt x="5198" y="4352"/>
                  </a:cubicBezTo>
                  <a:close/>
                  <a:moveTo>
                    <a:pt x="4588" y="5445"/>
                  </a:moveTo>
                  <a:cubicBezTo>
                    <a:pt x="4424" y="5460"/>
                    <a:pt x="4436" y="5673"/>
                    <a:pt x="4624" y="5673"/>
                  </a:cubicBezTo>
                  <a:cubicBezTo>
                    <a:pt x="4811" y="5673"/>
                    <a:pt x="4870" y="5749"/>
                    <a:pt x="4600" y="5734"/>
                  </a:cubicBezTo>
                  <a:cubicBezTo>
                    <a:pt x="4330" y="5718"/>
                    <a:pt x="4213" y="6022"/>
                    <a:pt x="4401" y="5961"/>
                  </a:cubicBezTo>
                  <a:cubicBezTo>
                    <a:pt x="4588" y="5901"/>
                    <a:pt x="4811" y="5901"/>
                    <a:pt x="4671" y="5961"/>
                  </a:cubicBezTo>
                  <a:cubicBezTo>
                    <a:pt x="4530" y="6022"/>
                    <a:pt x="4146" y="6064"/>
                    <a:pt x="4201" y="6159"/>
                  </a:cubicBezTo>
                  <a:cubicBezTo>
                    <a:pt x="4237" y="6219"/>
                    <a:pt x="4389" y="6204"/>
                    <a:pt x="4542" y="6280"/>
                  </a:cubicBezTo>
                  <a:cubicBezTo>
                    <a:pt x="4694" y="6356"/>
                    <a:pt x="4788" y="6402"/>
                    <a:pt x="4905" y="6235"/>
                  </a:cubicBezTo>
                  <a:cubicBezTo>
                    <a:pt x="5022" y="6068"/>
                    <a:pt x="5175" y="5901"/>
                    <a:pt x="5116" y="6128"/>
                  </a:cubicBezTo>
                  <a:cubicBezTo>
                    <a:pt x="5058" y="6356"/>
                    <a:pt x="5304" y="6189"/>
                    <a:pt x="5621" y="6174"/>
                  </a:cubicBezTo>
                  <a:cubicBezTo>
                    <a:pt x="5937" y="6159"/>
                    <a:pt x="5562" y="6417"/>
                    <a:pt x="5234" y="6447"/>
                  </a:cubicBezTo>
                  <a:cubicBezTo>
                    <a:pt x="4905" y="6478"/>
                    <a:pt x="4964" y="6690"/>
                    <a:pt x="5222" y="6766"/>
                  </a:cubicBezTo>
                  <a:cubicBezTo>
                    <a:pt x="5480" y="6842"/>
                    <a:pt x="6031" y="6554"/>
                    <a:pt x="6160" y="6387"/>
                  </a:cubicBezTo>
                  <a:cubicBezTo>
                    <a:pt x="6289" y="6219"/>
                    <a:pt x="6407" y="6478"/>
                    <a:pt x="6536" y="6356"/>
                  </a:cubicBezTo>
                  <a:cubicBezTo>
                    <a:pt x="6665" y="6235"/>
                    <a:pt x="6911" y="6371"/>
                    <a:pt x="7134" y="6311"/>
                  </a:cubicBezTo>
                  <a:cubicBezTo>
                    <a:pt x="7357" y="6250"/>
                    <a:pt x="7392" y="5703"/>
                    <a:pt x="7228" y="5612"/>
                  </a:cubicBezTo>
                  <a:cubicBezTo>
                    <a:pt x="7063" y="5521"/>
                    <a:pt x="7063" y="5718"/>
                    <a:pt x="6934" y="5749"/>
                  </a:cubicBezTo>
                  <a:cubicBezTo>
                    <a:pt x="6805" y="5779"/>
                    <a:pt x="6735" y="5566"/>
                    <a:pt x="6629" y="5430"/>
                  </a:cubicBezTo>
                  <a:cubicBezTo>
                    <a:pt x="6524" y="5293"/>
                    <a:pt x="6594" y="5035"/>
                    <a:pt x="6442" y="5065"/>
                  </a:cubicBezTo>
                  <a:cubicBezTo>
                    <a:pt x="6291" y="5095"/>
                    <a:pt x="5961" y="5415"/>
                    <a:pt x="6160" y="5445"/>
                  </a:cubicBezTo>
                  <a:cubicBezTo>
                    <a:pt x="6360" y="5475"/>
                    <a:pt x="6289" y="5612"/>
                    <a:pt x="6184" y="5673"/>
                  </a:cubicBezTo>
                  <a:cubicBezTo>
                    <a:pt x="6078" y="5734"/>
                    <a:pt x="6430" y="5840"/>
                    <a:pt x="6383" y="5931"/>
                  </a:cubicBezTo>
                  <a:cubicBezTo>
                    <a:pt x="6336" y="6022"/>
                    <a:pt x="5797" y="5946"/>
                    <a:pt x="5773" y="5794"/>
                  </a:cubicBezTo>
                  <a:cubicBezTo>
                    <a:pt x="5750" y="5642"/>
                    <a:pt x="5328" y="5369"/>
                    <a:pt x="5152" y="5430"/>
                  </a:cubicBezTo>
                  <a:cubicBezTo>
                    <a:pt x="4976" y="5491"/>
                    <a:pt x="5046" y="5248"/>
                    <a:pt x="4870" y="5232"/>
                  </a:cubicBezTo>
                  <a:cubicBezTo>
                    <a:pt x="4694" y="5217"/>
                    <a:pt x="4753" y="5430"/>
                    <a:pt x="4588" y="5445"/>
                  </a:cubicBezTo>
                  <a:close/>
                  <a:moveTo>
                    <a:pt x="2759" y="5521"/>
                  </a:moveTo>
                  <a:cubicBezTo>
                    <a:pt x="2841" y="5566"/>
                    <a:pt x="2759" y="5779"/>
                    <a:pt x="2853" y="5718"/>
                  </a:cubicBezTo>
                  <a:cubicBezTo>
                    <a:pt x="2946" y="5658"/>
                    <a:pt x="2970" y="5642"/>
                    <a:pt x="3040" y="5673"/>
                  </a:cubicBezTo>
                  <a:cubicBezTo>
                    <a:pt x="3167" y="5728"/>
                    <a:pt x="3193" y="5582"/>
                    <a:pt x="3251" y="5506"/>
                  </a:cubicBezTo>
                  <a:cubicBezTo>
                    <a:pt x="3310" y="5430"/>
                    <a:pt x="3286" y="5779"/>
                    <a:pt x="3439" y="5779"/>
                  </a:cubicBezTo>
                  <a:cubicBezTo>
                    <a:pt x="3568" y="5779"/>
                    <a:pt x="3545" y="5415"/>
                    <a:pt x="3662" y="5521"/>
                  </a:cubicBezTo>
                  <a:cubicBezTo>
                    <a:pt x="3779" y="5627"/>
                    <a:pt x="3814" y="5475"/>
                    <a:pt x="3838" y="5369"/>
                  </a:cubicBezTo>
                  <a:cubicBezTo>
                    <a:pt x="3861" y="5263"/>
                    <a:pt x="3861" y="5081"/>
                    <a:pt x="3990" y="5050"/>
                  </a:cubicBezTo>
                  <a:cubicBezTo>
                    <a:pt x="4119" y="5020"/>
                    <a:pt x="4014" y="5217"/>
                    <a:pt x="4072" y="5354"/>
                  </a:cubicBezTo>
                  <a:cubicBezTo>
                    <a:pt x="4158" y="5553"/>
                    <a:pt x="4307" y="5369"/>
                    <a:pt x="4319" y="5278"/>
                  </a:cubicBezTo>
                  <a:cubicBezTo>
                    <a:pt x="4330" y="5187"/>
                    <a:pt x="4542" y="5248"/>
                    <a:pt x="4530" y="5141"/>
                  </a:cubicBezTo>
                  <a:cubicBezTo>
                    <a:pt x="4518" y="5035"/>
                    <a:pt x="4588" y="5005"/>
                    <a:pt x="4530" y="4883"/>
                  </a:cubicBezTo>
                  <a:cubicBezTo>
                    <a:pt x="4471" y="4762"/>
                    <a:pt x="4624" y="4792"/>
                    <a:pt x="4694" y="4701"/>
                  </a:cubicBezTo>
                  <a:cubicBezTo>
                    <a:pt x="4764" y="4610"/>
                    <a:pt x="4600" y="4686"/>
                    <a:pt x="4483" y="4549"/>
                  </a:cubicBezTo>
                  <a:cubicBezTo>
                    <a:pt x="4366" y="4412"/>
                    <a:pt x="4319" y="4595"/>
                    <a:pt x="4319" y="4686"/>
                  </a:cubicBezTo>
                  <a:cubicBezTo>
                    <a:pt x="4319" y="4777"/>
                    <a:pt x="4096" y="4701"/>
                    <a:pt x="3967" y="4640"/>
                  </a:cubicBezTo>
                  <a:cubicBezTo>
                    <a:pt x="3838" y="4579"/>
                    <a:pt x="3674" y="4838"/>
                    <a:pt x="3486" y="4959"/>
                  </a:cubicBezTo>
                  <a:cubicBezTo>
                    <a:pt x="3298" y="5081"/>
                    <a:pt x="3286" y="5293"/>
                    <a:pt x="3111" y="5278"/>
                  </a:cubicBezTo>
                  <a:cubicBezTo>
                    <a:pt x="2935" y="5263"/>
                    <a:pt x="2677" y="5475"/>
                    <a:pt x="2759" y="5521"/>
                  </a:cubicBezTo>
                  <a:close/>
                  <a:moveTo>
                    <a:pt x="3732" y="5946"/>
                  </a:moveTo>
                  <a:cubicBezTo>
                    <a:pt x="3943" y="5976"/>
                    <a:pt x="4154" y="5734"/>
                    <a:pt x="4143" y="5597"/>
                  </a:cubicBezTo>
                  <a:cubicBezTo>
                    <a:pt x="4131" y="5460"/>
                    <a:pt x="3627" y="5931"/>
                    <a:pt x="3732" y="5946"/>
                  </a:cubicBezTo>
                  <a:close/>
                  <a:moveTo>
                    <a:pt x="8189" y="9682"/>
                  </a:moveTo>
                  <a:cubicBezTo>
                    <a:pt x="8260" y="9576"/>
                    <a:pt x="8553" y="9894"/>
                    <a:pt x="8565" y="9667"/>
                  </a:cubicBezTo>
                  <a:cubicBezTo>
                    <a:pt x="8577" y="9439"/>
                    <a:pt x="8236" y="9333"/>
                    <a:pt x="8096" y="9211"/>
                  </a:cubicBezTo>
                  <a:cubicBezTo>
                    <a:pt x="7955" y="9090"/>
                    <a:pt x="7896" y="9150"/>
                    <a:pt x="7673" y="8938"/>
                  </a:cubicBezTo>
                  <a:cubicBezTo>
                    <a:pt x="7450" y="8725"/>
                    <a:pt x="7732" y="8619"/>
                    <a:pt x="7568" y="8452"/>
                  </a:cubicBezTo>
                  <a:cubicBezTo>
                    <a:pt x="7404" y="8285"/>
                    <a:pt x="7345" y="7829"/>
                    <a:pt x="7462" y="7677"/>
                  </a:cubicBezTo>
                  <a:cubicBezTo>
                    <a:pt x="7579" y="7525"/>
                    <a:pt x="7709" y="7298"/>
                    <a:pt x="7497" y="7191"/>
                  </a:cubicBezTo>
                  <a:cubicBezTo>
                    <a:pt x="7286" y="7085"/>
                    <a:pt x="6946" y="7283"/>
                    <a:pt x="6981" y="7343"/>
                  </a:cubicBezTo>
                  <a:cubicBezTo>
                    <a:pt x="7016" y="7404"/>
                    <a:pt x="7310" y="7617"/>
                    <a:pt x="7310" y="7708"/>
                  </a:cubicBezTo>
                  <a:cubicBezTo>
                    <a:pt x="7310" y="7799"/>
                    <a:pt x="7040" y="7450"/>
                    <a:pt x="6946" y="7525"/>
                  </a:cubicBezTo>
                  <a:cubicBezTo>
                    <a:pt x="6852" y="7601"/>
                    <a:pt x="6747" y="7374"/>
                    <a:pt x="6665" y="7525"/>
                  </a:cubicBezTo>
                  <a:cubicBezTo>
                    <a:pt x="6583" y="7677"/>
                    <a:pt x="6770" y="8209"/>
                    <a:pt x="6840" y="8361"/>
                  </a:cubicBezTo>
                  <a:cubicBezTo>
                    <a:pt x="6911" y="8513"/>
                    <a:pt x="6770" y="8513"/>
                    <a:pt x="6676" y="8543"/>
                  </a:cubicBezTo>
                  <a:cubicBezTo>
                    <a:pt x="6583" y="8573"/>
                    <a:pt x="6571" y="8118"/>
                    <a:pt x="6477" y="7951"/>
                  </a:cubicBezTo>
                  <a:cubicBezTo>
                    <a:pt x="6383" y="7784"/>
                    <a:pt x="6008" y="7586"/>
                    <a:pt x="5984" y="7708"/>
                  </a:cubicBezTo>
                  <a:cubicBezTo>
                    <a:pt x="5961" y="7829"/>
                    <a:pt x="6219" y="7829"/>
                    <a:pt x="6184" y="7996"/>
                  </a:cubicBezTo>
                  <a:cubicBezTo>
                    <a:pt x="6149" y="8163"/>
                    <a:pt x="6008" y="7890"/>
                    <a:pt x="5879" y="8027"/>
                  </a:cubicBezTo>
                  <a:cubicBezTo>
                    <a:pt x="5750" y="8163"/>
                    <a:pt x="5773" y="8072"/>
                    <a:pt x="5797" y="7935"/>
                  </a:cubicBezTo>
                  <a:cubicBezTo>
                    <a:pt x="5820" y="7799"/>
                    <a:pt x="5609" y="7647"/>
                    <a:pt x="5374" y="7677"/>
                  </a:cubicBezTo>
                  <a:cubicBezTo>
                    <a:pt x="5140" y="7708"/>
                    <a:pt x="5269" y="7920"/>
                    <a:pt x="5198" y="7996"/>
                  </a:cubicBezTo>
                  <a:cubicBezTo>
                    <a:pt x="5128" y="8072"/>
                    <a:pt x="4776" y="7951"/>
                    <a:pt x="4999" y="7890"/>
                  </a:cubicBezTo>
                  <a:cubicBezTo>
                    <a:pt x="5222" y="7829"/>
                    <a:pt x="5128" y="7662"/>
                    <a:pt x="5046" y="7495"/>
                  </a:cubicBezTo>
                  <a:cubicBezTo>
                    <a:pt x="4964" y="7328"/>
                    <a:pt x="4741" y="7525"/>
                    <a:pt x="4377" y="7693"/>
                  </a:cubicBezTo>
                  <a:cubicBezTo>
                    <a:pt x="4014" y="7860"/>
                    <a:pt x="3849" y="8042"/>
                    <a:pt x="3896" y="8057"/>
                  </a:cubicBezTo>
                  <a:cubicBezTo>
                    <a:pt x="3943" y="8072"/>
                    <a:pt x="3955" y="8148"/>
                    <a:pt x="3814" y="8300"/>
                  </a:cubicBezTo>
                  <a:cubicBezTo>
                    <a:pt x="3674" y="8452"/>
                    <a:pt x="3814" y="8589"/>
                    <a:pt x="3943" y="8589"/>
                  </a:cubicBezTo>
                  <a:cubicBezTo>
                    <a:pt x="4072" y="8589"/>
                    <a:pt x="3959" y="8722"/>
                    <a:pt x="4049" y="8756"/>
                  </a:cubicBezTo>
                  <a:cubicBezTo>
                    <a:pt x="4131" y="8786"/>
                    <a:pt x="4553" y="8543"/>
                    <a:pt x="4671" y="8649"/>
                  </a:cubicBezTo>
                  <a:cubicBezTo>
                    <a:pt x="4788" y="8756"/>
                    <a:pt x="3979" y="8816"/>
                    <a:pt x="3979" y="8999"/>
                  </a:cubicBezTo>
                  <a:cubicBezTo>
                    <a:pt x="3979" y="9181"/>
                    <a:pt x="4424" y="9287"/>
                    <a:pt x="4753" y="9211"/>
                  </a:cubicBezTo>
                  <a:cubicBezTo>
                    <a:pt x="5081" y="9135"/>
                    <a:pt x="5656" y="9272"/>
                    <a:pt x="5656" y="9378"/>
                  </a:cubicBezTo>
                  <a:cubicBezTo>
                    <a:pt x="5656" y="9484"/>
                    <a:pt x="5269" y="9454"/>
                    <a:pt x="4976" y="9439"/>
                  </a:cubicBezTo>
                  <a:cubicBezTo>
                    <a:pt x="4682" y="9424"/>
                    <a:pt x="4178" y="9545"/>
                    <a:pt x="4201" y="9667"/>
                  </a:cubicBezTo>
                  <a:cubicBezTo>
                    <a:pt x="4228" y="9803"/>
                    <a:pt x="4260" y="9803"/>
                    <a:pt x="4565" y="9986"/>
                  </a:cubicBezTo>
                  <a:cubicBezTo>
                    <a:pt x="4870" y="10168"/>
                    <a:pt x="5187" y="9894"/>
                    <a:pt x="5175" y="10153"/>
                  </a:cubicBezTo>
                  <a:cubicBezTo>
                    <a:pt x="5163" y="10411"/>
                    <a:pt x="5339" y="10472"/>
                    <a:pt x="5750" y="10487"/>
                  </a:cubicBezTo>
                  <a:cubicBezTo>
                    <a:pt x="6160" y="10502"/>
                    <a:pt x="6348" y="10244"/>
                    <a:pt x="6547" y="10259"/>
                  </a:cubicBezTo>
                  <a:cubicBezTo>
                    <a:pt x="6747" y="10274"/>
                    <a:pt x="6840" y="10229"/>
                    <a:pt x="6934" y="10046"/>
                  </a:cubicBezTo>
                  <a:cubicBezTo>
                    <a:pt x="7028" y="9864"/>
                    <a:pt x="7110" y="9970"/>
                    <a:pt x="7134" y="10062"/>
                  </a:cubicBezTo>
                  <a:cubicBezTo>
                    <a:pt x="7157" y="10153"/>
                    <a:pt x="7415" y="10137"/>
                    <a:pt x="7474" y="10213"/>
                  </a:cubicBezTo>
                  <a:cubicBezTo>
                    <a:pt x="7623" y="10407"/>
                    <a:pt x="8119" y="10350"/>
                    <a:pt x="8307" y="10229"/>
                  </a:cubicBezTo>
                  <a:cubicBezTo>
                    <a:pt x="8494" y="10107"/>
                    <a:pt x="8225" y="9773"/>
                    <a:pt x="8131" y="9925"/>
                  </a:cubicBezTo>
                  <a:cubicBezTo>
                    <a:pt x="8037" y="10077"/>
                    <a:pt x="7955" y="9986"/>
                    <a:pt x="7931" y="9910"/>
                  </a:cubicBezTo>
                  <a:cubicBezTo>
                    <a:pt x="7908" y="9834"/>
                    <a:pt x="8119" y="9788"/>
                    <a:pt x="8189" y="9682"/>
                  </a:cubicBezTo>
                  <a:close/>
                  <a:moveTo>
                    <a:pt x="2325" y="8437"/>
                  </a:moveTo>
                  <a:cubicBezTo>
                    <a:pt x="2536" y="8497"/>
                    <a:pt x="2559" y="8983"/>
                    <a:pt x="2700" y="8983"/>
                  </a:cubicBezTo>
                  <a:cubicBezTo>
                    <a:pt x="2794" y="8983"/>
                    <a:pt x="2723" y="8831"/>
                    <a:pt x="2876" y="8831"/>
                  </a:cubicBezTo>
                  <a:cubicBezTo>
                    <a:pt x="3028" y="8831"/>
                    <a:pt x="2993" y="8725"/>
                    <a:pt x="3134" y="8740"/>
                  </a:cubicBezTo>
                  <a:cubicBezTo>
                    <a:pt x="3275" y="8756"/>
                    <a:pt x="3392" y="8695"/>
                    <a:pt x="3392" y="8482"/>
                  </a:cubicBezTo>
                  <a:cubicBezTo>
                    <a:pt x="3392" y="8270"/>
                    <a:pt x="3498" y="8194"/>
                    <a:pt x="3638" y="8148"/>
                  </a:cubicBezTo>
                  <a:cubicBezTo>
                    <a:pt x="3779" y="8103"/>
                    <a:pt x="3650" y="7875"/>
                    <a:pt x="3849" y="7814"/>
                  </a:cubicBezTo>
                  <a:cubicBezTo>
                    <a:pt x="4049" y="7753"/>
                    <a:pt x="4600" y="7450"/>
                    <a:pt x="4694" y="7358"/>
                  </a:cubicBezTo>
                  <a:cubicBezTo>
                    <a:pt x="4788" y="7267"/>
                    <a:pt x="4577" y="7146"/>
                    <a:pt x="4366" y="6979"/>
                  </a:cubicBezTo>
                  <a:cubicBezTo>
                    <a:pt x="4154" y="6812"/>
                    <a:pt x="3990" y="6766"/>
                    <a:pt x="3826" y="6903"/>
                  </a:cubicBezTo>
                  <a:cubicBezTo>
                    <a:pt x="3662" y="7039"/>
                    <a:pt x="3791" y="6751"/>
                    <a:pt x="3662" y="6827"/>
                  </a:cubicBezTo>
                  <a:cubicBezTo>
                    <a:pt x="3533" y="6903"/>
                    <a:pt x="3181" y="6705"/>
                    <a:pt x="3134" y="6629"/>
                  </a:cubicBezTo>
                  <a:cubicBezTo>
                    <a:pt x="3087" y="6554"/>
                    <a:pt x="2454" y="6797"/>
                    <a:pt x="2301" y="6797"/>
                  </a:cubicBezTo>
                  <a:cubicBezTo>
                    <a:pt x="2149" y="6797"/>
                    <a:pt x="2313" y="7009"/>
                    <a:pt x="2419" y="7115"/>
                  </a:cubicBezTo>
                  <a:cubicBezTo>
                    <a:pt x="2524" y="7222"/>
                    <a:pt x="2160" y="7556"/>
                    <a:pt x="2231" y="7632"/>
                  </a:cubicBezTo>
                  <a:cubicBezTo>
                    <a:pt x="2301" y="7708"/>
                    <a:pt x="2160" y="7905"/>
                    <a:pt x="1996" y="8148"/>
                  </a:cubicBezTo>
                  <a:cubicBezTo>
                    <a:pt x="1832" y="8391"/>
                    <a:pt x="2114" y="8376"/>
                    <a:pt x="2325" y="8437"/>
                  </a:cubicBezTo>
                  <a:close/>
                  <a:moveTo>
                    <a:pt x="2524" y="20502"/>
                  </a:moveTo>
                  <a:cubicBezTo>
                    <a:pt x="2448" y="20396"/>
                    <a:pt x="2248" y="20419"/>
                    <a:pt x="2219" y="20320"/>
                  </a:cubicBezTo>
                  <a:cubicBezTo>
                    <a:pt x="2190" y="20221"/>
                    <a:pt x="2008" y="19865"/>
                    <a:pt x="1908" y="19872"/>
                  </a:cubicBezTo>
                  <a:cubicBezTo>
                    <a:pt x="1809" y="19880"/>
                    <a:pt x="1680" y="19887"/>
                    <a:pt x="1562" y="19773"/>
                  </a:cubicBezTo>
                  <a:cubicBezTo>
                    <a:pt x="1445" y="19659"/>
                    <a:pt x="1369" y="19652"/>
                    <a:pt x="1287" y="19720"/>
                  </a:cubicBezTo>
                  <a:cubicBezTo>
                    <a:pt x="1204" y="19789"/>
                    <a:pt x="1375" y="19804"/>
                    <a:pt x="1369" y="19880"/>
                  </a:cubicBezTo>
                  <a:cubicBezTo>
                    <a:pt x="1363" y="19956"/>
                    <a:pt x="1421" y="20001"/>
                    <a:pt x="1492" y="19986"/>
                  </a:cubicBezTo>
                  <a:cubicBezTo>
                    <a:pt x="1562" y="19971"/>
                    <a:pt x="1603" y="20161"/>
                    <a:pt x="1674" y="20168"/>
                  </a:cubicBezTo>
                  <a:cubicBezTo>
                    <a:pt x="1744" y="20176"/>
                    <a:pt x="1768" y="20320"/>
                    <a:pt x="1850" y="20320"/>
                  </a:cubicBezTo>
                  <a:cubicBezTo>
                    <a:pt x="1932" y="20320"/>
                    <a:pt x="1949" y="20441"/>
                    <a:pt x="1990" y="20510"/>
                  </a:cubicBezTo>
                  <a:cubicBezTo>
                    <a:pt x="2032" y="20578"/>
                    <a:pt x="2125" y="20517"/>
                    <a:pt x="2125" y="20586"/>
                  </a:cubicBezTo>
                  <a:cubicBezTo>
                    <a:pt x="2125" y="20647"/>
                    <a:pt x="2219" y="20702"/>
                    <a:pt x="2243" y="20779"/>
                  </a:cubicBezTo>
                  <a:cubicBezTo>
                    <a:pt x="2403" y="20804"/>
                    <a:pt x="2541" y="20823"/>
                    <a:pt x="2661" y="20781"/>
                  </a:cubicBezTo>
                  <a:cubicBezTo>
                    <a:pt x="2662" y="20733"/>
                    <a:pt x="2671" y="20680"/>
                    <a:pt x="2688" y="20639"/>
                  </a:cubicBezTo>
                  <a:cubicBezTo>
                    <a:pt x="2729" y="20540"/>
                    <a:pt x="2600" y="20609"/>
                    <a:pt x="2524" y="2050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3" name="Shape 3359"/>
            <p:cNvSpPr/>
            <p:nvPr/>
          </p:nvSpPr>
          <p:spPr>
            <a:xfrm>
              <a:off x="1613682" y="1255086"/>
              <a:ext cx="5156800" cy="289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6" h="21583" extrusionOk="0">
                  <a:moveTo>
                    <a:pt x="20404" y="19371"/>
                  </a:moveTo>
                  <a:cubicBezTo>
                    <a:pt x="20326" y="19391"/>
                    <a:pt x="20387" y="19172"/>
                    <a:pt x="20398" y="19063"/>
                  </a:cubicBezTo>
                  <a:cubicBezTo>
                    <a:pt x="20409" y="18954"/>
                    <a:pt x="20231" y="19113"/>
                    <a:pt x="20226" y="19241"/>
                  </a:cubicBezTo>
                  <a:cubicBezTo>
                    <a:pt x="20220" y="19371"/>
                    <a:pt x="20098" y="19420"/>
                    <a:pt x="20098" y="19500"/>
                  </a:cubicBezTo>
                  <a:cubicBezTo>
                    <a:pt x="20098" y="19731"/>
                    <a:pt x="20081" y="19609"/>
                    <a:pt x="19992" y="19688"/>
                  </a:cubicBezTo>
                  <a:cubicBezTo>
                    <a:pt x="19903" y="19768"/>
                    <a:pt x="19558" y="19688"/>
                    <a:pt x="19547" y="19549"/>
                  </a:cubicBezTo>
                  <a:cubicBezTo>
                    <a:pt x="19536" y="19410"/>
                    <a:pt x="19286" y="19341"/>
                    <a:pt x="19274" y="19152"/>
                  </a:cubicBezTo>
                  <a:cubicBezTo>
                    <a:pt x="19263" y="18964"/>
                    <a:pt x="19141" y="18904"/>
                    <a:pt x="19241" y="18696"/>
                  </a:cubicBezTo>
                  <a:cubicBezTo>
                    <a:pt x="19341" y="18487"/>
                    <a:pt x="19224" y="18388"/>
                    <a:pt x="19130" y="18547"/>
                  </a:cubicBezTo>
                  <a:cubicBezTo>
                    <a:pt x="19035" y="18706"/>
                    <a:pt x="18980" y="18457"/>
                    <a:pt x="19107" y="18368"/>
                  </a:cubicBezTo>
                  <a:cubicBezTo>
                    <a:pt x="19236" y="18279"/>
                    <a:pt x="19475" y="18189"/>
                    <a:pt x="19352" y="17792"/>
                  </a:cubicBezTo>
                  <a:cubicBezTo>
                    <a:pt x="19230" y="17395"/>
                    <a:pt x="18462" y="17911"/>
                    <a:pt x="18267" y="18110"/>
                  </a:cubicBezTo>
                  <a:cubicBezTo>
                    <a:pt x="18073" y="18309"/>
                    <a:pt x="17828" y="18944"/>
                    <a:pt x="17722" y="18944"/>
                  </a:cubicBezTo>
                  <a:cubicBezTo>
                    <a:pt x="17616" y="18944"/>
                    <a:pt x="17906" y="18606"/>
                    <a:pt x="17950" y="18477"/>
                  </a:cubicBezTo>
                  <a:cubicBezTo>
                    <a:pt x="17995" y="18348"/>
                    <a:pt x="17939" y="18219"/>
                    <a:pt x="18000" y="18269"/>
                  </a:cubicBezTo>
                  <a:cubicBezTo>
                    <a:pt x="18062" y="18318"/>
                    <a:pt x="18234" y="17842"/>
                    <a:pt x="18351" y="17683"/>
                  </a:cubicBezTo>
                  <a:cubicBezTo>
                    <a:pt x="18468" y="17524"/>
                    <a:pt x="18596" y="17673"/>
                    <a:pt x="18612" y="17544"/>
                  </a:cubicBezTo>
                  <a:cubicBezTo>
                    <a:pt x="18629" y="17415"/>
                    <a:pt x="18685" y="17326"/>
                    <a:pt x="18796" y="17147"/>
                  </a:cubicBezTo>
                  <a:cubicBezTo>
                    <a:pt x="18907" y="16968"/>
                    <a:pt x="20237" y="16998"/>
                    <a:pt x="20365" y="17008"/>
                  </a:cubicBezTo>
                  <a:cubicBezTo>
                    <a:pt x="20493" y="17018"/>
                    <a:pt x="20743" y="16710"/>
                    <a:pt x="20816" y="16512"/>
                  </a:cubicBezTo>
                  <a:cubicBezTo>
                    <a:pt x="20888" y="16313"/>
                    <a:pt x="20982" y="16313"/>
                    <a:pt x="21161" y="16333"/>
                  </a:cubicBezTo>
                  <a:cubicBezTo>
                    <a:pt x="21339" y="16353"/>
                    <a:pt x="21422" y="16065"/>
                    <a:pt x="21511" y="15956"/>
                  </a:cubicBezTo>
                  <a:cubicBezTo>
                    <a:pt x="21600" y="15847"/>
                    <a:pt x="21567" y="15797"/>
                    <a:pt x="21489" y="15767"/>
                  </a:cubicBezTo>
                  <a:cubicBezTo>
                    <a:pt x="21411" y="15737"/>
                    <a:pt x="21339" y="15648"/>
                    <a:pt x="21416" y="15638"/>
                  </a:cubicBezTo>
                  <a:cubicBezTo>
                    <a:pt x="21494" y="15628"/>
                    <a:pt x="21533" y="15549"/>
                    <a:pt x="21567" y="15370"/>
                  </a:cubicBezTo>
                  <a:cubicBezTo>
                    <a:pt x="21600" y="15191"/>
                    <a:pt x="21539" y="15271"/>
                    <a:pt x="21433" y="15023"/>
                  </a:cubicBezTo>
                  <a:cubicBezTo>
                    <a:pt x="21327" y="14774"/>
                    <a:pt x="21272" y="15102"/>
                    <a:pt x="21166" y="15082"/>
                  </a:cubicBezTo>
                  <a:cubicBezTo>
                    <a:pt x="21060" y="15062"/>
                    <a:pt x="21238" y="14824"/>
                    <a:pt x="21149" y="14725"/>
                  </a:cubicBezTo>
                  <a:cubicBezTo>
                    <a:pt x="21060" y="14626"/>
                    <a:pt x="20893" y="14695"/>
                    <a:pt x="20760" y="14894"/>
                  </a:cubicBezTo>
                  <a:cubicBezTo>
                    <a:pt x="20626" y="15092"/>
                    <a:pt x="20637" y="14884"/>
                    <a:pt x="20521" y="15082"/>
                  </a:cubicBezTo>
                  <a:cubicBezTo>
                    <a:pt x="20404" y="15281"/>
                    <a:pt x="20404" y="14983"/>
                    <a:pt x="20459" y="14904"/>
                  </a:cubicBezTo>
                  <a:cubicBezTo>
                    <a:pt x="20515" y="14824"/>
                    <a:pt x="20554" y="14913"/>
                    <a:pt x="20604" y="14794"/>
                  </a:cubicBezTo>
                  <a:cubicBezTo>
                    <a:pt x="20654" y="14675"/>
                    <a:pt x="20704" y="14794"/>
                    <a:pt x="20832" y="14645"/>
                  </a:cubicBezTo>
                  <a:cubicBezTo>
                    <a:pt x="20960" y="14497"/>
                    <a:pt x="21071" y="14566"/>
                    <a:pt x="21110" y="14457"/>
                  </a:cubicBezTo>
                  <a:cubicBezTo>
                    <a:pt x="21149" y="14348"/>
                    <a:pt x="21049" y="14199"/>
                    <a:pt x="20927" y="14248"/>
                  </a:cubicBezTo>
                  <a:cubicBezTo>
                    <a:pt x="20804" y="14298"/>
                    <a:pt x="20721" y="13950"/>
                    <a:pt x="20643" y="14050"/>
                  </a:cubicBezTo>
                  <a:cubicBezTo>
                    <a:pt x="20565" y="14149"/>
                    <a:pt x="20582" y="13901"/>
                    <a:pt x="20493" y="14000"/>
                  </a:cubicBezTo>
                  <a:cubicBezTo>
                    <a:pt x="20404" y="14100"/>
                    <a:pt x="20354" y="13970"/>
                    <a:pt x="20315" y="13782"/>
                  </a:cubicBezTo>
                  <a:cubicBezTo>
                    <a:pt x="20276" y="13593"/>
                    <a:pt x="20037" y="13285"/>
                    <a:pt x="19892" y="13206"/>
                  </a:cubicBezTo>
                  <a:cubicBezTo>
                    <a:pt x="19747" y="13127"/>
                    <a:pt x="19842" y="12988"/>
                    <a:pt x="19920" y="13087"/>
                  </a:cubicBezTo>
                  <a:cubicBezTo>
                    <a:pt x="19998" y="13186"/>
                    <a:pt x="20087" y="12988"/>
                    <a:pt x="20120" y="12888"/>
                  </a:cubicBezTo>
                  <a:cubicBezTo>
                    <a:pt x="20153" y="12789"/>
                    <a:pt x="20064" y="12700"/>
                    <a:pt x="20020" y="12690"/>
                  </a:cubicBezTo>
                  <a:cubicBezTo>
                    <a:pt x="19975" y="12680"/>
                    <a:pt x="19975" y="12550"/>
                    <a:pt x="19987" y="12451"/>
                  </a:cubicBezTo>
                  <a:cubicBezTo>
                    <a:pt x="19998" y="12352"/>
                    <a:pt x="19831" y="12223"/>
                    <a:pt x="19825" y="12124"/>
                  </a:cubicBezTo>
                  <a:cubicBezTo>
                    <a:pt x="19820" y="12024"/>
                    <a:pt x="19725" y="11955"/>
                    <a:pt x="19731" y="11865"/>
                  </a:cubicBezTo>
                  <a:cubicBezTo>
                    <a:pt x="19736" y="11776"/>
                    <a:pt x="19636" y="11647"/>
                    <a:pt x="19636" y="11528"/>
                  </a:cubicBezTo>
                  <a:cubicBezTo>
                    <a:pt x="19636" y="11409"/>
                    <a:pt x="19469" y="11171"/>
                    <a:pt x="19464" y="11032"/>
                  </a:cubicBezTo>
                  <a:cubicBezTo>
                    <a:pt x="19458" y="10893"/>
                    <a:pt x="19369" y="10794"/>
                    <a:pt x="19336" y="10625"/>
                  </a:cubicBezTo>
                  <a:cubicBezTo>
                    <a:pt x="19302" y="10456"/>
                    <a:pt x="19258" y="10535"/>
                    <a:pt x="19224" y="10774"/>
                  </a:cubicBezTo>
                  <a:cubicBezTo>
                    <a:pt x="19191" y="11012"/>
                    <a:pt x="19074" y="11002"/>
                    <a:pt x="19107" y="11081"/>
                  </a:cubicBezTo>
                  <a:cubicBezTo>
                    <a:pt x="19176" y="11244"/>
                    <a:pt x="19124" y="11250"/>
                    <a:pt x="19074" y="11349"/>
                  </a:cubicBezTo>
                  <a:cubicBezTo>
                    <a:pt x="19024" y="11449"/>
                    <a:pt x="19107" y="11598"/>
                    <a:pt x="19024" y="11598"/>
                  </a:cubicBezTo>
                  <a:cubicBezTo>
                    <a:pt x="18941" y="11598"/>
                    <a:pt x="18980" y="11905"/>
                    <a:pt x="18935" y="11766"/>
                  </a:cubicBezTo>
                  <a:cubicBezTo>
                    <a:pt x="18891" y="11627"/>
                    <a:pt x="18785" y="11667"/>
                    <a:pt x="18785" y="11806"/>
                  </a:cubicBezTo>
                  <a:cubicBezTo>
                    <a:pt x="18785" y="11945"/>
                    <a:pt x="18607" y="12074"/>
                    <a:pt x="18534" y="12064"/>
                  </a:cubicBezTo>
                  <a:cubicBezTo>
                    <a:pt x="18462" y="12054"/>
                    <a:pt x="18462" y="11786"/>
                    <a:pt x="18401" y="11865"/>
                  </a:cubicBezTo>
                  <a:cubicBezTo>
                    <a:pt x="18340" y="11945"/>
                    <a:pt x="18351" y="11637"/>
                    <a:pt x="18256" y="11647"/>
                  </a:cubicBezTo>
                  <a:cubicBezTo>
                    <a:pt x="18162" y="11657"/>
                    <a:pt x="18095" y="11637"/>
                    <a:pt x="18123" y="11488"/>
                  </a:cubicBezTo>
                  <a:cubicBezTo>
                    <a:pt x="18151" y="11339"/>
                    <a:pt x="17961" y="11270"/>
                    <a:pt x="18023" y="11181"/>
                  </a:cubicBezTo>
                  <a:cubicBezTo>
                    <a:pt x="18084" y="11091"/>
                    <a:pt x="18006" y="10933"/>
                    <a:pt x="17995" y="10674"/>
                  </a:cubicBezTo>
                  <a:cubicBezTo>
                    <a:pt x="17984" y="10416"/>
                    <a:pt x="18078" y="10397"/>
                    <a:pt x="18078" y="10297"/>
                  </a:cubicBezTo>
                  <a:cubicBezTo>
                    <a:pt x="18078" y="10198"/>
                    <a:pt x="18011" y="10198"/>
                    <a:pt x="17945" y="10277"/>
                  </a:cubicBezTo>
                  <a:cubicBezTo>
                    <a:pt x="17878" y="10357"/>
                    <a:pt x="17878" y="10168"/>
                    <a:pt x="17806" y="10178"/>
                  </a:cubicBezTo>
                  <a:cubicBezTo>
                    <a:pt x="17733" y="10188"/>
                    <a:pt x="17516" y="10168"/>
                    <a:pt x="17505" y="9989"/>
                  </a:cubicBezTo>
                  <a:cubicBezTo>
                    <a:pt x="17494" y="9811"/>
                    <a:pt x="17422" y="9900"/>
                    <a:pt x="17388" y="9731"/>
                  </a:cubicBezTo>
                  <a:cubicBezTo>
                    <a:pt x="17355" y="9563"/>
                    <a:pt x="17266" y="9691"/>
                    <a:pt x="17266" y="9572"/>
                  </a:cubicBezTo>
                  <a:cubicBezTo>
                    <a:pt x="17266" y="9453"/>
                    <a:pt x="17227" y="9404"/>
                    <a:pt x="17160" y="9394"/>
                  </a:cubicBezTo>
                  <a:cubicBezTo>
                    <a:pt x="17093" y="9384"/>
                    <a:pt x="17071" y="9255"/>
                    <a:pt x="16982" y="9235"/>
                  </a:cubicBezTo>
                  <a:cubicBezTo>
                    <a:pt x="16893" y="9215"/>
                    <a:pt x="16782" y="9344"/>
                    <a:pt x="16732" y="9384"/>
                  </a:cubicBezTo>
                  <a:cubicBezTo>
                    <a:pt x="16682" y="9424"/>
                    <a:pt x="16554" y="9245"/>
                    <a:pt x="16504" y="9314"/>
                  </a:cubicBezTo>
                  <a:cubicBezTo>
                    <a:pt x="16454" y="9384"/>
                    <a:pt x="16442" y="9265"/>
                    <a:pt x="16303" y="9195"/>
                  </a:cubicBezTo>
                  <a:cubicBezTo>
                    <a:pt x="16164" y="9126"/>
                    <a:pt x="15981" y="9106"/>
                    <a:pt x="15970" y="9195"/>
                  </a:cubicBezTo>
                  <a:cubicBezTo>
                    <a:pt x="15958" y="9285"/>
                    <a:pt x="15847" y="9314"/>
                    <a:pt x="15864" y="9523"/>
                  </a:cubicBezTo>
                  <a:cubicBezTo>
                    <a:pt x="15881" y="9731"/>
                    <a:pt x="15997" y="9691"/>
                    <a:pt x="16025" y="9831"/>
                  </a:cubicBezTo>
                  <a:cubicBezTo>
                    <a:pt x="16053" y="9970"/>
                    <a:pt x="15970" y="9920"/>
                    <a:pt x="15964" y="10049"/>
                  </a:cubicBezTo>
                  <a:cubicBezTo>
                    <a:pt x="15958" y="10178"/>
                    <a:pt x="15886" y="10168"/>
                    <a:pt x="15886" y="10257"/>
                  </a:cubicBezTo>
                  <a:cubicBezTo>
                    <a:pt x="15886" y="10347"/>
                    <a:pt x="15936" y="10327"/>
                    <a:pt x="15964" y="10506"/>
                  </a:cubicBezTo>
                  <a:cubicBezTo>
                    <a:pt x="15992" y="10684"/>
                    <a:pt x="16047" y="10674"/>
                    <a:pt x="16064" y="10912"/>
                  </a:cubicBezTo>
                  <a:cubicBezTo>
                    <a:pt x="16081" y="11151"/>
                    <a:pt x="16020" y="11101"/>
                    <a:pt x="15964" y="11131"/>
                  </a:cubicBezTo>
                  <a:cubicBezTo>
                    <a:pt x="15908" y="11161"/>
                    <a:pt x="15970" y="11280"/>
                    <a:pt x="15892" y="11439"/>
                  </a:cubicBezTo>
                  <a:cubicBezTo>
                    <a:pt x="15814" y="11598"/>
                    <a:pt x="15747" y="11766"/>
                    <a:pt x="15808" y="11865"/>
                  </a:cubicBezTo>
                  <a:cubicBezTo>
                    <a:pt x="15869" y="11965"/>
                    <a:pt x="16098" y="12134"/>
                    <a:pt x="16187" y="12402"/>
                  </a:cubicBezTo>
                  <a:cubicBezTo>
                    <a:pt x="16276" y="12670"/>
                    <a:pt x="16270" y="13087"/>
                    <a:pt x="16242" y="13385"/>
                  </a:cubicBezTo>
                  <a:cubicBezTo>
                    <a:pt x="16214" y="13683"/>
                    <a:pt x="16025" y="13752"/>
                    <a:pt x="15886" y="14010"/>
                  </a:cubicBezTo>
                  <a:cubicBezTo>
                    <a:pt x="15747" y="14268"/>
                    <a:pt x="15602" y="14229"/>
                    <a:pt x="15536" y="14238"/>
                  </a:cubicBezTo>
                  <a:cubicBezTo>
                    <a:pt x="15469" y="14248"/>
                    <a:pt x="15508" y="14487"/>
                    <a:pt x="15602" y="14675"/>
                  </a:cubicBezTo>
                  <a:cubicBezTo>
                    <a:pt x="15697" y="14864"/>
                    <a:pt x="15619" y="14923"/>
                    <a:pt x="15669" y="15122"/>
                  </a:cubicBezTo>
                  <a:cubicBezTo>
                    <a:pt x="15719" y="15320"/>
                    <a:pt x="15669" y="15479"/>
                    <a:pt x="15741" y="15658"/>
                  </a:cubicBezTo>
                  <a:cubicBezTo>
                    <a:pt x="15814" y="15837"/>
                    <a:pt x="15769" y="15906"/>
                    <a:pt x="15686" y="16035"/>
                  </a:cubicBezTo>
                  <a:cubicBezTo>
                    <a:pt x="15602" y="16164"/>
                    <a:pt x="15719" y="16095"/>
                    <a:pt x="15725" y="16264"/>
                  </a:cubicBezTo>
                  <a:cubicBezTo>
                    <a:pt x="15730" y="16432"/>
                    <a:pt x="15686" y="16333"/>
                    <a:pt x="15613" y="16244"/>
                  </a:cubicBezTo>
                  <a:cubicBezTo>
                    <a:pt x="15541" y="16154"/>
                    <a:pt x="15474" y="16412"/>
                    <a:pt x="15474" y="16522"/>
                  </a:cubicBezTo>
                  <a:cubicBezTo>
                    <a:pt x="15474" y="16631"/>
                    <a:pt x="15302" y="16373"/>
                    <a:pt x="15263" y="16383"/>
                  </a:cubicBezTo>
                  <a:cubicBezTo>
                    <a:pt x="15224" y="16393"/>
                    <a:pt x="15274" y="16214"/>
                    <a:pt x="15174" y="16075"/>
                  </a:cubicBezTo>
                  <a:cubicBezTo>
                    <a:pt x="15074" y="15936"/>
                    <a:pt x="14996" y="15906"/>
                    <a:pt x="14996" y="15767"/>
                  </a:cubicBezTo>
                  <a:cubicBezTo>
                    <a:pt x="14996" y="15628"/>
                    <a:pt x="14823" y="15529"/>
                    <a:pt x="14823" y="15370"/>
                  </a:cubicBezTo>
                  <a:cubicBezTo>
                    <a:pt x="14823" y="15211"/>
                    <a:pt x="14846" y="14804"/>
                    <a:pt x="14807" y="14685"/>
                  </a:cubicBezTo>
                  <a:cubicBezTo>
                    <a:pt x="14768" y="14566"/>
                    <a:pt x="14801" y="14437"/>
                    <a:pt x="14835" y="14328"/>
                  </a:cubicBezTo>
                  <a:cubicBezTo>
                    <a:pt x="14868" y="14218"/>
                    <a:pt x="14796" y="14050"/>
                    <a:pt x="14695" y="14050"/>
                  </a:cubicBezTo>
                  <a:cubicBezTo>
                    <a:pt x="14595" y="14050"/>
                    <a:pt x="14456" y="13990"/>
                    <a:pt x="14317" y="14010"/>
                  </a:cubicBezTo>
                  <a:cubicBezTo>
                    <a:pt x="14178" y="14030"/>
                    <a:pt x="14100" y="13990"/>
                    <a:pt x="14056" y="13921"/>
                  </a:cubicBezTo>
                  <a:cubicBezTo>
                    <a:pt x="14011" y="13851"/>
                    <a:pt x="13883" y="13702"/>
                    <a:pt x="13711" y="13623"/>
                  </a:cubicBezTo>
                  <a:cubicBezTo>
                    <a:pt x="13538" y="13544"/>
                    <a:pt x="13460" y="13385"/>
                    <a:pt x="13444" y="13296"/>
                  </a:cubicBezTo>
                  <a:cubicBezTo>
                    <a:pt x="13427" y="13206"/>
                    <a:pt x="13255" y="13137"/>
                    <a:pt x="13216" y="13047"/>
                  </a:cubicBezTo>
                  <a:cubicBezTo>
                    <a:pt x="13177" y="12958"/>
                    <a:pt x="13010" y="12908"/>
                    <a:pt x="12943" y="12928"/>
                  </a:cubicBezTo>
                  <a:cubicBezTo>
                    <a:pt x="12876" y="12948"/>
                    <a:pt x="12709" y="12680"/>
                    <a:pt x="12609" y="12690"/>
                  </a:cubicBezTo>
                  <a:cubicBezTo>
                    <a:pt x="12509" y="12700"/>
                    <a:pt x="12275" y="12878"/>
                    <a:pt x="12236" y="12888"/>
                  </a:cubicBezTo>
                  <a:cubicBezTo>
                    <a:pt x="12197" y="12898"/>
                    <a:pt x="12242" y="12740"/>
                    <a:pt x="12270" y="12670"/>
                  </a:cubicBezTo>
                  <a:cubicBezTo>
                    <a:pt x="12298" y="12600"/>
                    <a:pt x="12186" y="12302"/>
                    <a:pt x="12158" y="12104"/>
                  </a:cubicBezTo>
                  <a:cubicBezTo>
                    <a:pt x="12131" y="11905"/>
                    <a:pt x="12092" y="11687"/>
                    <a:pt x="11975" y="11717"/>
                  </a:cubicBezTo>
                  <a:cubicBezTo>
                    <a:pt x="11858" y="11746"/>
                    <a:pt x="11730" y="11637"/>
                    <a:pt x="11697" y="11598"/>
                  </a:cubicBezTo>
                  <a:cubicBezTo>
                    <a:pt x="11663" y="11558"/>
                    <a:pt x="11658" y="10992"/>
                    <a:pt x="11686" y="10754"/>
                  </a:cubicBezTo>
                  <a:cubicBezTo>
                    <a:pt x="11713" y="10515"/>
                    <a:pt x="11858" y="10158"/>
                    <a:pt x="11858" y="10009"/>
                  </a:cubicBezTo>
                  <a:cubicBezTo>
                    <a:pt x="11858" y="9860"/>
                    <a:pt x="11953" y="9791"/>
                    <a:pt x="12036" y="9751"/>
                  </a:cubicBezTo>
                  <a:cubicBezTo>
                    <a:pt x="12120" y="9711"/>
                    <a:pt x="12053" y="9424"/>
                    <a:pt x="12136" y="9404"/>
                  </a:cubicBezTo>
                  <a:cubicBezTo>
                    <a:pt x="12220" y="9384"/>
                    <a:pt x="12225" y="9324"/>
                    <a:pt x="12242" y="9205"/>
                  </a:cubicBezTo>
                  <a:cubicBezTo>
                    <a:pt x="12259" y="9086"/>
                    <a:pt x="12359" y="9165"/>
                    <a:pt x="12303" y="9066"/>
                  </a:cubicBezTo>
                  <a:cubicBezTo>
                    <a:pt x="12247" y="8967"/>
                    <a:pt x="12292" y="8937"/>
                    <a:pt x="12420" y="8937"/>
                  </a:cubicBezTo>
                  <a:cubicBezTo>
                    <a:pt x="12548" y="8937"/>
                    <a:pt x="12737" y="8858"/>
                    <a:pt x="12709" y="8630"/>
                  </a:cubicBezTo>
                  <a:cubicBezTo>
                    <a:pt x="12681" y="8401"/>
                    <a:pt x="12348" y="8570"/>
                    <a:pt x="12348" y="8381"/>
                  </a:cubicBezTo>
                  <a:cubicBezTo>
                    <a:pt x="12348" y="8192"/>
                    <a:pt x="11925" y="8183"/>
                    <a:pt x="11953" y="8074"/>
                  </a:cubicBezTo>
                  <a:cubicBezTo>
                    <a:pt x="11980" y="7964"/>
                    <a:pt x="12375" y="8153"/>
                    <a:pt x="12520" y="8252"/>
                  </a:cubicBezTo>
                  <a:cubicBezTo>
                    <a:pt x="12665" y="8351"/>
                    <a:pt x="12704" y="8342"/>
                    <a:pt x="12821" y="8332"/>
                  </a:cubicBezTo>
                  <a:cubicBezTo>
                    <a:pt x="12937" y="8322"/>
                    <a:pt x="12859" y="8053"/>
                    <a:pt x="12882" y="7944"/>
                  </a:cubicBezTo>
                  <a:cubicBezTo>
                    <a:pt x="12904" y="7835"/>
                    <a:pt x="13127" y="8113"/>
                    <a:pt x="13255" y="8053"/>
                  </a:cubicBezTo>
                  <a:cubicBezTo>
                    <a:pt x="13382" y="7994"/>
                    <a:pt x="13505" y="7527"/>
                    <a:pt x="13611" y="7399"/>
                  </a:cubicBezTo>
                  <a:cubicBezTo>
                    <a:pt x="13716" y="7270"/>
                    <a:pt x="13622" y="7150"/>
                    <a:pt x="13416" y="7180"/>
                  </a:cubicBezTo>
                  <a:cubicBezTo>
                    <a:pt x="13210" y="7210"/>
                    <a:pt x="13093" y="7071"/>
                    <a:pt x="12982" y="6922"/>
                  </a:cubicBezTo>
                  <a:cubicBezTo>
                    <a:pt x="12871" y="6773"/>
                    <a:pt x="12882" y="6654"/>
                    <a:pt x="12999" y="6674"/>
                  </a:cubicBezTo>
                  <a:cubicBezTo>
                    <a:pt x="13115" y="6694"/>
                    <a:pt x="13394" y="7101"/>
                    <a:pt x="13499" y="7111"/>
                  </a:cubicBezTo>
                  <a:cubicBezTo>
                    <a:pt x="13605" y="7121"/>
                    <a:pt x="13789" y="6743"/>
                    <a:pt x="13878" y="6624"/>
                  </a:cubicBezTo>
                  <a:cubicBezTo>
                    <a:pt x="13967" y="6505"/>
                    <a:pt x="13794" y="6455"/>
                    <a:pt x="13733" y="6366"/>
                  </a:cubicBezTo>
                  <a:cubicBezTo>
                    <a:pt x="13672" y="6277"/>
                    <a:pt x="13839" y="6217"/>
                    <a:pt x="13928" y="6217"/>
                  </a:cubicBezTo>
                  <a:cubicBezTo>
                    <a:pt x="14017" y="6217"/>
                    <a:pt x="14056" y="6356"/>
                    <a:pt x="14089" y="6425"/>
                  </a:cubicBezTo>
                  <a:cubicBezTo>
                    <a:pt x="14122" y="6495"/>
                    <a:pt x="14278" y="6376"/>
                    <a:pt x="14356" y="6376"/>
                  </a:cubicBezTo>
                  <a:cubicBezTo>
                    <a:pt x="14434" y="6376"/>
                    <a:pt x="14345" y="6148"/>
                    <a:pt x="14217" y="6058"/>
                  </a:cubicBezTo>
                  <a:cubicBezTo>
                    <a:pt x="14089" y="5969"/>
                    <a:pt x="14223" y="5800"/>
                    <a:pt x="14262" y="5939"/>
                  </a:cubicBezTo>
                  <a:cubicBezTo>
                    <a:pt x="14301" y="6078"/>
                    <a:pt x="14389" y="6048"/>
                    <a:pt x="14434" y="6207"/>
                  </a:cubicBezTo>
                  <a:cubicBezTo>
                    <a:pt x="14499" y="6439"/>
                    <a:pt x="14540" y="6286"/>
                    <a:pt x="14651" y="6217"/>
                  </a:cubicBezTo>
                  <a:cubicBezTo>
                    <a:pt x="14762" y="6148"/>
                    <a:pt x="14818" y="6028"/>
                    <a:pt x="14879" y="5909"/>
                  </a:cubicBezTo>
                  <a:cubicBezTo>
                    <a:pt x="14940" y="5790"/>
                    <a:pt x="14951" y="5929"/>
                    <a:pt x="15024" y="5741"/>
                  </a:cubicBezTo>
                  <a:cubicBezTo>
                    <a:pt x="15096" y="5552"/>
                    <a:pt x="14990" y="5373"/>
                    <a:pt x="14901" y="5254"/>
                  </a:cubicBezTo>
                  <a:cubicBezTo>
                    <a:pt x="14812" y="5135"/>
                    <a:pt x="14907" y="5016"/>
                    <a:pt x="14818" y="4937"/>
                  </a:cubicBezTo>
                  <a:cubicBezTo>
                    <a:pt x="14729" y="4857"/>
                    <a:pt x="14712" y="4708"/>
                    <a:pt x="14823" y="4748"/>
                  </a:cubicBezTo>
                  <a:cubicBezTo>
                    <a:pt x="14935" y="4788"/>
                    <a:pt x="15024" y="4728"/>
                    <a:pt x="15074" y="4589"/>
                  </a:cubicBezTo>
                  <a:cubicBezTo>
                    <a:pt x="15124" y="4450"/>
                    <a:pt x="14907" y="4420"/>
                    <a:pt x="15007" y="4321"/>
                  </a:cubicBezTo>
                  <a:cubicBezTo>
                    <a:pt x="15107" y="4222"/>
                    <a:pt x="15024" y="4123"/>
                    <a:pt x="14924" y="4123"/>
                  </a:cubicBezTo>
                  <a:cubicBezTo>
                    <a:pt x="14823" y="4123"/>
                    <a:pt x="14740" y="4033"/>
                    <a:pt x="14734" y="3884"/>
                  </a:cubicBezTo>
                  <a:cubicBezTo>
                    <a:pt x="14729" y="3735"/>
                    <a:pt x="14556" y="3835"/>
                    <a:pt x="14451" y="3745"/>
                  </a:cubicBezTo>
                  <a:cubicBezTo>
                    <a:pt x="14345" y="3656"/>
                    <a:pt x="14111" y="3676"/>
                    <a:pt x="14056" y="3686"/>
                  </a:cubicBezTo>
                  <a:cubicBezTo>
                    <a:pt x="14000" y="3696"/>
                    <a:pt x="13994" y="4103"/>
                    <a:pt x="14078" y="4113"/>
                  </a:cubicBezTo>
                  <a:cubicBezTo>
                    <a:pt x="14161" y="4123"/>
                    <a:pt x="14228" y="4281"/>
                    <a:pt x="14156" y="4331"/>
                  </a:cubicBezTo>
                  <a:cubicBezTo>
                    <a:pt x="14084" y="4381"/>
                    <a:pt x="14167" y="4539"/>
                    <a:pt x="14111" y="4529"/>
                  </a:cubicBezTo>
                  <a:cubicBezTo>
                    <a:pt x="14056" y="4520"/>
                    <a:pt x="13967" y="4470"/>
                    <a:pt x="13950" y="4728"/>
                  </a:cubicBezTo>
                  <a:cubicBezTo>
                    <a:pt x="13933" y="4986"/>
                    <a:pt x="13922" y="5085"/>
                    <a:pt x="13828" y="5175"/>
                  </a:cubicBezTo>
                  <a:cubicBezTo>
                    <a:pt x="13733" y="5264"/>
                    <a:pt x="13805" y="4887"/>
                    <a:pt x="13716" y="4897"/>
                  </a:cubicBezTo>
                  <a:cubicBezTo>
                    <a:pt x="13627" y="4907"/>
                    <a:pt x="13616" y="5215"/>
                    <a:pt x="13683" y="5244"/>
                  </a:cubicBezTo>
                  <a:cubicBezTo>
                    <a:pt x="13750" y="5274"/>
                    <a:pt x="13761" y="5373"/>
                    <a:pt x="13777" y="5522"/>
                  </a:cubicBezTo>
                  <a:cubicBezTo>
                    <a:pt x="13794" y="5671"/>
                    <a:pt x="13655" y="5562"/>
                    <a:pt x="13599" y="5741"/>
                  </a:cubicBezTo>
                  <a:cubicBezTo>
                    <a:pt x="13544" y="5919"/>
                    <a:pt x="13538" y="5661"/>
                    <a:pt x="13460" y="5542"/>
                  </a:cubicBezTo>
                  <a:cubicBezTo>
                    <a:pt x="13382" y="5423"/>
                    <a:pt x="13288" y="5224"/>
                    <a:pt x="13293" y="5076"/>
                  </a:cubicBezTo>
                  <a:cubicBezTo>
                    <a:pt x="13298" y="4945"/>
                    <a:pt x="13338" y="4897"/>
                    <a:pt x="13399" y="4877"/>
                  </a:cubicBezTo>
                  <a:cubicBezTo>
                    <a:pt x="13460" y="4857"/>
                    <a:pt x="13399" y="4758"/>
                    <a:pt x="13394" y="4579"/>
                  </a:cubicBezTo>
                  <a:cubicBezTo>
                    <a:pt x="13388" y="4401"/>
                    <a:pt x="13316" y="4460"/>
                    <a:pt x="13227" y="4271"/>
                  </a:cubicBezTo>
                  <a:cubicBezTo>
                    <a:pt x="13138" y="4083"/>
                    <a:pt x="13043" y="4083"/>
                    <a:pt x="12993" y="4172"/>
                  </a:cubicBezTo>
                  <a:cubicBezTo>
                    <a:pt x="12943" y="4262"/>
                    <a:pt x="12976" y="4430"/>
                    <a:pt x="12898" y="4490"/>
                  </a:cubicBezTo>
                  <a:cubicBezTo>
                    <a:pt x="12821" y="4549"/>
                    <a:pt x="12854" y="4827"/>
                    <a:pt x="12787" y="4847"/>
                  </a:cubicBezTo>
                  <a:cubicBezTo>
                    <a:pt x="12720" y="4867"/>
                    <a:pt x="12759" y="4361"/>
                    <a:pt x="12704" y="4311"/>
                  </a:cubicBezTo>
                  <a:cubicBezTo>
                    <a:pt x="12648" y="4262"/>
                    <a:pt x="12654" y="4142"/>
                    <a:pt x="12737" y="4123"/>
                  </a:cubicBezTo>
                  <a:cubicBezTo>
                    <a:pt x="12821" y="4103"/>
                    <a:pt x="12871" y="3944"/>
                    <a:pt x="12798" y="3944"/>
                  </a:cubicBezTo>
                  <a:cubicBezTo>
                    <a:pt x="12726" y="3944"/>
                    <a:pt x="12598" y="3805"/>
                    <a:pt x="12548" y="3765"/>
                  </a:cubicBezTo>
                  <a:cubicBezTo>
                    <a:pt x="12498" y="3725"/>
                    <a:pt x="12414" y="3934"/>
                    <a:pt x="12359" y="3855"/>
                  </a:cubicBezTo>
                  <a:cubicBezTo>
                    <a:pt x="12303" y="3775"/>
                    <a:pt x="12364" y="3576"/>
                    <a:pt x="12370" y="3467"/>
                  </a:cubicBezTo>
                  <a:cubicBezTo>
                    <a:pt x="12375" y="3358"/>
                    <a:pt x="12459" y="3517"/>
                    <a:pt x="12515" y="3378"/>
                  </a:cubicBezTo>
                  <a:cubicBezTo>
                    <a:pt x="12570" y="3239"/>
                    <a:pt x="12359" y="3239"/>
                    <a:pt x="12359" y="3090"/>
                  </a:cubicBezTo>
                  <a:cubicBezTo>
                    <a:pt x="12359" y="2941"/>
                    <a:pt x="12192" y="2901"/>
                    <a:pt x="12136" y="2852"/>
                  </a:cubicBezTo>
                  <a:cubicBezTo>
                    <a:pt x="12081" y="2802"/>
                    <a:pt x="12175" y="2554"/>
                    <a:pt x="12147" y="2455"/>
                  </a:cubicBezTo>
                  <a:cubicBezTo>
                    <a:pt x="12120" y="2356"/>
                    <a:pt x="11914" y="2028"/>
                    <a:pt x="11825" y="2058"/>
                  </a:cubicBezTo>
                  <a:cubicBezTo>
                    <a:pt x="11736" y="2088"/>
                    <a:pt x="11713" y="1849"/>
                    <a:pt x="11763" y="1859"/>
                  </a:cubicBezTo>
                  <a:cubicBezTo>
                    <a:pt x="11813" y="1869"/>
                    <a:pt x="11852" y="1810"/>
                    <a:pt x="11947" y="1621"/>
                  </a:cubicBezTo>
                  <a:cubicBezTo>
                    <a:pt x="12042" y="1432"/>
                    <a:pt x="12053" y="1373"/>
                    <a:pt x="11986" y="1333"/>
                  </a:cubicBezTo>
                  <a:cubicBezTo>
                    <a:pt x="11919" y="1293"/>
                    <a:pt x="11886" y="1174"/>
                    <a:pt x="12003" y="1184"/>
                  </a:cubicBezTo>
                  <a:cubicBezTo>
                    <a:pt x="12120" y="1194"/>
                    <a:pt x="12325" y="1333"/>
                    <a:pt x="12392" y="1244"/>
                  </a:cubicBezTo>
                  <a:cubicBezTo>
                    <a:pt x="12459" y="1154"/>
                    <a:pt x="12670" y="569"/>
                    <a:pt x="12754" y="360"/>
                  </a:cubicBezTo>
                  <a:cubicBezTo>
                    <a:pt x="12837" y="152"/>
                    <a:pt x="12693" y="132"/>
                    <a:pt x="12492" y="162"/>
                  </a:cubicBezTo>
                  <a:cubicBezTo>
                    <a:pt x="12292" y="191"/>
                    <a:pt x="12247" y="23"/>
                    <a:pt x="12081" y="3"/>
                  </a:cubicBezTo>
                  <a:cubicBezTo>
                    <a:pt x="11914" y="-17"/>
                    <a:pt x="11602" y="62"/>
                    <a:pt x="11558" y="152"/>
                  </a:cubicBezTo>
                  <a:cubicBezTo>
                    <a:pt x="11513" y="241"/>
                    <a:pt x="11641" y="320"/>
                    <a:pt x="11624" y="420"/>
                  </a:cubicBezTo>
                  <a:cubicBezTo>
                    <a:pt x="11608" y="519"/>
                    <a:pt x="11508" y="350"/>
                    <a:pt x="11463" y="390"/>
                  </a:cubicBezTo>
                  <a:cubicBezTo>
                    <a:pt x="11418" y="430"/>
                    <a:pt x="11480" y="559"/>
                    <a:pt x="11463" y="906"/>
                  </a:cubicBezTo>
                  <a:cubicBezTo>
                    <a:pt x="11446" y="1254"/>
                    <a:pt x="11502" y="1273"/>
                    <a:pt x="11558" y="1403"/>
                  </a:cubicBezTo>
                  <a:cubicBezTo>
                    <a:pt x="11613" y="1532"/>
                    <a:pt x="11602" y="1700"/>
                    <a:pt x="11602" y="1919"/>
                  </a:cubicBezTo>
                  <a:cubicBezTo>
                    <a:pt x="11602" y="2137"/>
                    <a:pt x="11485" y="2127"/>
                    <a:pt x="11446" y="2177"/>
                  </a:cubicBezTo>
                  <a:cubicBezTo>
                    <a:pt x="11407" y="2227"/>
                    <a:pt x="11546" y="2306"/>
                    <a:pt x="11524" y="2445"/>
                  </a:cubicBezTo>
                  <a:cubicBezTo>
                    <a:pt x="11502" y="2584"/>
                    <a:pt x="11385" y="2366"/>
                    <a:pt x="11318" y="2405"/>
                  </a:cubicBezTo>
                  <a:cubicBezTo>
                    <a:pt x="11252" y="2445"/>
                    <a:pt x="11196" y="2782"/>
                    <a:pt x="11268" y="2892"/>
                  </a:cubicBezTo>
                  <a:cubicBezTo>
                    <a:pt x="11341" y="3001"/>
                    <a:pt x="11368" y="2981"/>
                    <a:pt x="11313" y="3110"/>
                  </a:cubicBezTo>
                  <a:cubicBezTo>
                    <a:pt x="11257" y="3239"/>
                    <a:pt x="11196" y="3428"/>
                    <a:pt x="11330" y="3616"/>
                  </a:cubicBezTo>
                  <a:cubicBezTo>
                    <a:pt x="11463" y="3805"/>
                    <a:pt x="11708" y="3785"/>
                    <a:pt x="11836" y="3934"/>
                  </a:cubicBezTo>
                  <a:cubicBezTo>
                    <a:pt x="11964" y="4083"/>
                    <a:pt x="11780" y="3993"/>
                    <a:pt x="11830" y="4162"/>
                  </a:cubicBezTo>
                  <a:cubicBezTo>
                    <a:pt x="11880" y="4331"/>
                    <a:pt x="11747" y="4390"/>
                    <a:pt x="11752" y="4520"/>
                  </a:cubicBezTo>
                  <a:cubicBezTo>
                    <a:pt x="11758" y="4649"/>
                    <a:pt x="11808" y="4579"/>
                    <a:pt x="11875" y="4361"/>
                  </a:cubicBezTo>
                  <a:cubicBezTo>
                    <a:pt x="11941" y="4142"/>
                    <a:pt x="11992" y="4420"/>
                    <a:pt x="11986" y="4609"/>
                  </a:cubicBezTo>
                  <a:cubicBezTo>
                    <a:pt x="11980" y="4798"/>
                    <a:pt x="11886" y="4688"/>
                    <a:pt x="11813" y="4877"/>
                  </a:cubicBezTo>
                  <a:cubicBezTo>
                    <a:pt x="11741" y="5066"/>
                    <a:pt x="11674" y="5095"/>
                    <a:pt x="11569" y="5056"/>
                  </a:cubicBezTo>
                  <a:cubicBezTo>
                    <a:pt x="11463" y="5016"/>
                    <a:pt x="11524" y="5324"/>
                    <a:pt x="11569" y="5492"/>
                  </a:cubicBezTo>
                  <a:cubicBezTo>
                    <a:pt x="11613" y="5661"/>
                    <a:pt x="11558" y="5721"/>
                    <a:pt x="11435" y="5661"/>
                  </a:cubicBezTo>
                  <a:cubicBezTo>
                    <a:pt x="11313" y="5602"/>
                    <a:pt x="11240" y="5463"/>
                    <a:pt x="11302" y="5294"/>
                  </a:cubicBezTo>
                  <a:cubicBezTo>
                    <a:pt x="11363" y="5125"/>
                    <a:pt x="11407" y="4926"/>
                    <a:pt x="11335" y="4946"/>
                  </a:cubicBezTo>
                  <a:cubicBezTo>
                    <a:pt x="11263" y="4966"/>
                    <a:pt x="11096" y="4937"/>
                    <a:pt x="11046" y="4798"/>
                  </a:cubicBezTo>
                  <a:cubicBezTo>
                    <a:pt x="10996" y="4659"/>
                    <a:pt x="11079" y="4718"/>
                    <a:pt x="11229" y="4748"/>
                  </a:cubicBezTo>
                  <a:cubicBezTo>
                    <a:pt x="11380" y="4778"/>
                    <a:pt x="11252" y="4569"/>
                    <a:pt x="11363" y="4569"/>
                  </a:cubicBezTo>
                  <a:cubicBezTo>
                    <a:pt x="11474" y="4569"/>
                    <a:pt x="11558" y="4678"/>
                    <a:pt x="11652" y="4529"/>
                  </a:cubicBezTo>
                  <a:cubicBezTo>
                    <a:pt x="11747" y="4381"/>
                    <a:pt x="11591" y="4093"/>
                    <a:pt x="11513" y="4142"/>
                  </a:cubicBezTo>
                  <a:cubicBezTo>
                    <a:pt x="11435" y="4192"/>
                    <a:pt x="11313" y="4252"/>
                    <a:pt x="11313" y="4113"/>
                  </a:cubicBezTo>
                  <a:cubicBezTo>
                    <a:pt x="11313" y="3974"/>
                    <a:pt x="11446" y="4073"/>
                    <a:pt x="11519" y="4043"/>
                  </a:cubicBezTo>
                  <a:cubicBezTo>
                    <a:pt x="11591" y="4013"/>
                    <a:pt x="11480" y="3835"/>
                    <a:pt x="11368" y="3884"/>
                  </a:cubicBezTo>
                  <a:cubicBezTo>
                    <a:pt x="11257" y="3934"/>
                    <a:pt x="11179" y="3944"/>
                    <a:pt x="11090" y="3775"/>
                  </a:cubicBezTo>
                  <a:cubicBezTo>
                    <a:pt x="11001" y="3606"/>
                    <a:pt x="10840" y="3507"/>
                    <a:pt x="10801" y="3894"/>
                  </a:cubicBezTo>
                  <a:cubicBezTo>
                    <a:pt x="10762" y="4281"/>
                    <a:pt x="10606" y="4073"/>
                    <a:pt x="10545" y="4202"/>
                  </a:cubicBezTo>
                  <a:cubicBezTo>
                    <a:pt x="10484" y="4331"/>
                    <a:pt x="10617" y="4420"/>
                    <a:pt x="10768" y="4430"/>
                  </a:cubicBezTo>
                  <a:cubicBezTo>
                    <a:pt x="10918" y="4440"/>
                    <a:pt x="11029" y="4688"/>
                    <a:pt x="10957" y="4688"/>
                  </a:cubicBezTo>
                  <a:cubicBezTo>
                    <a:pt x="10884" y="4688"/>
                    <a:pt x="10918" y="4877"/>
                    <a:pt x="10840" y="4808"/>
                  </a:cubicBezTo>
                  <a:cubicBezTo>
                    <a:pt x="10762" y="4738"/>
                    <a:pt x="10684" y="4808"/>
                    <a:pt x="10740" y="4926"/>
                  </a:cubicBezTo>
                  <a:cubicBezTo>
                    <a:pt x="10795" y="5046"/>
                    <a:pt x="10717" y="5095"/>
                    <a:pt x="10723" y="5215"/>
                  </a:cubicBezTo>
                  <a:cubicBezTo>
                    <a:pt x="10729" y="5334"/>
                    <a:pt x="10606" y="5224"/>
                    <a:pt x="10489" y="5205"/>
                  </a:cubicBezTo>
                  <a:cubicBezTo>
                    <a:pt x="10373" y="5185"/>
                    <a:pt x="10156" y="5254"/>
                    <a:pt x="10000" y="5314"/>
                  </a:cubicBezTo>
                  <a:cubicBezTo>
                    <a:pt x="9844" y="5373"/>
                    <a:pt x="9672" y="5274"/>
                    <a:pt x="9605" y="5145"/>
                  </a:cubicBezTo>
                  <a:cubicBezTo>
                    <a:pt x="9538" y="5016"/>
                    <a:pt x="9449" y="5036"/>
                    <a:pt x="9338" y="5036"/>
                  </a:cubicBezTo>
                  <a:cubicBezTo>
                    <a:pt x="9226" y="5036"/>
                    <a:pt x="9260" y="4847"/>
                    <a:pt x="9115" y="4837"/>
                  </a:cubicBezTo>
                  <a:cubicBezTo>
                    <a:pt x="8970" y="4827"/>
                    <a:pt x="9004" y="4609"/>
                    <a:pt x="8987" y="4480"/>
                  </a:cubicBezTo>
                  <a:cubicBezTo>
                    <a:pt x="8970" y="4351"/>
                    <a:pt x="8681" y="4390"/>
                    <a:pt x="8575" y="4510"/>
                  </a:cubicBezTo>
                  <a:cubicBezTo>
                    <a:pt x="8470" y="4629"/>
                    <a:pt x="8264" y="4579"/>
                    <a:pt x="8208" y="4798"/>
                  </a:cubicBezTo>
                  <a:cubicBezTo>
                    <a:pt x="8153" y="5016"/>
                    <a:pt x="8258" y="4986"/>
                    <a:pt x="8320" y="4986"/>
                  </a:cubicBezTo>
                  <a:cubicBezTo>
                    <a:pt x="8405" y="4986"/>
                    <a:pt x="8397" y="4808"/>
                    <a:pt x="8553" y="4847"/>
                  </a:cubicBezTo>
                  <a:cubicBezTo>
                    <a:pt x="8709" y="4887"/>
                    <a:pt x="8820" y="4559"/>
                    <a:pt x="8887" y="4678"/>
                  </a:cubicBezTo>
                  <a:cubicBezTo>
                    <a:pt x="8954" y="4798"/>
                    <a:pt x="8620" y="5026"/>
                    <a:pt x="8475" y="5066"/>
                  </a:cubicBezTo>
                  <a:cubicBezTo>
                    <a:pt x="8331" y="5105"/>
                    <a:pt x="8364" y="5314"/>
                    <a:pt x="8503" y="5681"/>
                  </a:cubicBezTo>
                  <a:cubicBezTo>
                    <a:pt x="8642" y="6048"/>
                    <a:pt x="8442" y="5840"/>
                    <a:pt x="8442" y="6019"/>
                  </a:cubicBezTo>
                  <a:cubicBezTo>
                    <a:pt x="8442" y="6197"/>
                    <a:pt x="8180" y="5959"/>
                    <a:pt x="8286" y="5899"/>
                  </a:cubicBezTo>
                  <a:cubicBezTo>
                    <a:pt x="8392" y="5840"/>
                    <a:pt x="8342" y="5651"/>
                    <a:pt x="8258" y="5532"/>
                  </a:cubicBezTo>
                  <a:cubicBezTo>
                    <a:pt x="8175" y="5413"/>
                    <a:pt x="8119" y="5532"/>
                    <a:pt x="8130" y="5403"/>
                  </a:cubicBezTo>
                  <a:cubicBezTo>
                    <a:pt x="8141" y="5274"/>
                    <a:pt x="8041" y="5413"/>
                    <a:pt x="7963" y="5304"/>
                  </a:cubicBezTo>
                  <a:cubicBezTo>
                    <a:pt x="7886" y="5195"/>
                    <a:pt x="7847" y="5105"/>
                    <a:pt x="7741" y="5205"/>
                  </a:cubicBezTo>
                  <a:cubicBezTo>
                    <a:pt x="7635" y="5304"/>
                    <a:pt x="7513" y="5274"/>
                    <a:pt x="7279" y="5344"/>
                  </a:cubicBezTo>
                  <a:cubicBezTo>
                    <a:pt x="7045" y="5413"/>
                    <a:pt x="6617" y="5393"/>
                    <a:pt x="6539" y="5254"/>
                  </a:cubicBezTo>
                  <a:cubicBezTo>
                    <a:pt x="6461" y="5115"/>
                    <a:pt x="6739" y="4867"/>
                    <a:pt x="6823" y="4907"/>
                  </a:cubicBezTo>
                  <a:cubicBezTo>
                    <a:pt x="6904" y="4945"/>
                    <a:pt x="6856" y="4748"/>
                    <a:pt x="6728" y="4569"/>
                  </a:cubicBezTo>
                  <a:cubicBezTo>
                    <a:pt x="6600" y="4390"/>
                    <a:pt x="6317" y="4281"/>
                    <a:pt x="6322" y="4390"/>
                  </a:cubicBezTo>
                  <a:cubicBezTo>
                    <a:pt x="6328" y="4500"/>
                    <a:pt x="6161" y="4401"/>
                    <a:pt x="5955" y="4331"/>
                  </a:cubicBezTo>
                  <a:cubicBezTo>
                    <a:pt x="5749" y="4262"/>
                    <a:pt x="5721" y="4132"/>
                    <a:pt x="5588" y="4123"/>
                  </a:cubicBezTo>
                  <a:cubicBezTo>
                    <a:pt x="5459" y="4113"/>
                    <a:pt x="5254" y="4043"/>
                    <a:pt x="5098" y="3825"/>
                  </a:cubicBezTo>
                  <a:cubicBezTo>
                    <a:pt x="4942" y="3606"/>
                    <a:pt x="4575" y="3666"/>
                    <a:pt x="4531" y="3864"/>
                  </a:cubicBezTo>
                  <a:cubicBezTo>
                    <a:pt x="4486" y="4063"/>
                    <a:pt x="4364" y="4053"/>
                    <a:pt x="4241" y="4053"/>
                  </a:cubicBezTo>
                  <a:cubicBezTo>
                    <a:pt x="4119" y="4053"/>
                    <a:pt x="4297" y="3808"/>
                    <a:pt x="4252" y="3765"/>
                  </a:cubicBezTo>
                  <a:cubicBezTo>
                    <a:pt x="4194" y="3709"/>
                    <a:pt x="4258" y="3438"/>
                    <a:pt x="4169" y="3418"/>
                  </a:cubicBezTo>
                  <a:cubicBezTo>
                    <a:pt x="4080" y="3398"/>
                    <a:pt x="3997" y="4073"/>
                    <a:pt x="3830" y="4053"/>
                  </a:cubicBezTo>
                  <a:cubicBezTo>
                    <a:pt x="3663" y="4033"/>
                    <a:pt x="3590" y="3338"/>
                    <a:pt x="3451" y="3160"/>
                  </a:cubicBezTo>
                  <a:cubicBezTo>
                    <a:pt x="3312" y="2981"/>
                    <a:pt x="3184" y="2971"/>
                    <a:pt x="3301" y="3239"/>
                  </a:cubicBezTo>
                  <a:cubicBezTo>
                    <a:pt x="3418" y="3507"/>
                    <a:pt x="3201" y="3318"/>
                    <a:pt x="3212" y="3497"/>
                  </a:cubicBezTo>
                  <a:cubicBezTo>
                    <a:pt x="3223" y="3676"/>
                    <a:pt x="3023" y="3884"/>
                    <a:pt x="3028" y="3785"/>
                  </a:cubicBezTo>
                  <a:cubicBezTo>
                    <a:pt x="3034" y="3686"/>
                    <a:pt x="2917" y="3576"/>
                    <a:pt x="2784" y="3855"/>
                  </a:cubicBezTo>
                  <a:cubicBezTo>
                    <a:pt x="2650" y="4132"/>
                    <a:pt x="2556" y="4093"/>
                    <a:pt x="2544" y="3993"/>
                  </a:cubicBezTo>
                  <a:cubicBezTo>
                    <a:pt x="2533" y="3894"/>
                    <a:pt x="2138" y="4252"/>
                    <a:pt x="2155" y="4371"/>
                  </a:cubicBezTo>
                  <a:cubicBezTo>
                    <a:pt x="2172" y="4490"/>
                    <a:pt x="2094" y="4579"/>
                    <a:pt x="1988" y="4569"/>
                  </a:cubicBezTo>
                  <a:cubicBezTo>
                    <a:pt x="1882" y="4559"/>
                    <a:pt x="1966" y="4401"/>
                    <a:pt x="2049" y="4321"/>
                  </a:cubicBezTo>
                  <a:cubicBezTo>
                    <a:pt x="2143" y="4232"/>
                    <a:pt x="2400" y="3864"/>
                    <a:pt x="2533" y="3825"/>
                  </a:cubicBezTo>
                  <a:cubicBezTo>
                    <a:pt x="2667" y="3785"/>
                    <a:pt x="2923" y="3596"/>
                    <a:pt x="2928" y="3487"/>
                  </a:cubicBezTo>
                  <a:cubicBezTo>
                    <a:pt x="2934" y="3378"/>
                    <a:pt x="2800" y="3467"/>
                    <a:pt x="2711" y="3438"/>
                  </a:cubicBezTo>
                  <a:cubicBezTo>
                    <a:pt x="2622" y="3408"/>
                    <a:pt x="2467" y="3586"/>
                    <a:pt x="2316" y="3706"/>
                  </a:cubicBezTo>
                  <a:cubicBezTo>
                    <a:pt x="2166" y="3825"/>
                    <a:pt x="1994" y="3785"/>
                    <a:pt x="2038" y="3944"/>
                  </a:cubicBezTo>
                  <a:cubicBezTo>
                    <a:pt x="2083" y="4103"/>
                    <a:pt x="1899" y="3924"/>
                    <a:pt x="1860" y="4033"/>
                  </a:cubicBezTo>
                  <a:cubicBezTo>
                    <a:pt x="1821" y="4142"/>
                    <a:pt x="1749" y="4023"/>
                    <a:pt x="1804" y="3964"/>
                  </a:cubicBezTo>
                  <a:cubicBezTo>
                    <a:pt x="1860" y="3904"/>
                    <a:pt x="1671" y="3795"/>
                    <a:pt x="1671" y="3864"/>
                  </a:cubicBezTo>
                  <a:cubicBezTo>
                    <a:pt x="1671" y="3934"/>
                    <a:pt x="1638" y="4023"/>
                    <a:pt x="1504" y="4023"/>
                  </a:cubicBezTo>
                  <a:cubicBezTo>
                    <a:pt x="1371" y="4023"/>
                    <a:pt x="1237" y="4192"/>
                    <a:pt x="1326" y="4311"/>
                  </a:cubicBezTo>
                  <a:cubicBezTo>
                    <a:pt x="1415" y="4430"/>
                    <a:pt x="1471" y="4490"/>
                    <a:pt x="1426" y="4569"/>
                  </a:cubicBezTo>
                  <a:cubicBezTo>
                    <a:pt x="1382" y="4649"/>
                    <a:pt x="1243" y="4361"/>
                    <a:pt x="1048" y="4390"/>
                  </a:cubicBezTo>
                  <a:cubicBezTo>
                    <a:pt x="853" y="4420"/>
                    <a:pt x="464" y="4004"/>
                    <a:pt x="464" y="3904"/>
                  </a:cubicBezTo>
                  <a:cubicBezTo>
                    <a:pt x="464" y="3824"/>
                    <a:pt x="190" y="3874"/>
                    <a:pt x="0" y="3837"/>
                  </a:cubicBezTo>
                  <a:lnTo>
                    <a:pt x="0" y="10699"/>
                  </a:lnTo>
                  <a:cubicBezTo>
                    <a:pt x="0" y="10699"/>
                    <a:pt x="96" y="10827"/>
                    <a:pt x="133" y="10747"/>
                  </a:cubicBezTo>
                  <a:cubicBezTo>
                    <a:pt x="171" y="10668"/>
                    <a:pt x="237" y="10774"/>
                    <a:pt x="363" y="10668"/>
                  </a:cubicBezTo>
                  <a:cubicBezTo>
                    <a:pt x="490" y="10562"/>
                    <a:pt x="534" y="10787"/>
                    <a:pt x="534" y="10893"/>
                  </a:cubicBezTo>
                  <a:cubicBezTo>
                    <a:pt x="534" y="10999"/>
                    <a:pt x="712" y="11171"/>
                    <a:pt x="786" y="11343"/>
                  </a:cubicBezTo>
                  <a:cubicBezTo>
                    <a:pt x="860" y="11515"/>
                    <a:pt x="898" y="11660"/>
                    <a:pt x="979" y="11568"/>
                  </a:cubicBezTo>
                  <a:cubicBezTo>
                    <a:pt x="1061" y="11475"/>
                    <a:pt x="1209" y="11422"/>
                    <a:pt x="1209" y="11250"/>
                  </a:cubicBezTo>
                  <a:cubicBezTo>
                    <a:pt x="1209" y="11078"/>
                    <a:pt x="1550" y="11052"/>
                    <a:pt x="1550" y="11277"/>
                  </a:cubicBezTo>
                  <a:cubicBezTo>
                    <a:pt x="1550" y="11502"/>
                    <a:pt x="1899" y="11767"/>
                    <a:pt x="2092" y="12375"/>
                  </a:cubicBezTo>
                  <a:cubicBezTo>
                    <a:pt x="2285" y="12984"/>
                    <a:pt x="2255" y="13117"/>
                    <a:pt x="2537" y="13315"/>
                  </a:cubicBezTo>
                  <a:cubicBezTo>
                    <a:pt x="2819" y="13514"/>
                    <a:pt x="2812" y="13619"/>
                    <a:pt x="2774" y="13792"/>
                  </a:cubicBezTo>
                  <a:cubicBezTo>
                    <a:pt x="2737" y="13963"/>
                    <a:pt x="2945" y="14056"/>
                    <a:pt x="2826" y="14202"/>
                  </a:cubicBezTo>
                  <a:cubicBezTo>
                    <a:pt x="2781" y="14258"/>
                    <a:pt x="2717" y="14339"/>
                    <a:pt x="2655" y="14418"/>
                  </a:cubicBezTo>
                  <a:cubicBezTo>
                    <a:pt x="2661" y="14505"/>
                    <a:pt x="2705" y="14561"/>
                    <a:pt x="2761" y="14645"/>
                  </a:cubicBezTo>
                  <a:cubicBezTo>
                    <a:pt x="2828" y="14745"/>
                    <a:pt x="2639" y="14745"/>
                    <a:pt x="2695" y="14834"/>
                  </a:cubicBezTo>
                  <a:cubicBezTo>
                    <a:pt x="2750" y="14923"/>
                    <a:pt x="2684" y="15062"/>
                    <a:pt x="2739" y="15171"/>
                  </a:cubicBezTo>
                  <a:cubicBezTo>
                    <a:pt x="2795" y="15281"/>
                    <a:pt x="2895" y="15241"/>
                    <a:pt x="2956" y="15152"/>
                  </a:cubicBezTo>
                  <a:cubicBezTo>
                    <a:pt x="3017" y="15062"/>
                    <a:pt x="3062" y="15261"/>
                    <a:pt x="3012" y="15410"/>
                  </a:cubicBezTo>
                  <a:cubicBezTo>
                    <a:pt x="2962" y="15559"/>
                    <a:pt x="3067" y="15668"/>
                    <a:pt x="3118" y="15559"/>
                  </a:cubicBezTo>
                  <a:cubicBezTo>
                    <a:pt x="3168" y="15449"/>
                    <a:pt x="3273" y="15737"/>
                    <a:pt x="3323" y="15787"/>
                  </a:cubicBezTo>
                  <a:cubicBezTo>
                    <a:pt x="3373" y="15837"/>
                    <a:pt x="3424" y="15986"/>
                    <a:pt x="3340" y="15986"/>
                  </a:cubicBezTo>
                  <a:cubicBezTo>
                    <a:pt x="3257" y="15986"/>
                    <a:pt x="3268" y="16244"/>
                    <a:pt x="3329" y="16253"/>
                  </a:cubicBezTo>
                  <a:cubicBezTo>
                    <a:pt x="3390" y="16264"/>
                    <a:pt x="3385" y="16403"/>
                    <a:pt x="3385" y="16492"/>
                  </a:cubicBezTo>
                  <a:cubicBezTo>
                    <a:pt x="3385" y="16581"/>
                    <a:pt x="3579" y="16710"/>
                    <a:pt x="3652" y="16671"/>
                  </a:cubicBezTo>
                  <a:cubicBezTo>
                    <a:pt x="3724" y="16631"/>
                    <a:pt x="3791" y="16750"/>
                    <a:pt x="3824" y="16859"/>
                  </a:cubicBezTo>
                  <a:cubicBezTo>
                    <a:pt x="3857" y="16968"/>
                    <a:pt x="3991" y="17048"/>
                    <a:pt x="4041" y="16978"/>
                  </a:cubicBezTo>
                  <a:cubicBezTo>
                    <a:pt x="4091" y="16909"/>
                    <a:pt x="4125" y="17107"/>
                    <a:pt x="4136" y="17246"/>
                  </a:cubicBezTo>
                  <a:cubicBezTo>
                    <a:pt x="4147" y="17385"/>
                    <a:pt x="4258" y="17306"/>
                    <a:pt x="4325" y="17296"/>
                  </a:cubicBezTo>
                  <a:cubicBezTo>
                    <a:pt x="4392" y="17286"/>
                    <a:pt x="4431" y="17455"/>
                    <a:pt x="4475" y="17425"/>
                  </a:cubicBezTo>
                  <a:cubicBezTo>
                    <a:pt x="4573" y="17359"/>
                    <a:pt x="4603" y="17665"/>
                    <a:pt x="4667" y="17844"/>
                  </a:cubicBezTo>
                  <a:lnTo>
                    <a:pt x="11583" y="17777"/>
                  </a:lnTo>
                  <a:cubicBezTo>
                    <a:pt x="11583" y="17777"/>
                    <a:pt x="11587" y="17471"/>
                    <a:pt x="11669" y="17577"/>
                  </a:cubicBezTo>
                  <a:cubicBezTo>
                    <a:pt x="11750" y="17683"/>
                    <a:pt x="11676" y="17855"/>
                    <a:pt x="11773" y="17921"/>
                  </a:cubicBezTo>
                  <a:cubicBezTo>
                    <a:pt x="11869" y="17987"/>
                    <a:pt x="11936" y="18093"/>
                    <a:pt x="11988" y="18053"/>
                  </a:cubicBezTo>
                  <a:cubicBezTo>
                    <a:pt x="12040" y="18014"/>
                    <a:pt x="12129" y="17882"/>
                    <a:pt x="12218" y="18067"/>
                  </a:cubicBezTo>
                  <a:cubicBezTo>
                    <a:pt x="12307" y="18252"/>
                    <a:pt x="12374" y="18093"/>
                    <a:pt x="12426" y="18212"/>
                  </a:cubicBezTo>
                  <a:cubicBezTo>
                    <a:pt x="12477" y="18331"/>
                    <a:pt x="12574" y="18424"/>
                    <a:pt x="12641" y="18279"/>
                  </a:cubicBezTo>
                  <a:cubicBezTo>
                    <a:pt x="12695" y="18160"/>
                    <a:pt x="12900" y="18304"/>
                    <a:pt x="12999" y="18369"/>
                  </a:cubicBezTo>
                  <a:cubicBezTo>
                    <a:pt x="13121" y="18194"/>
                    <a:pt x="13218" y="17822"/>
                    <a:pt x="13327" y="17822"/>
                  </a:cubicBezTo>
                  <a:cubicBezTo>
                    <a:pt x="13471" y="17822"/>
                    <a:pt x="13839" y="17882"/>
                    <a:pt x="13861" y="18219"/>
                  </a:cubicBezTo>
                  <a:cubicBezTo>
                    <a:pt x="13883" y="18557"/>
                    <a:pt x="14106" y="18239"/>
                    <a:pt x="14128" y="18557"/>
                  </a:cubicBezTo>
                  <a:cubicBezTo>
                    <a:pt x="14147" y="18826"/>
                    <a:pt x="14294" y="19039"/>
                    <a:pt x="14269" y="19182"/>
                  </a:cubicBezTo>
                  <a:cubicBezTo>
                    <a:pt x="14312" y="19229"/>
                    <a:pt x="14365" y="19292"/>
                    <a:pt x="14412" y="19359"/>
                  </a:cubicBezTo>
                  <a:cubicBezTo>
                    <a:pt x="14483" y="19317"/>
                    <a:pt x="14671" y="19371"/>
                    <a:pt x="14796" y="19450"/>
                  </a:cubicBezTo>
                  <a:cubicBezTo>
                    <a:pt x="14951" y="19549"/>
                    <a:pt x="15185" y="19331"/>
                    <a:pt x="15263" y="19669"/>
                  </a:cubicBezTo>
                  <a:cubicBezTo>
                    <a:pt x="15341" y="20006"/>
                    <a:pt x="15522" y="20261"/>
                    <a:pt x="15352" y="20284"/>
                  </a:cubicBezTo>
                  <a:cubicBezTo>
                    <a:pt x="15207" y="20304"/>
                    <a:pt x="15018" y="19946"/>
                    <a:pt x="15029" y="20145"/>
                  </a:cubicBezTo>
                  <a:cubicBezTo>
                    <a:pt x="15040" y="20343"/>
                    <a:pt x="14951" y="20244"/>
                    <a:pt x="14951" y="20542"/>
                  </a:cubicBezTo>
                  <a:cubicBezTo>
                    <a:pt x="14951" y="20840"/>
                    <a:pt x="14840" y="21257"/>
                    <a:pt x="14773" y="21237"/>
                  </a:cubicBezTo>
                  <a:cubicBezTo>
                    <a:pt x="14771" y="21236"/>
                    <a:pt x="14769" y="21234"/>
                    <a:pt x="14767" y="21232"/>
                  </a:cubicBezTo>
                  <a:cubicBezTo>
                    <a:pt x="14756" y="21345"/>
                    <a:pt x="14755" y="21491"/>
                    <a:pt x="14808" y="21583"/>
                  </a:cubicBezTo>
                  <a:cubicBezTo>
                    <a:pt x="14892" y="21473"/>
                    <a:pt x="15014" y="21284"/>
                    <a:pt x="15118" y="21297"/>
                  </a:cubicBezTo>
                  <a:cubicBezTo>
                    <a:pt x="15285" y="21316"/>
                    <a:pt x="15330" y="21495"/>
                    <a:pt x="15441" y="21356"/>
                  </a:cubicBezTo>
                  <a:cubicBezTo>
                    <a:pt x="15552" y="21217"/>
                    <a:pt x="15575" y="21158"/>
                    <a:pt x="15597" y="21257"/>
                  </a:cubicBezTo>
                  <a:cubicBezTo>
                    <a:pt x="15600" y="21269"/>
                    <a:pt x="15598" y="21285"/>
                    <a:pt x="15593" y="21301"/>
                  </a:cubicBezTo>
                  <a:cubicBezTo>
                    <a:pt x="15635" y="21261"/>
                    <a:pt x="15665" y="21222"/>
                    <a:pt x="15667" y="21190"/>
                  </a:cubicBezTo>
                  <a:cubicBezTo>
                    <a:pt x="15670" y="21140"/>
                    <a:pt x="15663" y="21073"/>
                    <a:pt x="15653" y="21013"/>
                  </a:cubicBezTo>
                  <a:cubicBezTo>
                    <a:pt x="15542" y="21042"/>
                    <a:pt x="15505" y="21057"/>
                    <a:pt x="15474" y="20919"/>
                  </a:cubicBezTo>
                  <a:cubicBezTo>
                    <a:pt x="15430" y="20721"/>
                    <a:pt x="15808" y="20522"/>
                    <a:pt x="15986" y="20562"/>
                  </a:cubicBezTo>
                  <a:cubicBezTo>
                    <a:pt x="16155" y="20599"/>
                    <a:pt x="16274" y="20388"/>
                    <a:pt x="16333" y="20518"/>
                  </a:cubicBezTo>
                  <a:cubicBezTo>
                    <a:pt x="16440" y="20346"/>
                    <a:pt x="16622" y="20066"/>
                    <a:pt x="16669" y="20066"/>
                  </a:cubicBezTo>
                  <a:cubicBezTo>
                    <a:pt x="16736" y="20066"/>
                    <a:pt x="17529" y="20052"/>
                    <a:pt x="17529" y="20052"/>
                  </a:cubicBezTo>
                  <a:cubicBezTo>
                    <a:pt x="17529" y="20052"/>
                    <a:pt x="17804" y="19748"/>
                    <a:pt x="17841" y="19470"/>
                  </a:cubicBezTo>
                  <a:cubicBezTo>
                    <a:pt x="17878" y="19192"/>
                    <a:pt x="18056" y="18530"/>
                    <a:pt x="18160" y="18676"/>
                  </a:cubicBezTo>
                  <a:cubicBezTo>
                    <a:pt x="18264" y="18821"/>
                    <a:pt x="18486" y="18715"/>
                    <a:pt x="18494" y="18848"/>
                  </a:cubicBezTo>
                  <a:cubicBezTo>
                    <a:pt x="18500" y="18970"/>
                    <a:pt x="18420" y="19420"/>
                    <a:pt x="18705" y="20093"/>
                  </a:cubicBezTo>
                  <a:cubicBezTo>
                    <a:pt x="18806" y="19979"/>
                    <a:pt x="18909" y="19891"/>
                    <a:pt x="18968" y="19897"/>
                  </a:cubicBezTo>
                  <a:cubicBezTo>
                    <a:pt x="19069" y="19907"/>
                    <a:pt x="19219" y="19669"/>
                    <a:pt x="19263" y="19519"/>
                  </a:cubicBezTo>
                  <a:cubicBezTo>
                    <a:pt x="19308" y="19371"/>
                    <a:pt x="19369" y="19659"/>
                    <a:pt x="19280" y="19708"/>
                  </a:cubicBezTo>
                  <a:cubicBezTo>
                    <a:pt x="19191" y="19758"/>
                    <a:pt x="19352" y="19877"/>
                    <a:pt x="19508" y="19867"/>
                  </a:cubicBezTo>
                  <a:cubicBezTo>
                    <a:pt x="19664" y="19857"/>
                    <a:pt x="19436" y="19966"/>
                    <a:pt x="19319" y="19956"/>
                  </a:cubicBezTo>
                  <a:cubicBezTo>
                    <a:pt x="19202" y="19946"/>
                    <a:pt x="19152" y="19976"/>
                    <a:pt x="18996" y="20254"/>
                  </a:cubicBezTo>
                  <a:cubicBezTo>
                    <a:pt x="18840" y="20532"/>
                    <a:pt x="18879" y="20612"/>
                    <a:pt x="18968" y="20750"/>
                  </a:cubicBezTo>
                  <a:cubicBezTo>
                    <a:pt x="19057" y="20890"/>
                    <a:pt x="19174" y="20830"/>
                    <a:pt x="19297" y="20641"/>
                  </a:cubicBezTo>
                  <a:cubicBezTo>
                    <a:pt x="19419" y="20453"/>
                    <a:pt x="19414" y="20264"/>
                    <a:pt x="19536" y="20274"/>
                  </a:cubicBezTo>
                  <a:cubicBezTo>
                    <a:pt x="19658" y="20284"/>
                    <a:pt x="19975" y="20075"/>
                    <a:pt x="20115" y="19996"/>
                  </a:cubicBezTo>
                  <a:cubicBezTo>
                    <a:pt x="20254" y="19917"/>
                    <a:pt x="20165" y="19877"/>
                    <a:pt x="20165" y="19768"/>
                  </a:cubicBezTo>
                  <a:cubicBezTo>
                    <a:pt x="20165" y="19659"/>
                    <a:pt x="20409" y="19659"/>
                    <a:pt x="20498" y="19549"/>
                  </a:cubicBezTo>
                  <a:cubicBezTo>
                    <a:pt x="20587" y="19440"/>
                    <a:pt x="20482" y="19351"/>
                    <a:pt x="20404" y="1937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4" name="Shape 3360"/>
            <p:cNvSpPr/>
            <p:nvPr/>
          </p:nvSpPr>
          <p:spPr>
            <a:xfrm>
              <a:off x="2609782" y="2051966"/>
              <a:ext cx="426133" cy="2078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95" h="20025" extrusionOk="0">
                  <a:moveTo>
                    <a:pt x="19265" y="7164"/>
                  </a:moveTo>
                  <a:cubicBezTo>
                    <a:pt x="17644" y="11341"/>
                    <a:pt x="17104" y="11952"/>
                    <a:pt x="15433" y="11341"/>
                  </a:cubicBezTo>
                  <a:cubicBezTo>
                    <a:pt x="13763" y="10735"/>
                    <a:pt x="12733" y="12463"/>
                    <a:pt x="13566" y="13687"/>
                  </a:cubicBezTo>
                  <a:cubicBezTo>
                    <a:pt x="14402" y="14911"/>
                    <a:pt x="14451" y="15930"/>
                    <a:pt x="12733" y="16743"/>
                  </a:cubicBezTo>
                  <a:cubicBezTo>
                    <a:pt x="11012" y="17558"/>
                    <a:pt x="9884" y="20308"/>
                    <a:pt x="9196" y="20001"/>
                  </a:cubicBezTo>
                  <a:cubicBezTo>
                    <a:pt x="8508" y="19699"/>
                    <a:pt x="12143" y="14296"/>
                    <a:pt x="11209" y="12870"/>
                  </a:cubicBezTo>
                  <a:cubicBezTo>
                    <a:pt x="10276" y="11447"/>
                    <a:pt x="7968" y="15320"/>
                    <a:pt x="7919" y="17050"/>
                  </a:cubicBezTo>
                  <a:cubicBezTo>
                    <a:pt x="7870" y="18778"/>
                    <a:pt x="6347" y="18882"/>
                    <a:pt x="5414" y="18778"/>
                  </a:cubicBezTo>
                  <a:cubicBezTo>
                    <a:pt x="4480" y="18677"/>
                    <a:pt x="3252" y="16842"/>
                    <a:pt x="4185" y="16639"/>
                  </a:cubicBezTo>
                  <a:cubicBezTo>
                    <a:pt x="5119" y="16438"/>
                    <a:pt x="4480" y="14296"/>
                    <a:pt x="5758" y="13280"/>
                  </a:cubicBezTo>
                  <a:cubicBezTo>
                    <a:pt x="7034" y="12259"/>
                    <a:pt x="5511" y="10735"/>
                    <a:pt x="5905" y="9612"/>
                  </a:cubicBezTo>
                  <a:cubicBezTo>
                    <a:pt x="6299" y="8490"/>
                    <a:pt x="8900" y="10735"/>
                    <a:pt x="8950" y="8697"/>
                  </a:cubicBezTo>
                  <a:cubicBezTo>
                    <a:pt x="8999" y="6656"/>
                    <a:pt x="6347" y="4925"/>
                    <a:pt x="5462" y="6148"/>
                  </a:cubicBezTo>
                  <a:cubicBezTo>
                    <a:pt x="4579" y="7369"/>
                    <a:pt x="2515" y="10221"/>
                    <a:pt x="60" y="7979"/>
                  </a:cubicBezTo>
                  <a:cubicBezTo>
                    <a:pt x="-714" y="7274"/>
                    <a:pt x="6249" y="5741"/>
                    <a:pt x="7428" y="3499"/>
                  </a:cubicBezTo>
                  <a:cubicBezTo>
                    <a:pt x="8607" y="1257"/>
                    <a:pt x="13911" y="-1292"/>
                    <a:pt x="14304" y="746"/>
                  </a:cubicBezTo>
                  <a:cubicBezTo>
                    <a:pt x="14697" y="2783"/>
                    <a:pt x="11456" y="4111"/>
                    <a:pt x="13027" y="5944"/>
                  </a:cubicBezTo>
                  <a:cubicBezTo>
                    <a:pt x="14598" y="7779"/>
                    <a:pt x="17154" y="6556"/>
                    <a:pt x="17741" y="4619"/>
                  </a:cubicBezTo>
                  <a:cubicBezTo>
                    <a:pt x="18331" y="2685"/>
                    <a:pt x="20886" y="2988"/>
                    <a:pt x="19265" y="716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5" name="Shape 3361"/>
            <p:cNvSpPr/>
            <p:nvPr/>
          </p:nvSpPr>
          <p:spPr>
            <a:xfrm>
              <a:off x="3087911" y="2470328"/>
              <a:ext cx="431678" cy="177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9" h="18627" extrusionOk="0">
                  <a:moveTo>
                    <a:pt x="14251" y="10175"/>
                  </a:moveTo>
                  <a:cubicBezTo>
                    <a:pt x="12209" y="13940"/>
                    <a:pt x="12367" y="12943"/>
                    <a:pt x="10587" y="13605"/>
                  </a:cubicBezTo>
                  <a:cubicBezTo>
                    <a:pt x="8808" y="14269"/>
                    <a:pt x="10221" y="18037"/>
                    <a:pt x="8074" y="18366"/>
                  </a:cubicBezTo>
                  <a:cubicBezTo>
                    <a:pt x="5928" y="18703"/>
                    <a:pt x="747" y="19148"/>
                    <a:pt x="14" y="16598"/>
                  </a:cubicBezTo>
                  <a:cubicBezTo>
                    <a:pt x="-231" y="15746"/>
                    <a:pt x="2840" y="16374"/>
                    <a:pt x="3050" y="14495"/>
                  </a:cubicBezTo>
                  <a:cubicBezTo>
                    <a:pt x="3260" y="12610"/>
                    <a:pt x="4097" y="9617"/>
                    <a:pt x="5405" y="9617"/>
                  </a:cubicBezTo>
                  <a:cubicBezTo>
                    <a:pt x="6714" y="9617"/>
                    <a:pt x="6609" y="5968"/>
                    <a:pt x="4463" y="3750"/>
                  </a:cubicBezTo>
                  <a:cubicBezTo>
                    <a:pt x="2318" y="1535"/>
                    <a:pt x="7551" y="92"/>
                    <a:pt x="8755" y="3637"/>
                  </a:cubicBezTo>
                  <a:cubicBezTo>
                    <a:pt x="9958" y="7185"/>
                    <a:pt x="12106" y="9733"/>
                    <a:pt x="13308" y="7185"/>
                  </a:cubicBezTo>
                  <a:cubicBezTo>
                    <a:pt x="14512" y="4635"/>
                    <a:pt x="21369" y="-2452"/>
                    <a:pt x="21369" y="870"/>
                  </a:cubicBezTo>
                  <a:cubicBezTo>
                    <a:pt x="21369" y="4193"/>
                    <a:pt x="16292" y="6410"/>
                    <a:pt x="14251" y="1017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6" name="Shape 3362"/>
            <p:cNvSpPr/>
            <p:nvPr/>
          </p:nvSpPr>
          <p:spPr>
            <a:xfrm>
              <a:off x="4143777" y="3247286"/>
              <a:ext cx="159611" cy="276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2" h="20392" extrusionOk="0">
                  <a:moveTo>
                    <a:pt x="18467" y="20385"/>
                  </a:moveTo>
                  <a:cubicBezTo>
                    <a:pt x="14655" y="20622"/>
                    <a:pt x="18814" y="14702"/>
                    <a:pt x="11845" y="12545"/>
                  </a:cubicBezTo>
                  <a:cubicBezTo>
                    <a:pt x="3651" y="10010"/>
                    <a:pt x="0" y="5293"/>
                    <a:pt x="0" y="2746"/>
                  </a:cubicBezTo>
                  <a:cubicBezTo>
                    <a:pt x="0" y="198"/>
                    <a:pt x="6966" y="-978"/>
                    <a:pt x="9755" y="981"/>
                  </a:cubicBezTo>
                  <a:cubicBezTo>
                    <a:pt x="12541" y="2941"/>
                    <a:pt x="16724" y="10978"/>
                    <a:pt x="19162" y="13525"/>
                  </a:cubicBezTo>
                  <a:cubicBezTo>
                    <a:pt x="21600" y="16073"/>
                    <a:pt x="21600" y="20190"/>
                    <a:pt x="18467" y="2038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7" name="Shape 3363"/>
            <p:cNvSpPr/>
            <p:nvPr/>
          </p:nvSpPr>
          <p:spPr>
            <a:xfrm>
              <a:off x="0" y="1593760"/>
              <a:ext cx="6089244" cy="41246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4" h="21519" extrusionOk="0">
                  <a:moveTo>
                    <a:pt x="21395" y="11431"/>
                  </a:moveTo>
                  <a:cubicBezTo>
                    <a:pt x="21389" y="11339"/>
                    <a:pt x="21200" y="11413"/>
                    <a:pt x="21112" y="11311"/>
                  </a:cubicBezTo>
                  <a:cubicBezTo>
                    <a:pt x="21024" y="11209"/>
                    <a:pt x="20874" y="11672"/>
                    <a:pt x="20842" y="11866"/>
                  </a:cubicBezTo>
                  <a:cubicBezTo>
                    <a:pt x="20811" y="12060"/>
                    <a:pt x="20578" y="12273"/>
                    <a:pt x="20578" y="12273"/>
                  </a:cubicBezTo>
                  <a:cubicBezTo>
                    <a:pt x="20578" y="12273"/>
                    <a:pt x="19906" y="12282"/>
                    <a:pt x="19850" y="12282"/>
                  </a:cubicBezTo>
                  <a:cubicBezTo>
                    <a:pt x="19810" y="12282"/>
                    <a:pt x="19656" y="12479"/>
                    <a:pt x="19565" y="12599"/>
                  </a:cubicBezTo>
                  <a:cubicBezTo>
                    <a:pt x="19568" y="12603"/>
                    <a:pt x="19571" y="12609"/>
                    <a:pt x="19573" y="12615"/>
                  </a:cubicBezTo>
                  <a:cubicBezTo>
                    <a:pt x="19641" y="12796"/>
                    <a:pt x="19394" y="12907"/>
                    <a:pt x="19159" y="12921"/>
                  </a:cubicBezTo>
                  <a:cubicBezTo>
                    <a:pt x="19086" y="12925"/>
                    <a:pt x="19032" y="12936"/>
                    <a:pt x="18990" y="12944"/>
                  </a:cubicBezTo>
                  <a:cubicBezTo>
                    <a:pt x="18998" y="12987"/>
                    <a:pt x="19004" y="13034"/>
                    <a:pt x="19002" y="13068"/>
                  </a:cubicBezTo>
                  <a:cubicBezTo>
                    <a:pt x="19000" y="13091"/>
                    <a:pt x="18975" y="13118"/>
                    <a:pt x="18939" y="13146"/>
                  </a:cubicBezTo>
                  <a:cubicBezTo>
                    <a:pt x="18903" y="13254"/>
                    <a:pt x="18614" y="13461"/>
                    <a:pt x="18452" y="13587"/>
                  </a:cubicBezTo>
                  <a:cubicBezTo>
                    <a:pt x="18273" y="13726"/>
                    <a:pt x="18028" y="13656"/>
                    <a:pt x="18028" y="13448"/>
                  </a:cubicBezTo>
                  <a:cubicBezTo>
                    <a:pt x="18028" y="13240"/>
                    <a:pt x="18160" y="13281"/>
                    <a:pt x="18188" y="13379"/>
                  </a:cubicBezTo>
                  <a:cubicBezTo>
                    <a:pt x="18199" y="13415"/>
                    <a:pt x="18230" y="13389"/>
                    <a:pt x="18274" y="13343"/>
                  </a:cubicBezTo>
                  <a:cubicBezTo>
                    <a:pt x="18229" y="13279"/>
                    <a:pt x="18230" y="13176"/>
                    <a:pt x="18239" y="13098"/>
                  </a:cubicBezTo>
                  <a:cubicBezTo>
                    <a:pt x="18185" y="13063"/>
                    <a:pt x="18269" y="12752"/>
                    <a:pt x="18160" y="12699"/>
                  </a:cubicBezTo>
                  <a:cubicBezTo>
                    <a:pt x="18047" y="12643"/>
                    <a:pt x="17915" y="12935"/>
                    <a:pt x="17934" y="12754"/>
                  </a:cubicBezTo>
                  <a:cubicBezTo>
                    <a:pt x="17952" y="12574"/>
                    <a:pt x="18122" y="12421"/>
                    <a:pt x="18018" y="12185"/>
                  </a:cubicBezTo>
                  <a:cubicBezTo>
                    <a:pt x="17915" y="11950"/>
                    <a:pt x="17726" y="11950"/>
                    <a:pt x="17689" y="12130"/>
                  </a:cubicBezTo>
                  <a:cubicBezTo>
                    <a:pt x="17651" y="12310"/>
                    <a:pt x="17519" y="12227"/>
                    <a:pt x="17472" y="12366"/>
                  </a:cubicBezTo>
                  <a:cubicBezTo>
                    <a:pt x="17425" y="12504"/>
                    <a:pt x="17378" y="12810"/>
                    <a:pt x="17415" y="13032"/>
                  </a:cubicBezTo>
                  <a:cubicBezTo>
                    <a:pt x="17453" y="13254"/>
                    <a:pt x="17406" y="13365"/>
                    <a:pt x="17265" y="13490"/>
                  </a:cubicBezTo>
                  <a:cubicBezTo>
                    <a:pt x="17123" y="13614"/>
                    <a:pt x="17049" y="13299"/>
                    <a:pt x="17104" y="12893"/>
                  </a:cubicBezTo>
                  <a:cubicBezTo>
                    <a:pt x="17142" y="12615"/>
                    <a:pt x="17246" y="12352"/>
                    <a:pt x="17151" y="12352"/>
                  </a:cubicBezTo>
                  <a:cubicBezTo>
                    <a:pt x="17057" y="12352"/>
                    <a:pt x="17274" y="12019"/>
                    <a:pt x="17472" y="11950"/>
                  </a:cubicBezTo>
                  <a:cubicBezTo>
                    <a:pt x="17670" y="11880"/>
                    <a:pt x="17915" y="11908"/>
                    <a:pt x="17915" y="11824"/>
                  </a:cubicBezTo>
                  <a:cubicBezTo>
                    <a:pt x="17915" y="11808"/>
                    <a:pt x="17924" y="11796"/>
                    <a:pt x="17939" y="11789"/>
                  </a:cubicBezTo>
                  <a:cubicBezTo>
                    <a:pt x="17898" y="11742"/>
                    <a:pt x="17854" y="11698"/>
                    <a:pt x="17818" y="11665"/>
                  </a:cubicBezTo>
                  <a:cubicBezTo>
                    <a:pt x="17814" y="11683"/>
                    <a:pt x="17806" y="11699"/>
                    <a:pt x="17792" y="11714"/>
                  </a:cubicBezTo>
                  <a:cubicBezTo>
                    <a:pt x="17715" y="11793"/>
                    <a:pt x="17736" y="11589"/>
                    <a:pt x="17594" y="11589"/>
                  </a:cubicBezTo>
                  <a:cubicBezTo>
                    <a:pt x="17453" y="11589"/>
                    <a:pt x="17312" y="11783"/>
                    <a:pt x="17199" y="11700"/>
                  </a:cubicBezTo>
                  <a:cubicBezTo>
                    <a:pt x="17086" y="11616"/>
                    <a:pt x="17142" y="11505"/>
                    <a:pt x="17038" y="11505"/>
                  </a:cubicBezTo>
                  <a:cubicBezTo>
                    <a:pt x="16935" y="11505"/>
                    <a:pt x="17114" y="11214"/>
                    <a:pt x="16963" y="11339"/>
                  </a:cubicBezTo>
                  <a:cubicBezTo>
                    <a:pt x="16812" y="11464"/>
                    <a:pt x="16586" y="11769"/>
                    <a:pt x="16483" y="11630"/>
                  </a:cubicBezTo>
                  <a:cubicBezTo>
                    <a:pt x="16379" y="11492"/>
                    <a:pt x="16285" y="11672"/>
                    <a:pt x="16209" y="11561"/>
                  </a:cubicBezTo>
                  <a:cubicBezTo>
                    <a:pt x="16134" y="11450"/>
                    <a:pt x="16473" y="11145"/>
                    <a:pt x="16633" y="11159"/>
                  </a:cubicBezTo>
                  <a:cubicBezTo>
                    <a:pt x="16673" y="11162"/>
                    <a:pt x="16709" y="11136"/>
                    <a:pt x="16742" y="11097"/>
                  </a:cubicBezTo>
                  <a:cubicBezTo>
                    <a:pt x="16658" y="11051"/>
                    <a:pt x="16484" y="10951"/>
                    <a:pt x="16438" y="11034"/>
                  </a:cubicBezTo>
                  <a:cubicBezTo>
                    <a:pt x="16382" y="11135"/>
                    <a:pt x="16300" y="11070"/>
                    <a:pt x="16256" y="10987"/>
                  </a:cubicBezTo>
                  <a:cubicBezTo>
                    <a:pt x="16212" y="10904"/>
                    <a:pt x="16156" y="11015"/>
                    <a:pt x="16080" y="10886"/>
                  </a:cubicBezTo>
                  <a:cubicBezTo>
                    <a:pt x="16005" y="10756"/>
                    <a:pt x="15930" y="10849"/>
                    <a:pt x="15886" y="10876"/>
                  </a:cubicBezTo>
                  <a:cubicBezTo>
                    <a:pt x="15842" y="10904"/>
                    <a:pt x="15785" y="10830"/>
                    <a:pt x="15704" y="10784"/>
                  </a:cubicBezTo>
                  <a:cubicBezTo>
                    <a:pt x="15622" y="10738"/>
                    <a:pt x="15685" y="10617"/>
                    <a:pt x="15616" y="10543"/>
                  </a:cubicBezTo>
                  <a:cubicBezTo>
                    <a:pt x="15547" y="10469"/>
                    <a:pt x="15543" y="10683"/>
                    <a:pt x="15543" y="10683"/>
                  </a:cubicBezTo>
                  <a:lnTo>
                    <a:pt x="9687" y="10730"/>
                  </a:lnTo>
                  <a:cubicBezTo>
                    <a:pt x="9693" y="10744"/>
                    <a:pt x="9700" y="10758"/>
                    <a:pt x="9708" y="10770"/>
                  </a:cubicBezTo>
                  <a:cubicBezTo>
                    <a:pt x="9778" y="10881"/>
                    <a:pt x="9722" y="10964"/>
                    <a:pt x="9745" y="11096"/>
                  </a:cubicBezTo>
                  <a:cubicBezTo>
                    <a:pt x="9769" y="11228"/>
                    <a:pt x="9750" y="11415"/>
                    <a:pt x="9679" y="11415"/>
                  </a:cubicBezTo>
                  <a:cubicBezTo>
                    <a:pt x="9609" y="11415"/>
                    <a:pt x="9599" y="11297"/>
                    <a:pt x="9651" y="11256"/>
                  </a:cubicBezTo>
                  <a:cubicBezTo>
                    <a:pt x="9703" y="11214"/>
                    <a:pt x="9675" y="11061"/>
                    <a:pt x="9623" y="11061"/>
                  </a:cubicBezTo>
                  <a:cubicBezTo>
                    <a:pt x="9593" y="11061"/>
                    <a:pt x="9580" y="11009"/>
                    <a:pt x="9582" y="10948"/>
                  </a:cubicBezTo>
                  <a:cubicBezTo>
                    <a:pt x="9486" y="10987"/>
                    <a:pt x="9375" y="10969"/>
                    <a:pt x="9246" y="10947"/>
                  </a:cubicBezTo>
                  <a:cubicBezTo>
                    <a:pt x="9248" y="10955"/>
                    <a:pt x="9250" y="10963"/>
                    <a:pt x="9251" y="10971"/>
                  </a:cubicBezTo>
                  <a:cubicBezTo>
                    <a:pt x="9255" y="11055"/>
                    <a:pt x="9284" y="11242"/>
                    <a:pt x="9359" y="11387"/>
                  </a:cubicBezTo>
                  <a:cubicBezTo>
                    <a:pt x="9434" y="11533"/>
                    <a:pt x="9383" y="11623"/>
                    <a:pt x="9453" y="11679"/>
                  </a:cubicBezTo>
                  <a:cubicBezTo>
                    <a:pt x="9524" y="11734"/>
                    <a:pt x="9519" y="11797"/>
                    <a:pt x="9453" y="11783"/>
                  </a:cubicBezTo>
                  <a:cubicBezTo>
                    <a:pt x="9387" y="11769"/>
                    <a:pt x="9434" y="11859"/>
                    <a:pt x="9411" y="12067"/>
                  </a:cubicBezTo>
                  <a:cubicBezTo>
                    <a:pt x="9387" y="12276"/>
                    <a:pt x="9392" y="12706"/>
                    <a:pt x="9378" y="12838"/>
                  </a:cubicBezTo>
                  <a:cubicBezTo>
                    <a:pt x="9364" y="12969"/>
                    <a:pt x="9260" y="13184"/>
                    <a:pt x="9321" y="13323"/>
                  </a:cubicBezTo>
                  <a:cubicBezTo>
                    <a:pt x="9383" y="13462"/>
                    <a:pt x="9425" y="13656"/>
                    <a:pt x="9392" y="13829"/>
                  </a:cubicBezTo>
                  <a:cubicBezTo>
                    <a:pt x="9359" y="14003"/>
                    <a:pt x="9364" y="14107"/>
                    <a:pt x="9415" y="14239"/>
                  </a:cubicBezTo>
                  <a:cubicBezTo>
                    <a:pt x="9467" y="14371"/>
                    <a:pt x="9425" y="14600"/>
                    <a:pt x="9481" y="14648"/>
                  </a:cubicBezTo>
                  <a:cubicBezTo>
                    <a:pt x="9538" y="14697"/>
                    <a:pt x="9590" y="14794"/>
                    <a:pt x="9642" y="14919"/>
                  </a:cubicBezTo>
                  <a:cubicBezTo>
                    <a:pt x="9693" y="15044"/>
                    <a:pt x="9741" y="14967"/>
                    <a:pt x="9750" y="15092"/>
                  </a:cubicBezTo>
                  <a:cubicBezTo>
                    <a:pt x="9759" y="15217"/>
                    <a:pt x="9759" y="15238"/>
                    <a:pt x="9835" y="15286"/>
                  </a:cubicBezTo>
                  <a:cubicBezTo>
                    <a:pt x="9910" y="15335"/>
                    <a:pt x="9863" y="15460"/>
                    <a:pt x="9863" y="15529"/>
                  </a:cubicBezTo>
                  <a:cubicBezTo>
                    <a:pt x="9863" y="15598"/>
                    <a:pt x="9962" y="15724"/>
                    <a:pt x="10085" y="15883"/>
                  </a:cubicBezTo>
                  <a:cubicBezTo>
                    <a:pt x="10207" y="16042"/>
                    <a:pt x="10103" y="16174"/>
                    <a:pt x="10193" y="16174"/>
                  </a:cubicBezTo>
                  <a:cubicBezTo>
                    <a:pt x="10282" y="16174"/>
                    <a:pt x="10367" y="16251"/>
                    <a:pt x="10457" y="16334"/>
                  </a:cubicBezTo>
                  <a:cubicBezTo>
                    <a:pt x="10546" y="16417"/>
                    <a:pt x="10574" y="16369"/>
                    <a:pt x="10636" y="16389"/>
                  </a:cubicBezTo>
                  <a:cubicBezTo>
                    <a:pt x="10697" y="16410"/>
                    <a:pt x="10810" y="16605"/>
                    <a:pt x="10834" y="16736"/>
                  </a:cubicBezTo>
                  <a:cubicBezTo>
                    <a:pt x="10845" y="16798"/>
                    <a:pt x="10859" y="16863"/>
                    <a:pt x="10881" y="16934"/>
                  </a:cubicBezTo>
                  <a:lnTo>
                    <a:pt x="11370" y="16839"/>
                  </a:lnTo>
                  <a:cubicBezTo>
                    <a:pt x="11370" y="16839"/>
                    <a:pt x="11521" y="16995"/>
                    <a:pt x="11607" y="17025"/>
                  </a:cubicBezTo>
                  <a:cubicBezTo>
                    <a:pt x="11692" y="17054"/>
                    <a:pt x="12155" y="17306"/>
                    <a:pt x="12155" y="17306"/>
                  </a:cubicBezTo>
                  <a:lnTo>
                    <a:pt x="12759" y="17299"/>
                  </a:lnTo>
                  <a:lnTo>
                    <a:pt x="12830" y="17165"/>
                  </a:lnTo>
                  <a:lnTo>
                    <a:pt x="13162" y="17165"/>
                  </a:lnTo>
                  <a:cubicBezTo>
                    <a:pt x="13162" y="17165"/>
                    <a:pt x="13373" y="17469"/>
                    <a:pt x="13403" y="17484"/>
                  </a:cubicBezTo>
                  <a:cubicBezTo>
                    <a:pt x="13434" y="17499"/>
                    <a:pt x="13539" y="17640"/>
                    <a:pt x="13539" y="17729"/>
                  </a:cubicBezTo>
                  <a:cubicBezTo>
                    <a:pt x="13539" y="17818"/>
                    <a:pt x="13564" y="17892"/>
                    <a:pt x="13615" y="17929"/>
                  </a:cubicBezTo>
                  <a:cubicBezTo>
                    <a:pt x="13665" y="17966"/>
                    <a:pt x="13836" y="18129"/>
                    <a:pt x="13861" y="18114"/>
                  </a:cubicBezTo>
                  <a:cubicBezTo>
                    <a:pt x="13886" y="18099"/>
                    <a:pt x="13937" y="17818"/>
                    <a:pt x="14027" y="17825"/>
                  </a:cubicBezTo>
                  <a:cubicBezTo>
                    <a:pt x="14118" y="17832"/>
                    <a:pt x="14365" y="17936"/>
                    <a:pt x="14405" y="18144"/>
                  </a:cubicBezTo>
                  <a:cubicBezTo>
                    <a:pt x="14445" y="18351"/>
                    <a:pt x="14566" y="18522"/>
                    <a:pt x="14606" y="18566"/>
                  </a:cubicBezTo>
                  <a:cubicBezTo>
                    <a:pt x="14646" y="18610"/>
                    <a:pt x="14626" y="18737"/>
                    <a:pt x="14657" y="18803"/>
                  </a:cubicBezTo>
                  <a:cubicBezTo>
                    <a:pt x="14687" y="18870"/>
                    <a:pt x="14682" y="18996"/>
                    <a:pt x="14717" y="18996"/>
                  </a:cubicBezTo>
                  <a:cubicBezTo>
                    <a:pt x="14752" y="18996"/>
                    <a:pt x="14933" y="19159"/>
                    <a:pt x="15014" y="19152"/>
                  </a:cubicBezTo>
                  <a:cubicBezTo>
                    <a:pt x="15038" y="19150"/>
                    <a:pt x="15070" y="19171"/>
                    <a:pt x="15102" y="19200"/>
                  </a:cubicBezTo>
                  <a:cubicBezTo>
                    <a:pt x="15112" y="18952"/>
                    <a:pt x="14939" y="18911"/>
                    <a:pt x="15041" y="18797"/>
                  </a:cubicBezTo>
                  <a:cubicBezTo>
                    <a:pt x="15159" y="18665"/>
                    <a:pt x="15036" y="18554"/>
                    <a:pt x="15093" y="18498"/>
                  </a:cubicBezTo>
                  <a:cubicBezTo>
                    <a:pt x="15149" y="18443"/>
                    <a:pt x="15248" y="18388"/>
                    <a:pt x="15248" y="18304"/>
                  </a:cubicBezTo>
                  <a:cubicBezTo>
                    <a:pt x="15248" y="18221"/>
                    <a:pt x="15300" y="18221"/>
                    <a:pt x="15375" y="18235"/>
                  </a:cubicBezTo>
                  <a:cubicBezTo>
                    <a:pt x="15451" y="18249"/>
                    <a:pt x="15592" y="18054"/>
                    <a:pt x="15583" y="17978"/>
                  </a:cubicBezTo>
                  <a:cubicBezTo>
                    <a:pt x="15573" y="17902"/>
                    <a:pt x="15597" y="17888"/>
                    <a:pt x="15686" y="17916"/>
                  </a:cubicBezTo>
                  <a:cubicBezTo>
                    <a:pt x="15776" y="17944"/>
                    <a:pt x="15762" y="17763"/>
                    <a:pt x="15818" y="17791"/>
                  </a:cubicBezTo>
                  <a:cubicBezTo>
                    <a:pt x="15875" y="17819"/>
                    <a:pt x="15922" y="17867"/>
                    <a:pt x="15927" y="17805"/>
                  </a:cubicBezTo>
                  <a:cubicBezTo>
                    <a:pt x="15931" y="17742"/>
                    <a:pt x="15988" y="17756"/>
                    <a:pt x="16030" y="17839"/>
                  </a:cubicBezTo>
                  <a:cubicBezTo>
                    <a:pt x="16073" y="17923"/>
                    <a:pt x="16195" y="17944"/>
                    <a:pt x="16205" y="17846"/>
                  </a:cubicBezTo>
                  <a:cubicBezTo>
                    <a:pt x="16214" y="17749"/>
                    <a:pt x="16285" y="17846"/>
                    <a:pt x="16346" y="17944"/>
                  </a:cubicBezTo>
                  <a:cubicBezTo>
                    <a:pt x="16407" y="18041"/>
                    <a:pt x="16435" y="18013"/>
                    <a:pt x="16525" y="18020"/>
                  </a:cubicBezTo>
                  <a:cubicBezTo>
                    <a:pt x="16614" y="18027"/>
                    <a:pt x="16614" y="17992"/>
                    <a:pt x="16619" y="17909"/>
                  </a:cubicBezTo>
                  <a:cubicBezTo>
                    <a:pt x="16624" y="17826"/>
                    <a:pt x="16718" y="18089"/>
                    <a:pt x="16808" y="18103"/>
                  </a:cubicBezTo>
                  <a:cubicBezTo>
                    <a:pt x="16897" y="18117"/>
                    <a:pt x="16826" y="18020"/>
                    <a:pt x="16761" y="17944"/>
                  </a:cubicBezTo>
                  <a:cubicBezTo>
                    <a:pt x="16695" y="17867"/>
                    <a:pt x="16775" y="17832"/>
                    <a:pt x="16718" y="17770"/>
                  </a:cubicBezTo>
                  <a:cubicBezTo>
                    <a:pt x="16662" y="17708"/>
                    <a:pt x="16789" y="17624"/>
                    <a:pt x="16902" y="17631"/>
                  </a:cubicBezTo>
                  <a:cubicBezTo>
                    <a:pt x="17015" y="17638"/>
                    <a:pt x="17010" y="17680"/>
                    <a:pt x="17053" y="17583"/>
                  </a:cubicBezTo>
                  <a:cubicBezTo>
                    <a:pt x="17095" y="17486"/>
                    <a:pt x="17137" y="17583"/>
                    <a:pt x="17137" y="17666"/>
                  </a:cubicBezTo>
                  <a:cubicBezTo>
                    <a:pt x="17137" y="17749"/>
                    <a:pt x="17321" y="17617"/>
                    <a:pt x="17420" y="17617"/>
                  </a:cubicBezTo>
                  <a:cubicBezTo>
                    <a:pt x="17519" y="17617"/>
                    <a:pt x="17609" y="17742"/>
                    <a:pt x="17618" y="17826"/>
                  </a:cubicBezTo>
                  <a:cubicBezTo>
                    <a:pt x="17627" y="17909"/>
                    <a:pt x="17693" y="17950"/>
                    <a:pt x="17764" y="17860"/>
                  </a:cubicBezTo>
                  <a:cubicBezTo>
                    <a:pt x="17835" y="17770"/>
                    <a:pt x="17896" y="17666"/>
                    <a:pt x="17962" y="17763"/>
                  </a:cubicBezTo>
                  <a:cubicBezTo>
                    <a:pt x="18028" y="17860"/>
                    <a:pt x="18094" y="17992"/>
                    <a:pt x="18174" y="18110"/>
                  </a:cubicBezTo>
                  <a:cubicBezTo>
                    <a:pt x="18254" y="18228"/>
                    <a:pt x="18136" y="18374"/>
                    <a:pt x="18179" y="18464"/>
                  </a:cubicBezTo>
                  <a:cubicBezTo>
                    <a:pt x="18221" y="18554"/>
                    <a:pt x="18174" y="18679"/>
                    <a:pt x="18268" y="18776"/>
                  </a:cubicBezTo>
                  <a:cubicBezTo>
                    <a:pt x="18362" y="18873"/>
                    <a:pt x="18278" y="19074"/>
                    <a:pt x="18353" y="19102"/>
                  </a:cubicBezTo>
                  <a:cubicBezTo>
                    <a:pt x="18428" y="19130"/>
                    <a:pt x="18490" y="19303"/>
                    <a:pt x="18499" y="19372"/>
                  </a:cubicBezTo>
                  <a:cubicBezTo>
                    <a:pt x="18508" y="19442"/>
                    <a:pt x="18650" y="19532"/>
                    <a:pt x="18659" y="19414"/>
                  </a:cubicBezTo>
                  <a:cubicBezTo>
                    <a:pt x="18669" y="19296"/>
                    <a:pt x="18744" y="19157"/>
                    <a:pt x="18753" y="19047"/>
                  </a:cubicBezTo>
                  <a:cubicBezTo>
                    <a:pt x="18763" y="18936"/>
                    <a:pt x="18697" y="18540"/>
                    <a:pt x="18636" y="18415"/>
                  </a:cubicBezTo>
                  <a:cubicBezTo>
                    <a:pt x="18574" y="18290"/>
                    <a:pt x="18650" y="18263"/>
                    <a:pt x="18574" y="18117"/>
                  </a:cubicBezTo>
                  <a:cubicBezTo>
                    <a:pt x="18499" y="17971"/>
                    <a:pt x="18452" y="17715"/>
                    <a:pt x="18457" y="17506"/>
                  </a:cubicBezTo>
                  <a:cubicBezTo>
                    <a:pt x="18461" y="17298"/>
                    <a:pt x="18626" y="16958"/>
                    <a:pt x="18706" y="16854"/>
                  </a:cubicBezTo>
                  <a:cubicBezTo>
                    <a:pt x="18786" y="16750"/>
                    <a:pt x="18876" y="16806"/>
                    <a:pt x="18895" y="16695"/>
                  </a:cubicBezTo>
                  <a:cubicBezTo>
                    <a:pt x="18914" y="16584"/>
                    <a:pt x="19013" y="16445"/>
                    <a:pt x="19069" y="16445"/>
                  </a:cubicBezTo>
                  <a:cubicBezTo>
                    <a:pt x="19126" y="16445"/>
                    <a:pt x="19187" y="16466"/>
                    <a:pt x="19196" y="16376"/>
                  </a:cubicBezTo>
                  <a:cubicBezTo>
                    <a:pt x="19206" y="16285"/>
                    <a:pt x="19300" y="16174"/>
                    <a:pt x="19422" y="16147"/>
                  </a:cubicBezTo>
                  <a:cubicBezTo>
                    <a:pt x="19545" y="16119"/>
                    <a:pt x="19474" y="16022"/>
                    <a:pt x="19441" y="15939"/>
                  </a:cubicBezTo>
                  <a:cubicBezTo>
                    <a:pt x="19408" y="15855"/>
                    <a:pt x="19470" y="15772"/>
                    <a:pt x="19493" y="15827"/>
                  </a:cubicBezTo>
                  <a:cubicBezTo>
                    <a:pt x="19517" y="15883"/>
                    <a:pt x="19592" y="15890"/>
                    <a:pt x="19639" y="15841"/>
                  </a:cubicBezTo>
                  <a:cubicBezTo>
                    <a:pt x="19686" y="15793"/>
                    <a:pt x="19795" y="15661"/>
                    <a:pt x="19691" y="15654"/>
                  </a:cubicBezTo>
                  <a:cubicBezTo>
                    <a:pt x="19587" y="15647"/>
                    <a:pt x="19564" y="15585"/>
                    <a:pt x="19625" y="15550"/>
                  </a:cubicBezTo>
                  <a:cubicBezTo>
                    <a:pt x="19686" y="15515"/>
                    <a:pt x="19634" y="15349"/>
                    <a:pt x="19550" y="15335"/>
                  </a:cubicBezTo>
                  <a:cubicBezTo>
                    <a:pt x="19465" y="15321"/>
                    <a:pt x="19493" y="15259"/>
                    <a:pt x="19545" y="15182"/>
                  </a:cubicBezTo>
                  <a:cubicBezTo>
                    <a:pt x="19597" y="15106"/>
                    <a:pt x="19470" y="14981"/>
                    <a:pt x="19408" y="14919"/>
                  </a:cubicBezTo>
                  <a:cubicBezTo>
                    <a:pt x="19347" y="14856"/>
                    <a:pt x="19446" y="14822"/>
                    <a:pt x="19493" y="14808"/>
                  </a:cubicBezTo>
                  <a:cubicBezTo>
                    <a:pt x="19540" y="14794"/>
                    <a:pt x="19503" y="14475"/>
                    <a:pt x="19526" y="14398"/>
                  </a:cubicBezTo>
                  <a:cubicBezTo>
                    <a:pt x="19550" y="14322"/>
                    <a:pt x="19630" y="14322"/>
                    <a:pt x="19597" y="14398"/>
                  </a:cubicBezTo>
                  <a:cubicBezTo>
                    <a:pt x="19564" y="14475"/>
                    <a:pt x="19517" y="14600"/>
                    <a:pt x="19578" y="14704"/>
                  </a:cubicBezTo>
                  <a:cubicBezTo>
                    <a:pt x="19639" y="14808"/>
                    <a:pt x="19658" y="14919"/>
                    <a:pt x="19634" y="15078"/>
                  </a:cubicBezTo>
                  <a:cubicBezTo>
                    <a:pt x="19611" y="15238"/>
                    <a:pt x="19658" y="15196"/>
                    <a:pt x="19729" y="14988"/>
                  </a:cubicBezTo>
                  <a:cubicBezTo>
                    <a:pt x="19799" y="14780"/>
                    <a:pt x="19809" y="14600"/>
                    <a:pt x="19762" y="14579"/>
                  </a:cubicBezTo>
                  <a:cubicBezTo>
                    <a:pt x="19715" y="14558"/>
                    <a:pt x="19719" y="14350"/>
                    <a:pt x="19771" y="14447"/>
                  </a:cubicBezTo>
                  <a:cubicBezTo>
                    <a:pt x="19823" y="14544"/>
                    <a:pt x="19842" y="14558"/>
                    <a:pt x="19922" y="14433"/>
                  </a:cubicBezTo>
                  <a:cubicBezTo>
                    <a:pt x="20002" y="14308"/>
                    <a:pt x="20087" y="14093"/>
                    <a:pt x="20035" y="14045"/>
                  </a:cubicBezTo>
                  <a:cubicBezTo>
                    <a:pt x="19983" y="13996"/>
                    <a:pt x="20058" y="13947"/>
                    <a:pt x="20153" y="13954"/>
                  </a:cubicBezTo>
                  <a:cubicBezTo>
                    <a:pt x="20247" y="13961"/>
                    <a:pt x="20449" y="13871"/>
                    <a:pt x="20464" y="13829"/>
                  </a:cubicBezTo>
                  <a:cubicBezTo>
                    <a:pt x="20510" y="13694"/>
                    <a:pt x="20139" y="13892"/>
                    <a:pt x="20139" y="13816"/>
                  </a:cubicBezTo>
                  <a:cubicBezTo>
                    <a:pt x="20139" y="13739"/>
                    <a:pt x="20374" y="13663"/>
                    <a:pt x="20482" y="13656"/>
                  </a:cubicBezTo>
                  <a:cubicBezTo>
                    <a:pt x="20591" y="13649"/>
                    <a:pt x="20539" y="13434"/>
                    <a:pt x="20586" y="13524"/>
                  </a:cubicBezTo>
                  <a:cubicBezTo>
                    <a:pt x="20633" y="13614"/>
                    <a:pt x="20704" y="13600"/>
                    <a:pt x="20765" y="13545"/>
                  </a:cubicBezTo>
                  <a:cubicBezTo>
                    <a:pt x="20826" y="13490"/>
                    <a:pt x="20779" y="13330"/>
                    <a:pt x="20709" y="13302"/>
                  </a:cubicBezTo>
                  <a:cubicBezTo>
                    <a:pt x="20638" y="13274"/>
                    <a:pt x="20760" y="13205"/>
                    <a:pt x="20737" y="13143"/>
                  </a:cubicBezTo>
                  <a:cubicBezTo>
                    <a:pt x="20713" y="13080"/>
                    <a:pt x="20784" y="12830"/>
                    <a:pt x="20874" y="12803"/>
                  </a:cubicBezTo>
                  <a:cubicBezTo>
                    <a:pt x="20963" y="12775"/>
                    <a:pt x="20921" y="12692"/>
                    <a:pt x="20996" y="12692"/>
                  </a:cubicBezTo>
                  <a:cubicBezTo>
                    <a:pt x="21071" y="12692"/>
                    <a:pt x="21086" y="12560"/>
                    <a:pt x="21151" y="12463"/>
                  </a:cubicBezTo>
                  <a:cubicBezTo>
                    <a:pt x="21217" y="12366"/>
                    <a:pt x="21312" y="12615"/>
                    <a:pt x="21415" y="12477"/>
                  </a:cubicBezTo>
                  <a:cubicBezTo>
                    <a:pt x="21458" y="12420"/>
                    <a:pt x="21515" y="12357"/>
                    <a:pt x="21574" y="12301"/>
                  </a:cubicBezTo>
                  <a:cubicBezTo>
                    <a:pt x="21332" y="11831"/>
                    <a:pt x="21401" y="11517"/>
                    <a:pt x="21395" y="11431"/>
                  </a:cubicBezTo>
                  <a:close/>
                  <a:moveTo>
                    <a:pt x="2061" y="20719"/>
                  </a:moveTo>
                  <a:cubicBezTo>
                    <a:pt x="2106" y="20822"/>
                    <a:pt x="2154" y="20842"/>
                    <a:pt x="2192" y="20750"/>
                  </a:cubicBezTo>
                  <a:cubicBezTo>
                    <a:pt x="2230" y="20658"/>
                    <a:pt x="2008" y="20601"/>
                    <a:pt x="2061" y="20719"/>
                  </a:cubicBezTo>
                  <a:close/>
                  <a:moveTo>
                    <a:pt x="1728" y="20511"/>
                  </a:moveTo>
                  <a:cubicBezTo>
                    <a:pt x="1790" y="20608"/>
                    <a:pt x="1835" y="20582"/>
                    <a:pt x="1853" y="20495"/>
                  </a:cubicBezTo>
                  <a:cubicBezTo>
                    <a:pt x="1870" y="20408"/>
                    <a:pt x="1661" y="20407"/>
                    <a:pt x="1728" y="20511"/>
                  </a:cubicBezTo>
                  <a:close/>
                  <a:moveTo>
                    <a:pt x="2463" y="20862"/>
                  </a:moveTo>
                  <a:cubicBezTo>
                    <a:pt x="2393" y="20878"/>
                    <a:pt x="2438" y="21064"/>
                    <a:pt x="2483" y="21016"/>
                  </a:cubicBezTo>
                  <a:cubicBezTo>
                    <a:pt x="2559" y="20934"/>
                    <a:pt x="2532" y="20847"/>
                    <a:pt x="2463" y="20862"/>
                  </a:cubicBezTo>
                  <a:close/>
                  <a:moveTo>
                    <a:pt x="2618" y="21128"/>
                  </a:moveTo>
                  <a:cubicBezTo>
                    <a:pt x="2501" y="21148"/>
                    <a:pt x="2566" y="21582"/>
                    <a:pt x="2629" y="21510"/>
                  </a:cubicBezTo>
                  <a:cubicBezTo>
                    <a:pt x="2674" y="21459"/>
                    <a:pt x="2757" y="21449"/>
                    <a:pt x="2781" y="21383"/>
                  </a:cubicBezTo>
                  <a:cubicBezTo>
                    <a:pt x="2814" y="21294"/>
                    <a:pt x="2736" y="21107"/>
                    <a:pt x="2618" y="21128"/>
                  </a:cubicBezTo>
                  <a:close/>
                  <a:moveTo>
                    <a:pt x="323" y="5810"/>
                  </a:moveTo>
                  <a:cubicBezTo>
                    <a:pt x="313" y="5699"/>
                    <a:pt x="111" y="5803"/>
                    <a:pt x="134" y="5907"/>
                  </a:cubicBezTo>
                  <a:cubicBezTo>
                    <a:pt x="158" y="6011"/>
                    <a:pt x="349" y="6079"/>
                    <a:pt x="431" y="6038"/>
                  </a:cubicBezTo>
                  <a:cubicBezTo>
                    <a:pt x="502" y="6004"/>
                    <a:pt x="525" y="5893"/>
                    <a:pt x="473" y="5823"/>
                  </a:cubicBezTo>
                  <a:cubicBezTo>
                    <a:pt x="422" y="5754"/>
                    <a:pt x="332" y="5921"/>
                    <a:pt x="323" y="5810"/>
                  </a:cubicBezTo>
                  <a:close/>
                  <a:moveTo>
                    <a:pt x="3324" y="6628"/>
                  </a:moveTo>
                  <a:cubicBezTo>
                    <a:pt x="3328" y="6552"/>
                    <a:pt x="3253" y="6559"/>
                    <a:pt x="3159" y="6718"/>
                  </a:cubicBezTo>
                  <a:cubicBezTo>
                    <a:pt x="3065" y="6878"/>
                    <a:pt x="2985" y="6961"/>
                    <a:pt x="2970" y="7038"/>
                  </a:cubicBezTo>
                  <a:cubicBezTo>
                    <a:pt x="2956" y="7114"/>
                    <a:pt x="2848" y="7024"/>
                    <a:pt x="2815" y="7121"/>
                  </a:cubicBezTo>
                  <a:cubicBezTo>
                    <a:pt x="2782" y="7218"/>
                    <a:pt x="2838" y="7433"/>
                    <a:pt x="2904" y="7364"/>
                  </a:cubicBezTo>
                  <a:cubicBezTo>
                    <a:pt x="2970" y="7294"/>
                    <a:pt x="2975" y="7364"/>
                    <a:pt x="3018" y="7364"/>
                  </a:cubicBezTo>
                  <a:cubicBezTo>
                    <a:pt x="3060" y="7364"/>
                    <a:pt x="3253" y="7169"/>
                    <a:pt x="3296" y="7072"/>
                  </a:cubicBezTo>
                  <a:cubicBezTo>
                    <a:pt x="3338" y="6975"/>
                    <a:pt x="3220" y="6947"/>
                    <a:pt x="3215" y="6885"/>
                  </a:cubicBezTo>
                  <a:cubicBezTo>
                    <a:pt x="3211" y="6822"/>
                    <a:pt x="3314" y="6822"/>
                    <a:pt x="3366" y="6781"/>
                  </a:cubicBezTo>
                  <a:cubicBezTo>
                    <a:pt x="3418" y="6739"/>
                    <a:pt x="3319" y="6704"/>
                    <a:pt x="3324" y="6628"/>
                  </a:cubicBezTo>
                  <a:close/>
                  <a:moveTo>
                    <a:pt x="935" y="8259"/>
                  </a:moveTo>
                  <a:cubicBezTo>
                    <a:pt x="831" y="8203"/>
                    <a:pt x="559" y="8447"/>
                    <a:pt x="652" y="8467"/>
                  </a:cubicBezTo>
                  <a:cubicBezTo>
                    <a:pt x="718" y="8481"/>
                    <a:pt x="747" y="8384"/>
                    <a:pt x="822" y="8384"/>
                  </a:cubicBezTo>
                  <a:cubicBezTo>
                    <a:pt x="897" y="8384"/>
                    <a:pt x="1039" y="8314"/>
                    <a:pt x="935" y="8259"/>
                  </a:cubicBezTo>
                  <a:close/>
                  <a:moveTo>
                    <a:pt x="134" y="8883"/>
                  </a:moveTo>
                  <a:cubicBezTo>
                    <a:pt x="247" y="8814"/>
                    <a:pt x="294" y="8730"/>
                    <a:pt x="247" y="8647"/>
                  </a:cubicBezTo>
                  <a:cubicBezTo>
                    <a:pt x="200" y="8564"/>
                    <a:pt x="47" y="8936"/>
                    <a:pt x="134" y="8883"/>
                  </a:cubicBezTo>
                  <a:close/>
                  <a:moveTo>
                    <a:pt x="8084" y="7898"/>
                  </a:moveTo>
                  <a:cubicBezTo>
                    <a:pt x="8115" y="7778"/>
                    <a:pt x="8121" y="7704"/>
                    <a:pt x="7883" y="7565"/>
                  </a:cubicBezTo>
                  <a:cubicBezTo>
                    <a:pt x="7644" y="7426"/>
                    <a:pt x="7669" y="7334"/>
                    <a:pt x="7506" y="6908"/>
                  </a:cubicBezTo>
                  <a:cubicBezTo>
                    <a:pt x="7342" y="6483"/>
                    <a:pt x="7047" y="6298"/>
                    <a:pt x="7047" y="6140"/>
                  </a:cubicBezTo>
                  <a:cubicBezTo>
                    <a:pt x="7047" y="5983"/>
                    <a:pt x="6758" y="6002"/>
                    <a:pt x="6758" y="6122"/>
                  </a:cubicBezTo>
                  <a:cubicBezTo>
                    <a:pt x="6758" y="6242"/>
                    <a:pt x="6633" y="6279"/>
                    <a:pt x="6564" y="6344"/>
                  </a:cubicBezTo>
                  <a:cubicBezTo>
                    <a:pt x="6494" y="6408"/>
                    <a:pt x="6463" y="6307"/>
                    <a:pt x="6400" y="6186"/>
                  </a:cubicBezTo>
                  <a:cubicBezTo>
                    <a:pt x="6337" y="6066"/>
                    <a:pt x="6187" y="5946"/>
                    <a:pt x="6187" y="5872"/>
                  </a:cubicBezTo>
                  <a:cubicBezTo>
                    <a:pt x="6187" y="5798"/>
                    <a:pt x="6149" y="5641"/>
                    <a:pt x="6042" y="5715"/>
                  </a:cubicBezTo>
                  <a:cubicBezTo>
                    <a:pt x="5935" y="5789"/>
                    <a:pt x="5879" y="5715"/>
                    <a:pt x="5847" y="5770"/>
                  </a:cubicBezTo>
                  <a:cubicBezTo>
                    <a:pt x="5816" y="5826"/>
                    <a:pt x="5734" y="5736"/>
                    <a:pt x="5734" y="5736"/>
                  </a:cubicBezTo>
                  <a:lnTo>
                    <a:pt x="5734" y="941"/>
                  </a:lnTo>
                  <a:cubicBezTo>
                    <a:pt x="5697" y="936"/>
                    <a:pt x="5663" y="926"/>
                    <a:pt x="5637" y="912"/>
                  </a:cubicBezTo>
                  <a:cubicBezTo>
                    <a:pt x="5500" y="835"/>
                    <a:pt x="5298" y="697"/>
                    <a:pt x="5189" y="731"/>
                  </a:cubicBezTo>
                  <a:cubicBezTo>
                    <a:pt x="5081" y="766"/>
                    <a:pt x="4864" y="808"/>
                    <a:pt x="4789" y="752"/>
                  </a:cubicBezTo>
                  <a:cubicBezTo>
                    <a:pt x="4714" y="697"/>
                    <a:pt x="4610" y="648"/>
                    <a:pt x="4454" y="683"/>
                  </a:cubicBezTo>
                  <a:cubicBezTo>
                    <a:pt x="4299" y="717"/>
                    <a:pt x="4200" y="558"/>
                    <a:pt x="4002" y="488"/>
                  </a:cubicBezTo>
                  <a:cubicBezTo>
                    <a:pt x="3804" y="419"/>
                    <a:pt x="3526" y="509"/>
                    <a:pt x="3460" y="544"/>
                  </a:cubicBezTo>
                  <a:cubicBezTo>
                    <a:pt x="3394" y="579"/>
                    <a:pt x="3409" y="440"/>
                    <a:pt x="3324" y="454"/>
                  </a:cubicBezTo>
                  <a:cubicBezTo>
                    <a:pt x="3239" y="468"/>
                    <a:pt x="3305" y="398"/>
                    <a:pt x="3258" y="294"/>
                  </a:cubicBezTo>
                  <a:cubicBezTo>
                    <a:pt x="3211" y="190"/>
                    <a:pt x="2975" y="287"/>
                    <a:pt x="2890" y="301"/>
                  </a:cubicBezTo>
                  <a:cubicBezTo>
                    <a:pt x="2805" y="315"/>
                    <a:pt x="2782" y="239"/>
                    <a:pt x="2787" y="176"/>
                  </a:cubicBezTo>
                  <a:cubicBezTo>
                    <a:pt x="2791" y="114"/>
                    <a:pt x="2711" y="135"/>
                    <a:pt x="2678" y="218"/>
                  </a:cubicBezTo>
                  <a:cubicBezTo>
                    <a:pt x="2645" y="301"/>
                    <a:pt x="2551" y="315"/>
                    <a:pt x="2513" y="260"/>
                  </a:cubicBezTo>
                  <a:cubicBezTo>
                    <a:pt x="2476" y="204"/>
                    <a:pt x="2594" y="183"/>
                    <a:pt x="2598" y="121"/>
                  </a:cubicBezTo>
                  <a:cubicBezTo>
                    <a:pt x="2603" y="58"/>
                    <a:pt x="2476" y="24"/>
                    <a:pt x="2429" y="3"/>
                  </a:cubicBezTo>
                  <a:cubicBezTo>
                    <a:pt x="2381" y="-18"/>
                    <a:pt x="2306" y="72"/>
                    <a:pt x="2207" y="204"/>
                  </a:cubicBezTo>
                  <a:cubicBezTo>
                    <a:pt x="2108" y="336"/>
                    <a:pt x="1962" y="322"/>
                    <a:pt x="1873" y="308"/>
                  </a:cubicBezTo>
                  <a:cubicBezTo>
                    <a:pt x="1783" y="294"/>
                    <a:pt x="1670" y="322"/>
                    <a:pt x="1675" y="398"/>
                  </a:cubicBezTo>
                  <a:cubicBezTo>
                    <a:pt x="1680" y="475"/>
                    <a:pt x="1788" y="468"/>
                    <a:pt x="1722" y="565"/>
                  </a:cubicBezTo>
                  <a:cubicBezTo>
                    <a:pt x="1656" y="662"/>
                    <a:pt x="1632" y="433"/>
                    <a:pt x="1566" y="537"/>
                  </a:cubicBezTo>
                  <a:cubicBezTo>
                    <a:pt x="1500" y="641"/>
                    <a:pt x="1303" y="634"/>
                    <a:pt x="1255" y="620"/>
                  </a:cubicBezTo>
                  <a:cubicBezTo>
                    <a:pt x="1208" y="606"/>
                    <a:pt x="1053" y="856"/>
                    <a:pt x="1006" y="925"/>
                  </a:cubicBezTo>
                  <a:cubicBezTo>
                    <a:pt x="959" y="995"/>
                    <a:pt x="1043" y="1057"/>
                    <a:pt x="916" y="1259"/>
                  </a:cubicBezTo>
                  <a:cubicBezTo>
                    <a:pt x="789" y="1460"/>
                    <a:pt x="450" y="1418"/>
                    <a:pt x="379" y="1418"/>
                  </a:cubicBezTo>
                  <a:cubicBezTo>
                    <a:pt x="308" y="1418"/>
                    <a:pt x="360" y="1536"/>
                    <a:pt x="323" y="1612"/>
                  </a:cubicBezTo>
                  <a:cubicBezTo>
                    <a:pt x="285" y="1689"/>
                    <a:pt x="365" y="1758"/>
                    <a:pt x="558" y="1834"/>
                  </a:cubicBezTo>
                  <a:cubicBezTo>
                    <a:pt x="751" y="1911"/>
                    <a:pt x="883" y="2285"/>
                    <a:pt x="907" y="2375"/>
                  </a:cubicBezTo>
                  <a:cubicBezTo>
                    <a:pt x="930" y="2466"/>
                    <a:pt x="1171" y="2369"/>
                    <a:pt x="1265" y="2389"/>
                  </a:cubicBezTo>
                  <a:cubicBezTo>
                    <a:pt x="1359" y="2410"/>
                    <a:pt x="1255" y="2604"/>
                    <a:pt x="1336" y="2660"/>
                  </a:cubicBezTo>
                  <a:cubicBezTo>
                    <a:pt x="1416" y="2715"/>
                    <a:pt x="1538" y="2632"/>
                    <a:pt x="1562" y="2729"/>
                  </a:cubicBezTo>
                  <a:cubicBezTo>
                    <a:pt x="1585" y="2826"/>
                    <a:pt x="1402" y="2729"/>
                    <a:pt x="1307" y="2833"/>
                  </a:cubicBezTo>
                  <a:cubicBezTo>
                    <a:pt x="1213" y="2937"/>
                    <a:pt x="1166" y="2986"/>
                    <a:pt x="1128" y="2910"/>
                  </a:cubicBezTo>
                  <a:cubicBezTo>
                    <a:pt x="1091" y="2833"/>
                    <a:pt x="935" y="2882"/>
                    <a:pt x="855" y="2896"/>
                  </a:cubicBezTo>
                  <a:cubicBezTo>
                    <a:pt x="775" y="2910"/>
                    <a:pt x="850" y="2750"/>
                    <a:pt x="855" y="2681"/>
                  </a:cubicBezTo>
                  <a:cubicBezTo>
                    <a:pt x="860" y="2611"/>
                    <a:pt x="747" y="2563"/>
                    <a:pt x="591" y="2695"/>
                  </a:cubicBezTo>
                  <a:cubicBezTo>
                    <a:pt x="436" y="2826"/>
                    <a:pt x="492" y="2778"/>
                    <a:pt x="473" y="2882"/>
                  </a:cubicBezTo>
                  <a:cubicBezTo>
                    <a:pt x="455" y="2986"/>
                    <a:pt x="389" y="2819"/>
                    <a:pt x="290" y="2910"/>
                  </a:cubicBezTo>
                  <a:cubicBezTo>
                    <a:pt x="191" y="3000"/>
                    <a:pt x="31" y="3062"/>
                    <a:pt x="2" y="3152"/>
                  </a:cubicBezTo>
                  <a:cubicBezTo>
                    <a:pt x="-26" y="3243"/>
                    <a:pt x="214" y="3305"/>
                    <a:pt x="308" y="3333"/>
                  </a:cubicBezTo>
                  <a:cubicBezTo>
                    <a:pt x="403" y="3361"/>
                    <a:pt x="195" y="3451"/>
                    <a:pt x="271" y="3485"/>
                  </a:cubicBezTo>
                  <a:cubicBezTo>
                    <a:pt x="346" y="3520"/>
                    <a:pt x="313" y="3624"/>
                    <a:pt x="431" y="3714"/>
                  </a:cubicBezTo>
                  <a:cubicBezTo>
                    <a:pt x="549" y="3805"/>
                    <a:pt x="813" y="3714"/>
                    <a:pt x="883" y="3714"/>
                  </a:cubicBezTo>
                  <a:cubicBezTo>
                    <a:pt x="954" y="3714"/>
                    <a:pt x="1020" y="3839"/>
                    <a:pt x="1076" y="3749"/>
                  </a:cubicBezTo>
                  <a:cubicBezTo>
                    <a:pt x="1133" y="3659"/>
                    <a:pt x="1345" y="3409"/>
                    <a:pt x="1453" y="3555"/>
                  </a:cubicBezTo>
                  <a:cubicBezTo>
                    <a:pt x="1562" y="3701"/>
                    <a:pt x="1336" y="3680"/>
                    <a:pt x="1392" y="3770"/>
                  </a:cubicBezTo>
                  <a:cubicBezTo>
                    <a:pt x="1449" y="3860"/>
                    <a:pt x="1519" y="4075"/>
                    <a:pt x="1416" y="4186"/>
                  </a:cubicBezTo>
                  <a:cubicBezTo>
                    <a:pt x="1312" y="4297"/>
                    <a:pt x="1213" y="4221"/>
                    <a:pt x="1157" y="4214"/>
                  </a:cubicBezTo>
                  <a:cubicBezTo>
                    <a:pt x="1100" y="4207"/>
                    <a:pt x="1133" y="4367"/>
                    <a:pt x="1043" y="4470"/>
                  </a:cubicBezTo>
                  <a:cubicBezTo>
                    <a:pt x="954" y="4575"/>
                    <a:pt x="888" y="4360"/>
                    <a:pt x="775" y="4360"/>
                  </a:cubicBezTo>
                  <a:cubicBezTo>
                    <a:pt x="662" y="4360"/>
                    <a:pt x="685" y="4575"/>
                    <a:pt x="690" y="4679"/>
                  </a:cubicBezTo>
                  <a:cubicBezTo>
                    <a:pt x="695" y="4783"/>
                    <a:pt x="521" y="4658"/>
                    <a:pt x="478" y="4908"/>
                  </a:cubicBezTo>
                  <a:cubicBezTo>
                    <a:pt x="436" y="5157"/>
                    <a:pt x="257" y="4942"/>
                    <a:pt x="374" y="5185"/>
                  </a:cubicBezTo>
                  <a:cubicBezTo>
                    <a:pt x="492" y="5428"/>
                    <a:pt x="473" y="5275"/>
                    <a:pt x="568" y="5372"/>
                  </a:cubicBezTo>
                  <a:cubicBezTo>
                    <a:pt x="662" y="5470"/>
                    <a:pt x="464" y="5643"/>
                    <a:pt x="558" y="5671"/>
                  </a:cubicBezTo>
                  <a:cubicBezTo>
                    <a:pt x="652" y="5699"/>
                    <a:pt x="756" y="5948"/>
                    <a:pt x="822" y="6038"/>
                  </a:cubicBezTo>
                  <a:cubicBezTo>
                    <a:pt x="888" y="6129"/>
                    <a:pt x="973" y="5990"/>
                    <a:pt x="1072" y="5983"/>
                  </a:cubicBezTo>
                  <a:cubicBezTo>
                    <a:pt x="1171" y="5976"/>
                    <a:pt x="1124" y="5775"/>
                    <a:pt x="1180" y="5851"/>
                  </a:cubicBezTo>
                  <a:cubicBezTo>
                    <a:pt x="1237" y="5928"/>
                    <a:pt x="1317" y="6149"/>
                    <a:pt x="1265" y="6205"/>
                  </a:cubicBezTo>
                  <a:cubicBezTo>
                    <a:pt x="1213" y="6260"/>
                    <a:pt x="1255" y="6434"/>
                    <a:pt x="1246" y="6517"/>
                  </a:cubicBezTo>
                  <a:cubicBezTo>
                    <a:pt x="1237" y="6600"/>
                    <a:pt x="1463" y="6573"/>
                    <a:pt x="1477" y="6475"/>
                  </a:cubicBezTo>
                  <a:cubicBezTo>
                    <a:pt x="1491" y="6378"/>
                    <a:pt x="1670" y="6351"/>
                    <a:pt x="1769" y="6510"/>
                  </a:cubicBezTo>
                  <a:cubicBezTo>
                    <a:pt x="1868" y="6670"/>
                    <a:pt x="1901" y="6697"/>
                    <a:pt x="1901" y="6573"/>
                  </a:cubicBezTo>
                  <a:cubicBezTo>
                    <a:pt x="1901" y="6448"/>
                    <a:pt x="1986" y="6309"/>
                    <a:pt x="1990" y="6413"/>
                  </a:cubicBezTo>
                  <a:cubicBezTo>
                    <a:pt x="1995" y="6517"/>
                    <a:pt x="2075" y="6545"/>
                    <a:pt x="2221" y="6448"/>
                  </a:cubicBezTo>
                  <a:cubicBezTo>
                    <a:pt x="2367" y="6351"/>
                    <a:pt x="2301" y="6455"/>
                    <a:pt x="2226" y="6593"/>
                  </a:cubicBezTo>
                  <a:cubicBezTo>
                    <a:pt x="2122" y="6785"/>
                    <a:pt x="2226" y="7065"/>
                    <a:pt x="2151" y="7093"/>
                  </a:cubicBezTo>
                  <a:cubicBezTo>
                    <a:pt x="2075" y="7121"/>
                    <a:pt x="2014" y="7405"/>
                    <a:pt x="1891" y="7426"/>
                  </a:cubicBezTo>
                  <a:cubicBezTo>
                    <a:pt x="1769" y="7447"/>
                    <a:pt x="1562" y="7787"/>
                    <a:pt x="1533" y="7842"/>
                  </a:cubicBezTo>
                  <a:cubicBezTo>
                    <a:pt x="1505" y="7898"/>
                    <a:pt x="1241" y="7731"/>
                    <a:pt x="1204" y="7891"/>
                  </a:cubicBezTo>
                  <a:cubicBezTo>
                    <a:pt x="1166" y="8050"/>
                    <a:pt x="1006" y="8169"/>
                    <a:pt x="1048" y="8231"/>
                  </a:cubicBezTo>
                  <a:cubicBezTo>
                    <a:pt x="1076" y="8273"/>
                    <a:pt x="1293" y="8113"/>
                    <a:pt x="1303" y="8030"/>
                  </a:cubicBezTo>
                  <a:cubicBezTo>
                    <a:pt x="1312" y="7947"/>
                    <a:pt x="1340" y="7960"/>
                    <a:pt x="1378" y="8023"/>
                  </a:cubicBezTo>
                  <a:cubicBezTo>
                    <a:pt x="1416" y="8085"/>
                    <a:pt x="1510" y="7995"/>
                    <a:pt x="1552" y="7940"/>
                  </a:cubicBezTo>
                  <a:cubicBezTo>
                    <a:pt x="1595" y="7884"/>
                    <a:pt x="1665" y="7905"/>
                    <a:pt x="1708" y="7912"/>
                  </a:cubicBezTo>
                  <a:cubicBezTo>
                    <a:pt x="1750" y="7919"/>
                    <a:pt x="1769" y="7835"/>
                    <a:pt x="1896" y="7801"/>
                  </a:cubicBezTo>
                  <a:cubicBezTo>
                    <a:pt x="2023" y="7766"/>
                    <a:pt x="1995" y="7711"/>
                    <a:pt x="2023" y="7613"/>
                  </a:cubicBezTo>
                  <a:cubicBezTo>
                    <a:pt x="2052" y="7516"/>
                    <a:pt x="2353" y="7308"/>
                    <a:pt x="2410" y="7287"/>
                  </a:cubicBezTo>
                  <a:cubicBezTo>
                    <a:pt x="2466" y="7267"/>
                    <a:pt x="2433" y="7128"/>
                    <a:pt x="2495" y="7121"/>
                  </a:cubicBezTo>
                  <a:cubicBezTo>
                    <a:pt x="2556" y="7114"/>
                    <a:pt x="2650" y="7003"/>
                    <a:pt x="2730" y="6906"/>
                  </a:cubicBezTo>
                  <a:cubicBezTo>
                    <a:pt x="2810" y="6809"/>
                    <a:pt x="2829" y="6850"/>
                    <a:pt x="2890" y="6815"/>
                  </a:cubicBezTo>
                  <a:cubicBezTo>
                    <a:pt x="2952" y="6781"/>
                    <a:pt x="2904" y="6600"/>
                    <a:pt x="2966" y="6586"/>
                  </a:cubicBezTo>
                  <a:cubicBezTo>
                    <a:pt x="3027" y="6573"/>
                    <a:pt x="3074" y="6503"/>
                    <a:pt x="3074" y="6427"/>
                  </a:cubicBezTo>
                  <a:cubicBezTo>
                    <a:pt x="3074" y="6351"/>
                    <a:pt x="2919" y="6351"/>
                    <a:pt x="2904" y="6302"/>
                  </a:cubicBezTo>
                  <a:cubicBezTo>
                    <a:pt x="2890" y="6253"/>
                    <a:pt x="3027" y="6073"/>
                    <a:pt x="3079" y="6080"/>
                  </a:cubicBezTo>
                  <a:cubicBezTo>
                    <a:pt x="3131" y="6087"/>
                    <a:pt x="3215" y="6004"/>
                    <a:pt x="3220" y="5893"/>
                  </a:cubicBezTo>
                  <a:cubicBezTo>
                    <a:pt x="3225" y="5782"/>
                    <a:pt x="3300" y="5761"/>
                    <a:pt x="3361" y="5664"/>
                  </a:cubicBezTo>
                  <a:cubicBezTo>
                    <a:pt x="3423" y="5567"/>
                    <a:pt x="3409" y="5484"/>
                    <a:pt x="3470" y="5477"/>
                  </a:cubicBezTo>
                  <a:cubicBezTo>
                    <a:pt x="3531" y="5470"/>
                    <a:pt x="3588" y="5345"/>
                    <a:pt x="3654" y="5289"/>
                  </a:cubicBezTo>
                  <a:cubicBezTo>
                    <a:pt x="3720" y="5234"/>
                    <a:pt x="3654" y="5359"/>
                    <a:pt x="3781" y="5366"/>
                  </a:cubicBezTo>
                  <a:cubicBezTo>
                    <a:pt x="3908" y="5372"/>
                    <a:pt x="3880" y="5546"/>
                    <a:pt x="3785" y="5484"/>
                  </a:cubicBezTo>
                  <a:cubicBezTo>
                    <a:pt x="3691" y="5421"/>
                    <a:pt x="3649" y="5428"/>
                    <a:pt x="3564" y="5546"/>
                  </a:cubicBezTo>
                  <a:cubicBezTo>
                    <a:pt x="3479" y="5664"/>
                    <a:pt x="3545" y="5699"/>
                    <a:pt x="3479" y="5830"/>
                  </a:cubicBezTo>
                  <a:cubicBezTo>
                    <a:pt x="3413" y="5962"/>
                    <a:pt x="3409" y="6045"/>
                    <a:pt x="3493" y="6059"/>
                  </a:cubicBezTo>
                  <a:cubicBezTo>
                    <a:pt x="3578" y="6073"/>
                    <a:pt x="3498" y="6163"/>
                    <a:pt x="3418" y="6198"/>
                  </a:cubicBezTo>
                  <a:cubicBezTo>
                    <a:pt x="3338" y="6233"/>
                    <a:pt x="3394" y="6302"/>
                    <a:pt x="3503" y="6302"/>
                  </a:cubicBezTo>
                  <a:cubicBezTo>
                    <a:pt x="3611" y="6302"/>
                    <a:pt x="3771" y="6073"/>
                    <a:pt x="3922" y="5962"/>
                  </a:cubicBezTo>
                  <a:cubicBezTo>
                    <a:pt x="4073" y="5851"/>
                    <a:pt x="4186" y="5962"/>
                    <a:pt x="4228" y="5941"/>
                  </a:cubicBezTo>
                  <a:cubicBezTo>
                    <a:pt x="4271" y="5921"/>
                    <a:pt x="4181" y="5816"/>
                    <a:pt x="4233" y="5782"/>
                  </a:cubicBezTo>
                  <a:cubicBezTo>
                    <a:pt x="4285" y="5747"/>
                    <a:pt x="4172" y="5726"/>
                    <a:pt x="4139" y="5594"/>
                  </a:cubicBezTo>
                  <a:cubicBezTo>
                    <a:pt x="4106" y="5463"/>
                    <a:pt x="4191" y="5546"/>
                    <a:pt x="4210" y="5442"/>
                  </a:cubicBezTo>
                  <a:cubicBezTo>
                    <a:pt x="4228" y="5338"/>
                    <a:pt x="4280" y="5379"/>
                    <a:pt x="4327" y="5428"/>
                  </a:cubicBezTo>
                  <a:cubicBezTo>
                    <a:pt x="4374" y="5477"/>
                    <a:pt x="4440" y="5379"/>
                    <a:pt x="4483" y="5511"/>
                  </a:cubicBezTo>
                  <a:cubicBezTo>
                    <a:pt x="4525" y="5643"/>
                    <a:pt x="4572" y="5477"/>
                    <a:pt x="4648" y="5567"/>
                  </a:cubicBezTo>
                  <a:cubicBezTo>
                    <a:pt x="4723" y="5657"/>
                    <a:pt x="4633" y="5643"/>
                    <a:pt x="4553" y="5671"/>
                  </a:cubicBezTo>
                  <a:cubicBezTo>
                    <a:pt x="4473" y="5699"/>
                    <a:pt x="4516" y="5858"/>
                    <a:pt x="4577" y="5782"/>
                  </a:cubicBezTo>
                  <a:cubicBezTo>
                    <a:pt x="4638" y="5705"/>
                    <a:pt x="4690" y="5657"/>
                    <a:pt x="4747" y="5733"/>
                  </a:cubicBezTo>
                  <a:cubicBezTo>
                    <a:pt x="4803" y="5810"/>
                    <a:pt x="4827" y="5775"/>
                    <a:pt x="4874" y="5705"/>
                  </a:cubicBezTo>
                  <a:cubicBezTo>
                    <a:pt x="4921" y="5636"/>
                    <a:pt x="4921" y="5712"/>
                    <a:pt x="4921" y="5768"/>
                  </a:cubicBezTo>
                  <a:cubicBezTo>
                    <a:pt x="4921" y="5823"/>
                    <a:pt x="5020" y="5844"/>
                    <a:pt x="5161" y="5879"/>
                  </a:cubicBezTo>
                  <a:cubicBezTo>
                    <a:pt x="5303" y="5914"/>
                    <a:pt x="5557" y="5865"/>
                    <a:pt x="5623" y="5858"/>
                  </a:cubicBezTo>
                  <a:cubicBezTo>
                    <a:pt x="5689" y="5851"/>
                    <a:pt x="5665" y="6004"/>
                    <a:pt x="5811" y="6045"/>
                  </a:cubicBezTo>
                  <a:cubicBezTo>
                    <a:pt x="5957" y="6087"/>
                    <a:pt x="5995" y="5830"/>
                    <a:pt x="6070" y="5921"/>
                  </a:cubicBezTo>
                  <a:cubicBezTo>
                    <a:pt x="6146" y="6011"/>
                    <a:pt x="6070" y="6045"/>
                    <a:pt x="6028" y="6115"/>
                  </a:cubicBezTo>
                  <a:cubicBezTo>
                    <a:pt x="5986" y="6184"/>
                    <a:pt x="6075" y="6191"/>
                    <a:pt x="6132" y="6226"/>
                  </a:cubicBezTo>
                  <a:cubicBezTo>
                    <a:pt x="6188" y="6260"/>
                    <a:pt x="6320" y="6316"/>
                    <a:pt x="6381" y="6406"/>
                  </a:cubicBezTo>
                  <a:cubicBezTo>
                    <a:pt x="6443" y="6496"/>
                    <a:pt x="6480" y="6593"/>
                    <a:pt x="6631" y="6704"/>
                  </a:cubicBezTo>
                  <a:cubicBezTo>
                    <a:pt x="6782" y="6815"/>
                    <a:pt x="6636" y="6427"/>
                    <a:pt x="6754" y="6552"/>
                  </a:cubicBezTo>
                  <a:cubicBezTo>
                    <a:pt x="6871" y="6677"/>
                    <a:pt x="6829" y="6559"/>
                    <a:pt x="6923" y="6683"/>
                  </a:cubicBezTo>
                  <a:cubicBezTo>
                    <a:pt x="7017" y="6809"/>
                    <a:pt x="6984" y="6628"/>
                    <a:pt x="6942" y="6420"/>
                  </a:cubicBezTo>
                  <a:cubicBezTo>
                    <a:pt x="6900" y="6212"/>
                    <a:pt x="6984" y="6351"/>
                    <a:pt x="7027" y="6448"/>
                  </a:cubicBezTo>
                  <a:cubicBezTo>
                    <a:pt x="7069" y="6545"/>
                    <a:pt x="7069" y="6732"/>
                    <a:pt x="7041" y="6857"/>
                  </a:cubicBezTo>
                  <a:cubicBezTo>
                    <a:pt x="7013" y="6982"/>
                    <a:pt x="6871" y="6878"/>
                    <a:pt x="6885" y="6809"/>
                  </a:cubicBezTo>
                  <a:cubicBezTo>
                    <a:pt x="6900" y="6739"/>
                    <a:pt x="6744" y="6767"/>
                    <a:pt x="6740" y="6864"/>
                  </a:cubicBezTo>
                  <a:cubicBezTo>
                    <a:pt x="6735" y="6961"/>
                    <a:pt x="6838" y="7149"/>
                    <a:pt x="6914" y="7169"/>
                  </a:cubicBezTo>
                  <a:cubicBezTo>
                    <a:pt x="6989" y="7190"/>
                    <a:pt x="6933" y="7364"/>
                    <a:pt x="6980" y="7384"/>
                  </a:cubicBezTo>
                  <a:cubicBezTo>
                    <a:pt x="7044" y="7413"/>
                    <a:pt x="7041" y="7593"/>
                    <a:pt x="7079" y="7565"/>
                  </a:cubicBezTo>
                  <a:cubicBezTo>
                    <a:pt x="7116" y="7537"/>
                    <a:pt x="7102" y="7322"/>
                    <a:pt x="7060" y="7225"/>
                  </a:cubicBezTo>
                  <a:cubicBezTo>
                    <a:pt x="7017" y="7128"/>
                    <a:pt x="7036" y="6989"/>
                    <a:pt x="7093" y="7017"/>
                  </a:cubicBezTo>
                  <a:cubicBezTo>
                    <a:pt x="7149" y="7044"/>
                    <a:pt x="7093" y="7190"/>
                    <a:pt x="7121" y="7239"/>
                  </a:cubicBezTo>
                  <a:cubicBezTo>
                    <a:pt x="7149" y="7287"/>
                    <a:pt x="7182" y="7190"/>
                    <a:pt x="7248" y="7135"/>
                  </a:cubicBezTo>
                  <a:cubicBezTo>
                    <a:pt x="7314" y="7079"/>
                    <a:pt x="7220" y="6919"/>
                    <a:pt x="7244" y="6836"/>
                  </a:cubicBezTo>
                  <a:cubicBezTo>
                    <a:pt x="7267" y="6753"/>
                    <a:pt x="7343" y="6906"/>
                    <a:pt x="7371" y="7051"/>
                  </a:cubicBezTo>
                  <a:cubicBezTo>
                    <a:pt x="7399" y="7197"/>
                    <a:pt x="7300" y="7190"/>
                    <a:pt x="7300" y="7267"/>
                  </a:cubicBezTo>
                  <a:cubicBezTo>
                    <a:pt x="7300" y="7343"/>
                    <a:pt x="7211" y="7308"/>
                    <a:pt x="7182" y="7350"/>
                  </a:cubicBezTo>
                  <a:cubicBezTo>
                    <a:pt x="7154" y="7391"/>
                    <a:pt x="7168" y="7669"/>
                    <a:pt x="7206" y="7676"/>
                  </a:cubicBezTo>
                  <a:cubicBezTo>
                    <a:pt x="7244" y="7683"/>
                    <a:pt x="7267" y="7447"/>
                    <a:pt x="7291" y="7565"/>
                  </a:cubicBezTo>
                  <a:cubicBezTo>
                    <a:pt x="7314" y="7683"/>
                    <a:pt x="7404" y="7412"/>
                    <a:pt x="7427" y="7523"/>
                  </a:cubicBezTo>
                  <a:cubicBezTo>
                    <a:pt x="7451" y="7634"/>
                    <a:pt x="7564" y="7759"/>
                    <a:pt x="7606" y="7731"/>
                  </a:cubicBezTo>
                  <a:cubicBezTo>
                    <a:pt x="7649" y="7704"/>
                    <a:pt x="7588" y="7586"/>
                    <a:pt x="7522" y="7579"/>
                  </a:cubicBezTo>
                  <a:cubicBezTo>
                    <a:pt x="7456" y="7572"/>
                    <a:pt x="7465" y="7412"/>
                    <a:pt x="7526" y="7405"/>
                  </a:cubicBezTo>
                  <a:cubicBezTo>
                    <a:pt x="7588" y="7398"/>
                    <a:pt x="7696" y="7634"/>
                    <a:pt x="7691" y="7718"/>
                  </a:cubicBezTo>
                  <a:cubicBezTo>
                    <a:pt x="7686" y="7801"/>
                    <a:pt x="7635" y="7794"/>
                    <a:pt x="7583" y="7877"/>
                  </a:cubicBezTo>
                  <a:cubicBezTo>
                    <a:pt x="7531" y="7960"/>
                    <a:pt x="7460" y="7738"/>
                    <a:pt x="7399" y="7745"/>
                  </a:cubicBezTo>
                  <a:cubicBezTo>
                    <a:pt x="7338" y="7752"/>
                    <a:pt x="7399" y="7891"/>
                    <a:pt x="7427" y="7988"/>
                  </a:cubicBezTo>
                  <a:cubicBezTo>
                    <a:pt x="7456" y="8085"/>
                    <a:pt x="7352" y="8217"/>
                    <a:pt x="7432" y="8293"/>
                  </a:cubicBezTo>
                  <a:cubicBezTo>
                    <a:pt x="7512" y="8370"/>
                    <a:pt x="7489" y="8245"/>
                    <a:pt x="7503" y="8189"/>
                  </a:cubicBezTo>
                  <a:cubicBezTo>
                    <a:pt x="7517" y="8134"/>
                    <a:pt x="7578" y="8203"/>
                    <a:pt x="7620" y="8252"/>
                  </a:cubicBezTo>
                  <a:cubicBezTo>
                    <a:pt x="7660" y="8297"/>
                    <a:pt x="7668" y="8141"/>
                    <a:pt x="7668" y="8078"/>
                  </a:cubicBezTo>
                  <a:cubicBezTo>
                    <a:pt x="7668" y="8016"/>
                    <a:pt x="7738" y="8050"/>
                    <a:pt x="7776" y="8134"/>
                  </a:cubicBezTo>
                  <a:cubicBezTo>
                    <a:pt x="7814" y="8217"/>
                    <a:pt x="7818" y="8044"/>
                    <a:pt x="7875" y="8057"/>
                  </a:cubicBezTo>
                  <a:cubicBezTo>
                    <a:pt x="7931" y="8071"/>
                    <a:pt x="7894" y="8203"/>
                    <a:pt x="7894" y="8279"/>
                  </a:cubicBezTo>
                  <a:cubicBezTo>
                    <a:pt x="7894" y="8356"/>
                    <a:pt x="7993" y="8217"/>
                    <a:pt x="7983" y="8300"/>
                  </a:cubicBezTo>
                  <a:cubicBezTo>
                    <a:pt x="7982" y="8313"/>
                    <a:pt x="7982" y="8324"/>
                    <a:pt x="7983" y="8335"/>
                  </a:cubicBezTo>
                  <a:cubicBezTo>
                    <a:pt x="8035" y="8280"/>
                    <a:pt x="8089" y="8224"/>
                    <a:pt x="8128" y="8184"/>
                  </a:cubicBezTo>
                  <a:cubicBezTo>
                    <a:pt x="8228" y="8083"/>
                    <a:pt x="8052" y="8018"/>
                    <a:pt x="8084" y="789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8" name="Shape 3364"/>
            <p:cNvSpPr/>
            <p:nvPr/>
          </p:nvSpPr>
          <p:spPr>
            <a:xfrm>
              <a:off x="9582484" y="4044167"/>
              <a:ext cx="760062" cy="5453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8" h="21444" extrusionOk="0">
                  <a:moveTo>
                    <a:pt x="21226" y="11467"/>
                  </a:moveTo>
                  <a:cubicBezTo>
                    <a:pt x="21101" y="10282"/>
                    <a:pt x="19399" y="11822"/>
                    <a:pt x="19764" y="12165"/>
                  </a:cubicBezTo>
                  <a:cubicBezTo>
                    <a:pt x="20507" y="12862"/>
                    <a:pt x="21349" y="12653"/>
                    <a:pt x="21226" y="11467"/>
                  </a:cubicBezTo>
                  <a:close/>
                  <a:moveTo>
                    <a:pt x="21079" y="3848"/>
                  </a:moveTo>
                  <a:cubicBezTo>
                    <a:pt x="20482" y="3830"/>
                    <a:pt x="19816" y="3920"/>
                    <a:pt x="19358" y="3777"/>
                  </a:cubicBezTo>
                  <a:cubicBezTo>
                    <a:pt x="18816" y="3609"/>
                    <a:pt x="17670" y="3524"/>
                    <a:pt x="17369" y="3099"/>
                  </a:cubicBezTo>
                  <a:cubicBezTo>
                    <a:pt x="17067" y="2677"/>
                    <a:pt x="16585" y="2336"/>
                    <a:pt x="16585" y="2844"/>
                  </a:cubicBezTo>
                  <a:cubicBezTo>
                    <a:pt x="16585" y="3354"/>
                    <a:pt x="15741" y="3439"/>
                    <a:pt x="15260" y="3014"/>
                  </a:cubicBezTo>
                  <a:cubicBezTo>
                    <a:pt x="14777" y="2589"/>
                    <a:pt x="13994" y="2252"/>
                    <a:pt x="13632" y="1912"/>
                  </a:cubicBezTo>
                  <a:cubicBezTo>
                    <a:pt x="13441" y="1734"/>
                    <a:pt x="13051" y="1506"/>
                    <a:pt x="12679" y="1246"/>
                  </a:cubicBezTo>
                  <a:cubicBezTo>
                    <a:pt x="12176" y="1383"/>
                    <a:pt x="10733" y="637"/>
                    <a:pt x="9781" y="801"/>
                  </a:cubicBezTo>
                  <a:cubicBezTo>
                    <a:pt x="8765" y="975"/>
                    <a:pt x="5520" y="591"/>
                    <a:pt x="4256" y="732"/>
                  </a:cubicBezTo>
                  <a:cubicBezTo>
                    <a:pt x="2993" y="871"/>
                    <a:pt x="2918" y="0"/>
                    <a:pt x="2226" y="0"/>
                  </a:cubicBezTo>
                  <a:cubicBezTo>
                    <a:pt x="1532" y="0"/>
                    <a:pt x="1829" y="1183"/>
                    <a:pt x="838" y="1219"/>
                  </a:cubicBezTo>
                  <a:cubicBezTo>
                    <a:pt x="-153" y="1254"/>
                    <a:pt x="-251" y="2126"/>
                    <a:pt x="466" y="2928"/>
                  </a:cubicBezTo>
                  <a:cubicBezTo>
                    <a:pt x="876" y="3385"/>
                    <a:pt x="826" y="4348"/>
                    <a:pt x="768" y="5232"/>
                  </a:cubicBezTo>
                  <a:cubicBezTo>
                    <a:pt x="973" y="5196"/>
                    <a:pt x="1125" y="5116"/>
                    <a:pt x="1214" y="4965"/>
                  </a:cubicBezTo>
                  <a:cubicBezTo>
                    <a:pt x="1516" y="4457"/>
                    <a:pt x="1816" y="4540"/>
                    <a:pt x="1816" y="5051"/>
                  </a:cubicBezTo>
                  <a:cubicBezTo>
                    <a:pt x="1816" y="5560"/>
                    <a:pt x="2480" y="5391"/>
                    <a:pt x="2842" y="5391"/>
                  </a:cubicBezTo>
                  <a:cubicBezTo>
                    <a:pt x="3203" y="5391"/>
                    <a:pt x="3082" y="5816"/>
                    <a:pt x="3505" y="5391"/>
                  </a:cubicBezTo>
                  <a:cubicBezTo>
                    <a:pt x="3927" y="4965"/>
                    <a:pt x="4529" y="5135"/>
                    <a:pt x="4529" y="5645"/>
                  </a:cubicBezTo>
                  <a:cubicBezTo>
                    <a:pt x="4529" y="6153"/>
                    <a:pt x="5434" y="5898"/>
                    <a:pt x="4952" y="6578"/>
                  </a:cubicBezTo>
                  <a:cubicBezTo>
                    <a:pt x="4469" y="7256"/>
                    <a:pt x="3866" y="7426"/>
                    <a:pt x="3866" y="7934"/>
                  </a:cubicBezTo>
                  <a:cubicBezTo>
                    <a:pt x="3866" y="8444"/>
                    <a:pt x="4409" y="9544"/>
                    <a:pt x="3987" y="10140"/>
                  </a:cubicBezTo>
                  <a:cubicBezTo>
                    <a:pt x="3566" y="10733"/>
                    <a:pt x="4108" y="11751"/>
                    <a:pt x="3687" y="11751"/>
                  </a:cubicBezTo>
                  <a:cubicBezTo>
                    <a:pt x="3264" y="11751"/>
                    <a:pt x="2782" y="12005"/>
                    <a:pt x="3264" y="12683"/>
                  </a:cubicBezTo>
                  <a:cubicBezTo>
                    <a:pt x="3746" y="13364"/>
                    <a:pt x="4108" y="13957"/>
                    <a:pt x="3746" y="13957"/>
                  </a:cubicBezTo>
                  <a:cubicBezTo>
                    <a:pt x="3385" y="13957"/>
                    <a:pt x="3143" y="14975"/>
                    <a:pt x="3324" y="15229"/>
                  </a:cubicBezTo>
                  <a:cubicBezTo>
                    <a:pt x="3505" y="15483"/>
                    <a:pt x="4349" y="16247"/>
                    <a:pt x="3687" y="16417"/>
                  </a:cubicBezTo>
                  <a:cubicBezTo>
                    <a:pt x="3023" y="16586"/>
                    <a:pt x="3023" y="17349"/>
                    <a:pt x="3023" y="17859"/>
                  </a:cubicBezTo>
                  <a:cubicBezTo>
                    <a:pt x="3023" y="18047"/>
                    <a:pt x="3130" y="18334"/>
                    <a:pt x="3266" y="18626"/>
                  </a:cubicBezTo>
                  <a:cubicBezTo>
                    <a:pt x="3574" y="18548"/>
                    <a:pt x="3878" y="18535"/>
                    <a:pt x="4158" y="18719"/>
                  </a:cubicBezTo>
                  <a:cubicBezTo>
                    <a:pt x="4850" y="19171"/>
                    <a:pt x="5253" y="21600"/>
                    <a:pt x="6189" y="21436"/>
                  </a:cubicBezTo>
                  <a:cubicBezTo>
                    <a:pt x="6586" y="21366"/>
                    <a:pt x="6387" y="20948"/>
                    <a:pt x="6586" y="20669"/>
                  </a:cubicBezTo>
                  <a:cubicBezTo>
                    <a:pt x="6784" y="20391"/>
                    <a:pt x="7155" y="20600"/>
                    <a:pt x="7552" y="20600"/>
                  </a:cubicBezTo>
                  <a:cubicBezTo>
                    <a:pt x="7947" y="20600"/>
                    <a:pt x="8146" y="19799"/>
                    <a:pt x="9087" y="19764"/>
                  </a:cubicBezTo>
                  <a:cubicBezTo>
                    <a:pt x="10029" y="19730"/>
                    <a:pt x="10623" y="19623"/>
                    <a:pt x="11217" y="19659"/>
                  </a:cubicBezTo>
                  <a:cubicBezTo>
                    <a:pt x="11812" y="19693"/>
                    <a:pt x="12283" y="19414"/>
                    <a:pt x="12431" y="18823"/>
                  </a:cubicBezTo>
                  <a:cubicBezTo>
                    <a:pt x="12579" y="18230"/>
                    <a:pt x="13075" y="17707"/>
                    <a:pt x="13744" y="17567"/>
                  </a:cubicBezTo>
                  <a:cubicBezTo>
                    <a:pt x="14413" y="17429"/>
                    <a:pt x="14314" y="16451"/>
                    <a:pt x="14363" y="15894"/>
                  </a:cubicBezTo>
                  <a:cubicBezTo>
                    <a:pt x="14413" y="15338"/>
                    <a:pt x="15528" y="14500"/>
                    <a:pt x="15602" y="14082"/>
                  </a:cubicBezTo>
                  <a:cubicBezTo>
                    <a:pt x="15676" y="13662"/>
                    <a:pt x="14957" y="12059"/>
                    <a:pt x="15626" y="10630"/>
                  </a:cubicBezTo>
                  <a:cubicBezTo>
                    <a:pt x="16295" y="9202"/>
                    <a:pt x="17014" y="9132"/>
                    <a:pt x="17014" y="8329"/>
                  </a:cubicBezTo>
                  <a:cubicBezTo>
                    <a:pt x="17014" y="7594"/>
                    <a:pt x="17707" y="7320"/>
                    <a:pt x="18550" y="7178"/>
                  </a:cubicBezTo>
                  <a:cubicBezTo>
                    <a:pt x="19392" y="7041"/>
                    <a:pt x="19665" y="6238"/>
                    <a:pt x="20384" y="5820"/>
                  </a:cubicBezTo>
                  <a:cubicBezTo>
                    <a:pt x="20986" y="5469"/>
                    <a:pt x="21201" y="4842"/>
                    <a:pt x="21079" y="384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69" name="Shape 3365"/>
            <p:cNvSpPr/>
            <p:nvPr/>
          </p:nvSpPr>
          <p:spPr>
            <a:xfrm>
              <a:off x="10917259" y="3805103"/>
              <a:ext cx="201785" cy="110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2" h="21137" extrusionOk="0">
                  <a:moveTo>
                    <a:pt x="47" y="18654"/>
                  </a:moveTo>
                  <a:cubicBezTo>
                    <a:pt x="1570" y="17559"/>
                    <a:pt x="3286" y="17118"/>
                    <a:pt x="4123" y="17724"/>
                  </a:cubicBezTo>
                  <a:cubicBezTo>
                    <a:pt x="4861" y="18254"/>
                    <a:pt x="5103" y="19644"/>
                    <a:pt x="5236" y="21137"/>
                  </a:cubicBezTo>
                  <a:cubicBezTo>
                    <a:pt x="6539" y="20797"/>
                    <a:pt x="8929" y="20130"/>
                    <a:pt x="9739" y="19579"/>
                  </a:cubicBezTo>
                  <a:cubicBezTo>
                    <a:pt x="10874" y="18815"/>
                    <a:pt x="13421" y="21360"/>
                    <a:pt x="13703" y="19834"/>
                  </a:cubicBezTo>
                  <a:cubicBezTo>
                    <a:pt x="13985" y="18310"/>
                    <a:pt x="14834" y="14754"/>
                    <a:pt x="15968" y="14754"/>
                  </a:cubicBezTo>
                  <a:cubicBezTo>
                    <a:pt x="17103" y="14754"/>
                    <a:pt x="16392" y="9416"/>
                    <a:pt x="17528" y="9159"/>
                  </a:cubicBezTo>
                  <a:cubicBezTo>
                    <a:pt x="18659" y="8910"/>
                    <a:pt x="21492" y="4336"/>
                    <a:pt x="21492" y="4336"/>
                  </a:cubicBezTo>
                  <a:cubicBezTo>
                    <a:pt x="21492" y="4336"/>
                    <a:pt x="20361" y="273"/>
                    <a:pt x="19934" y="17"/>
                  </a:cubicBezTo>
                  <a:cubicBezTo>
                    <a:pt x="19509" y="-240"/>
                    <a:pt x="18092" y="2554"/>
                    <a:pt x="15543" y="2554"/>
                  </a:cubicBezTo>
                  <a:cubicBezTo>
                    <a:pt x="12996" y="2554"/>
                    <a:pt x="11156" y="6117"/>
                    <a:pt x="10023" y="6117"/>
                  </a:cubicBezTo>
                  <a:cubicBezTo>
                    <a:pt x="8889" y="6117"/>
                    <a:pt x="5348" y="4080"/>
                    <a:pt x="2942" y="3829"/>
                  </a:cubicBezTo>
                  <a:cubicBezTo>
                    <a:pt x="2091" y="3745"/>
                    <a:pt x="1208" y="3617"/>
                    <a:pt x="383" y="3463"/>
                  </a:cubicBezTo>
                  <a:cubicBezTo>
                    <a:pt x="149" y="7301"/>
                    <a:pt x="-108" y="13223"/>
                    <a:pt x="47" y="1865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0" name="Shape 3366"/>
            <p:cNvSpPr/>
            <p:nvPr/>
          </p:nvSpPr>
          <p:spPr>
            <a:xfrm>
              <a:off x="11335622" y="4183621"/>
              <a:ext cx="380270" cy="4748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9" extrusionOk="0">
                  <a:moveTo>
                    <a:pt x="18478" y="20310"/>
                  </a:moveTo>
                  <a:cubicBezTo>
                    <a:pt x="17670" y="19949"/>
                    <a:pt x="14046" y="20552"/>
                    <a:pt x="13091" y="19828"/>
                  </a:cubicBezTo>
                  <a:cubicBezTo>
                    <a:pt x="12134" y="19103"/>
                    <a:pt x="10181" y="20399"/>
                    <a:pt x="11025" y="20512"/>
                  </a:cubicBezTo>
                  <a:cubicBezTo>
                    <a:pt x="12232" y="20673"/>
                    <a:pt x="14046" y="21518"/>
                    <a:pt x="16009" y="21558"/>
                  </a:cubicBezTo>
                  <a:cubicBezTo>
                    <a:pt x="17975" y="21600"/>
                    <a:pt x="20642" y="20834"/>
                    <a:pt x="20594" y="20431"/>
                  </a:cubicBezTo>
                  <a:cubicBezTo>
                    <a:pt x="20542" y="20028"/>
                    <a:pt x="19284" y="20673"/>
                    <a:pt x="18478" y="20310"/>
                  </a:cubicBezTo>
                  <a:close/>
                  <a:moveTo>
                    <a:pt x="21324" y="0"/>
                  </a:moveTo>
                  <a:cubicBezTo>
                    <a:pt x="20566" y="62"/>
                    <a:pt x="19517" y="287"/>
                    <a:pt x="19687" y="627"/>
                  </a:cubicBezTo>
                  <a:cubicBezTo>
                    <a:pt x="19887" y="1029"/>
                    <a:pt x="19181" y="1269"/>
                    <a:pt x="18379" y="1269"/>
                  </a:cubicBezTo>
                  <a:cubicBezTo>
                    <a:pt x="18379" y="1269"/>
                    <a:pt x="15556" y="1111"/>
                    <a:pt x="14751" y="788"/>
                  </a:cubicBezTo>
                  <a:cubicBezTo>
                    <a:pt x="14140" y="545"/>
                    <a:pt x="11450" y="668"/>
                    <a:pt x="10181" y="744"/>
                  </a:cubicBezTo>
                  <a:cubicBezTo>
                    <a:pt x="10175" y="784"/>
                    <a:pt x="10157" y="825"/>
                    <a:pt x="10118" y="867"/>
                  </a:cubicBezTo>
                  <a:cubicBezTo>
                    <a:pt x="9815" y="1230"/>
                    <a:pt x="7399" y="2215"/>
                    <a:pt x="6945" y="2034"/>
                  </a:cubicBezTo>
                  <a:cubicBezTo>
                    <a:pt x="6492" y="1854"/>
                    <a:pt x="6265" y="2638"/>
                    <a:pt x="5361" y="2819"/>
                  </a:cubicBezTo>
                  <a:cubicBezTo>
                    <a:pt x="4452" y="3000"/>
                    <a:pt x="3094" y="2758"/>
                    <a:pt x="3019" y="3061"/>
                  </a:cubicBezTo>
                  <a:cubicBezTo>
                    <a:pt x="2942" y="3363"/>
                    <a:pt x="2337" y="4208"/>
                    <a:pt x="1810" y="4630"/>
                  </a:cubicBezTo>
                  <a:cubicBezTo>
                    <a:pt x="1281" y="5053"/>
                    <a:pt x="1734" y="5537"/>
                    <a:pt x="979" y="5656"/>
                  </a:cubicBezTo>
                  <a:cubicBezTo>
                    <a:pt x="482" y="5738"/>
                    <a:pt x="275" y="6476"/>
                    <a:pt x="0" y="7127"/>
                  </a:cubicBezTo>
                  <a:cubicBezTo>
                    <a:pt x="48" y="7145"/>
                    <a:pt x="94" y="7174"/>
                    <a:pt x="147" y="7188"/>
                  </a:cubicBezTo>
                  <a:cubicBezTo>
                    <a:pt x="1254" y="7468"/>
                    <a:pt x="2111" y="8517"/>
                    <a:pt x="1960" y="9522"/>
                  </a:cubicBezTo>
                  <a:cubicBezTo>
                    <a:pt x="1810" y="10529"/>
                    <a:pt x="3572" y="10892"/>
                    <a:pt x="4377" y="10166"/>
                  </a:cubicBezTo>
                  <a:cubicBezTo>
                    <a:pt x="5183" y="9442"/>
                    <a:pt x="7449" y="10569"/>
                    <a:pt x="7449" y="11052"/>
                  </a:cubicBezTo>
                  <a:cubicBezTo>
                    <a:pt x="7449" y="11534"/>
                    <a:pt x="5133" y="10529"/>
                    <a:pt x="3821" y="11294"/>
                  </a:cubicBezTo>
                  <a:cubicBezTo>
                    <a:pt x="2515" y="12057"/>
                    <a:pt x="4830" y="12783"/>
                    <a:pt x="4530" y="13588"/>
                  </a:cubicBezTo>
                  <a:cubicBezTo>
                    <a:pt x="4226" y="14394"/>
                    <a:pt x="5133" y="15519"/>
                    <a:pt x="6291" y="15481"/>
                  </a:cubicBezTo>
                  <a:cubicBezTo>
                    <a:pt x="7452" y="15441"/>
                    <a:pt x="8759" y="16970"/>
                    <a:pt x="9463" y="16687"/>
                  </a:cubicBezTo>
                  <a:cubicBezTo>
                    <a:pt x="10170" y="16407"/>
                    <a:pt x="8608" y="14273"/>
                    <a:pt x="8859" y="13951"/>
                  </a:cubicBezTo>
                  <a:cubicBezTo>
                    <a:pt x="9113" y="13628"/>
                    <a:pt x="10520" y="14514"/>
                    <a:pt x="11225" y="13869"/>
                  </a:cubicBezTo>
                  <a:cubicBezTo>
                    <a:pt x="11932" y="13226"/>
                    <a:pt x="10723" y="12743"/>
                    <a:pt x="9665" y="12783"/>
                  </a:cubicBezTo>
                  <a:cubicBezTo>
                    <a:pt x="8608" y="12823"/>
                    <a:pt x="9615" y="11655"/>
                    <a:pt x="10874" y="12259"/>
                  </a:cubicBezTo>
                  <a:cubicBezTo>
                    <a:pt x="12132" y="12862"/>
                    <a:pt x="12737" y="12099"/>
                    <a:pt x="13339" y="12017"/>
                  </a:cubicBezTo>
                  <a:cubicBezTo>
                    <a:pt x="13943" y="11937"/>
                    <a:pt x="14095" y="10207"/>
                    <a:pt x="12232" y="9805"/>
                  </a:cubicBezTo>
                  <a:cubicBezTo>
                    <a:pt x="10371" y="9403"/>
                    <a:pt x="10621" y="10892"/>
                    <a:pt x="9412" y="9883"/>
                  </a:cubicBezTo>
                  <a:cubicBezTo>
                    <a:pt x="8204" y="8879"/>
                    <a:pt x="10520" y="9279"/>
                    <a:pt x="10520" y="8435"/>
                  </a:cubicBezTo>
                  <a:cubicBezTo>
                    <a:pt x="10520" y="7590"/>
                    <a:pt x="8657" y="6382"/>
                    <a:pt x="7751" y="5376"/>
                  </a:cubicBezTo>
                  <a:cubicBezTo>
                    <a:pt x="6844" y="4371"/>
                    <a:pt x="9012" y="3886"/>
                    <a:pt x="9513" y="4613"/>
                  </a:cubicBezTo>
                  <a:cubicBezTo>
                    <a:pt x="10018" y="5336"/>
                    <a:pt x="11376" y="5216"/>
                    <a:pt x="12232" y="4933"/>
                  </a:cubicBezTo>
                  <a:cubicBezTo>
                    <a:pt x="13091" y="4652"/>
                    <a:pt x="11326" y="3363"/>
                    <a:pt x="12886" y="2880"/>
                  </a:cubicBezTo>
                  <a:cubicBezTo>
                    <a:pt x="14449" y="2396"/>
                    <a:pt x="14449" y="3242"/>
                    <a:pt x="14953" y="3404"/>
                  </a:cubicBezTo>
                  <a:cubicBezTo>
                    <a:pt x="15456" y="3564"/>
                    <a:pt x="15909" y="2396"/>
                    <a:pt x="17520" y="2396"/>
                  </a:cubicBezTo>
                  <a:cubicBezTo>
                    <a:pt x="18359" y="2396"/>
                    <a:pt x="19101" y="2842"/>
                    <a:pt x="19820" y="3270"/>
                  </a:cubicBezTo>
                  <a:cubicBezTo>
                    <a:pt x="20258" y="2886"/>
                    <a:pt x="20618" y="2663"/>
                    <a:pt x="20618" y="2337"/>
                  </a:cubicBezTo>
                  <a:cubicBezTo>
                    <a:pt x="20618" y="1913"/>
                    <a:pt x="21600" y="1732"/>
                    <a:pt x="21600" y="1068"/>
                  </a:cubicBezTo>
                  <a:cubicBezTo>
                    <a:pt x="21600" y="750"/>
                    <a:pt x="21442" y="348"/>
                    <a:pt x="21324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1" name="Shape 3367"/>
            <p:cNvSpPr/>
            <p:nvPr/>
          </p:nvSpPr>
          <p:spPr>
            <a:xfrm>
              <a:off x="12052812" y="4601983"/>
              <a:ext cx="138684" cy="78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874" h="17293" extrusionOk="0">
                  <a:moveTo>
                    <a:pt x="12845" y="11820"/>
                  </a:moveTo>
                  <a:cubicBezTo>
                    <a:pt x="12606" y="9669"/>
                    <a:pt x="14415" y="5199"/>
                    <a:pt x="17187" y="3448"/>
                  </a:cubicBezTo>
                  <a:cubicBezTo>
                    <a:pt x="19959" y="1703"/>
                    <a:pt x="18876" y="-1609"/>
                    <a:pt x="17070" y="915"/>
                  </a:cubicBezTo>
                  <a:cubicBezTo>
                    <a:pt x="15257" y="3448"/>
                    <a:pt x="10909" y="6167"/>
                    <a:pt x="5487" y="6562"/>
                  </a:cubicBezTo>
                  <a:cubicBezTo>
                    <a:pt x="56" y="6953"/>
                    <a:pt x="-1641" y="12721"/>
                    <a:pt x="1745" y="15905"/>
                  </a:cubicBezTo>
                  <a:cubicBezTo>
                    <a:pt x="6090" y="19991"/>
                    <a:pt x="13086" y="13960"/>
                    <a:pt x="12845" y="1182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2" name="Shape 3368"/>
            <p:cNvSpPr/>
            <p:nvPr/>
          </p:nvSpPr>
          <p:spPr>
            <a:xfrm>
              <a:off x="8685994" y="2091810"/>
              <a:ext cx="635301" cy="308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1" h="20566" extrusionOk="0">
                  <a:moveTo>
                    <a:pt x="18091" y="14930"/>
                  </a:moveTo>
                  <a:cubicBezTo>
                    <a:pt x="19250" y="14814"/>
                    <a:pt x="19222" y="12275"/>
                    <a:pt x="19697" y="12394"/>
                  </a:cubicBezTo>
                  <a:cubicBezTo>
                    <a:pt x="20174" y="12514"/>
                    <a:pt x="20946" y="10623"/>
                    <a:pt x="21245" y="9443"/>
                  </a:cubicBezTo>
                  <a:cubicBezTo>
                    <a:pt x="21542" y="8264"/>
                    <a:pt x="20917" y="6139"/>
                    <a:pt x="20204" y="6139"/>
                  </a:cubicBezTo>
                  <a:cubicBezTo>
                    <a:pt x="19489" y="6139"/>
                    <a:pt x="18954" y="5016"/>
                    <a:pt x="19103" y="4193"/>
                  </a:cubicBezTo>
                  <a:cubicBezTo>
                    <a:pt x="19252" y="3364"/>
                    <a:pt x="18715" y="2302"/>
                    <a:pt x="18746" y="1713"/>
                  </a:cubicBezTo>
                  <a:cubicBezTo>
                    <a:pt x="18775" y="1123"/>
                    <a:pt x="17853" y="1650"/>
                    <a:pt x="17376" y="1891"/>
                  </a:cubicBezTo>
                  <a:cubicBezTo>
                    <a:pt x="16901" y="2126"/>
                    <a:pt x="15890" y="-412"/>
                    <a:pt x="15444" y="59"/>
                  </a:cubicBezTo>
                  <a:cubicBezTo>
                    <a:pt x="14997" y="532"/>
                    <a:pt x="15324" y="1771"/>
                    <a:pt x="15205" y="2479"/>
                  </a:cubicBezTo>
                  <a:cubicBezTo>
                    <a:pt x="15086" y="3188"/>
                    <a:pt x="14015" y="1829"/>
                    <a:pt x="14015" y="2657"/>
                  </a:cubicBezTo>
                  <a:cubicBezTo>
                    <a:pt x="14015" y="3483"/>
                    <a:pt x="13569" y="3600"/>
                    <a:pt x="13212" y="2715"/>
                  </a:cubicBezTo>
                  <a:cubicBezTo>
                    <a:pt x="12855" y="1829"/>
                    <a:pt x="12021" y="2360"/>
                    <a:pt x="12051" y="3068"/>
                  </a:cubicBezTo>
                  <a:cubicBezTo>
                    <a:pt x="12080" y="3776"/>
                    <a:pt x="11695" y="3188"/>
                    <a:pt x="11010" y="2360"/>
                  </a:cubicBezTo>
                  <a:cubicBezTo>
                    <a:pt x="10325" y="1536"/>
                    <a:pt x="9611" y="3306"/>
                    <a:pt x="9671" y="4193"/>
                  </a:cubicBezTo>
                  <a:cubicBezTo>
                    <a:pt x="9731" y="5078"/>
                    <a:pt x="9433" y="5311"/>
                    <a:pt x="8868" y="3364"/>
                  </a:cubicBezTo>
                  <a:cubicBezTo>
                    <a:pt x="8303" y="1418"/>
                    <a:pt x="7647" y="3541"/>
                    <a:pt x="7946" y="4606"/>
                  </a:cubicBezTo>
                  <a:cubicBezTo>
                    <a:pt x="8243" y="5666"/>
                    <a:pt x="8124" y="6963"/>
                    <a:pt x="7678" y="6432"/>
                  </a:cubicBezTo>
                  <a:cubicBezTo>
                    <a:pt x="7232" y="5903"/>
                    <a:pt x="6636" y="6787"/>
                    <a:pt x="6369" y="7614"/>
                  </a:cubicBezTo>
                  <a:cubicBezTo>
                    <a:pt x="6100" y="8441"/>
                    <a:pt x="5148" y="5193"/>
                    <a:pt x="5833" y="4427"/>
                  </a:cubicBezTo>
                  <a:cubicBezTo>
                    <a:pt x="6517" y="3661"/>
                    <a:pt x="3661" y="412"/>
                    <a:pt x="2769" y="412"/>
                  </a:cubicBezTo>
                  <a:cubicBezTo>
                    <a:pt x="1876" y="412"/>
                    <a:pt x="2471" y="1713"/>
                    <a:pt x="3067" y="2657"/>
                  </a:cubicBezTo>
                  <a:cubicBezTo>
                    <a:pt x="3661" y="3600"/>
                    <a:pt x="2649" y="3364"/>
                    <a:pt x="2323" y="2537"/>
                  </a:cubicBezTo>
                  <a:cubicBezTo>
                    <a:pt x="1995" y="1713"/>
                    <a:pt x="1370" y="2360"/>
                    <a:pt x="1013" y="3541"/>
                  </a:cubicBezTo>
                  <a:cubicBezTo>
                    <a:pt x="657" y="4722"/>
                    <a:pt x="61" y="5371"/>
                    <a:pt x="2" y="6197"/>
                  </a:cubicBezTo>
                  <a:cubicBezTo>
                    <a:pt x="-58" y="7023"/>
                    <a:pt x="1013" y="7909"/>
                    <a:pt x="1935" y="7142"/>
                  </a:cubicBezTo>
                  <a:cubicBezTo>
                    <a:pt x="2858" y="6376"/>
                    <a:pt x="3899" y="6256"/>
                    <a:pt x="4376" y="7142"/>
                  </a:cubicBezTo>
                  <a:cubicBezTo>
                    <a:pt x="4851" y="8025"/>
                    <a:pt x="3513" y="8380"/>
                    <a:pt x="3988" y="9088"/>
                  </a:cubicBezTo>
                  <a:cubicBezTo>
                    <a:pt x="4464" y="9796"/>
                    <a:pt x="4078" y="10387"/>
                    <a:pt x="2948" y="10211"/>
                  </a:cubicBezTo>
                  <a:cubicBezTo>
                    <a:pt x="1817" y="10034"/>
                    <a:pt x="448" y="10682"/>
                    <a:pt x="657" y="11450"/>
                  </a:cubicBezTo>
                  <a:cubicBezTo>
                    <a:pt x="864" y="12215"/>
                    <a:pt x="3542" y="10802"/>
                    <a:pt x="3572" y="11567"/>
                  </a:cubicBezTo>
                  <a:cubicBezTo>
                    <a:pt x="3602" y="12335"/>
                    <a:pt x="3572" y="13632"/>
                    <a:pt x="4287" y="13043"/>
                  </a:cubicBezTo>
                  <a:cubicBezTo>
                    <a:pt x="5000" y="12456"/>
                    <a:pt x="4523" y="14106"/>
                    <a:pt x="4880" y="14399"/>
                  </a:cubicBezTo>
                  <a:cubicBezTo>
                    <a:pt x="5237" y="14695"/>
                    <a:pt x="5148" y="16111"/>
                    <a:pt x="4197" y="16230"/>
                  </a:cubicBezTo>
                  <a:cubicBezTo>
                    <a:pt x="3244" y="16349"/>
                    <a:pt x="2781" y="16727"/>
                    <a:pt x="3185" y="17527"/>
                  </a:cubicBezTo>
                  <a:cubicBezTo>
                    <a:pt x="3691" y="18532"/>
                    <a:pt x="4733" y="17822"/>
                    <a:pt x="5743" y="17351"/>
                  </a:cubicBezTo>
                  <a:cubicBezTo>
                    <a:pt x="6755" y="16878"/>
                    <a:pt x="8213" y="19298"/>
                    <a:pt x="9403" y="20242"/>
                  </a:cubicBezTo>
                  <a:cubicBezTo>
                    <a:pt x="10593" y="21188"/>
                    <a:pt x="12646" y="19887"/>
                    <a:pt x="12884" y="18648"/>
                  </a:cubicBezTo>
                  <a:cubicBezTo>
                    <a:pt x="13123" y="17408"/>
                    <a:pt x="14729" y="17880"/>
                    <a:pt x="15383" y="16996"/>
                  </a:cubicBezTo>
                  <a:cubicBezTo>
                    <a:pt x="16038" y="16111"/>
                    <a:pt x="16930" y="15050"/>
                    <a:pt x="18091" y="1493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3" name="Shape 3369"/>
            <p:cNvSpPr/>
            <p:nvPr/>
          </p:nvSpPr>
          <p:spPr>
            <a:xfrm>
              <a:off x="9522718" y="3147676"/>
              <a:ext cx="252559" cy="297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0" h="21347" extrusionOk="0">
                  <a:moveTo>
                    <a:pt x="18837" y="6581"/>
                  </a:moveTo>
                  <a:cubicBezTo>
                    <a:pt x="18245" y="6182"/>
                    <a:pt x="17690" y="5750"/>
                    <a:pt x="17259" y="5290"/>
                  </a:cubicBezTo>
                  <a:cubicBezTo>
                    <a:pt x="15446" y="3370"/>
                    <a:pt x="14697" y="4906"/>
                    <a:pt x="14487" y="6058"/>
                  </a:cubicBezTo>
                  <a:cubicBezTo>
                    <a:pt x="14270" y="7211"/>
                    <a:pt x="12567" y="5674"/>
                    <a:pt x="11499" y="5485"/>
                  </a:cubicBezTo>
                  <a:cubicBezTo>
                    <a:pt x="10433" y="5290"/>
                    <a:pt x="11818" y="3469"/>
                    <a:pt x="12567" y="2986"/>
                  </a:cubicBezTo>
                  <a:cubicBezTo>
                    <a:pt x="13066" y="2665"/>
                    <a:pt x="13559" y="1776"/>
                    <a:pt x="13866" y="538"/>
                  </a:cubicBezTo>
                  <a:cubicBezTo>
                    <a:pt x="13666" y="536"/>
                    <a:pt x="13466" y="513"/>
                    <a:pt x="13275" y="444"/>
                  </a:cubicBezTo>
                  <a:cubicBezTo>
                    <a:pt x="11299" y="-251"/>
                    <a:pt x="8544" y="-253"/>
                    <a:pt x="8474" y="1336"/>
                  </a:cubicBezTo>
                  <a:cubicBezTo>
                    <a:pt x="8403" y="2924"/>
                    <a:pt x="10661" y="2352"/>
                    <a:pt x="10733" y="3366"/>
                  </a:cubicBezTo>
                  <a:cubicBezTo>
                    <a:pt x="10803" y="4385"/>
                    <a:pt x="8474" y="4128"/>
                    <a:pt x="6849" y="5147"/>
                  </a:cubicBezTo>
                  <a:cubicBezTo>
                    <a:pt x="5228" y="6163"/>
                    <a:pt x="3460" y="4450"/>
                    <a:pt x="1768" y="5209"/>
                  </a:cubicBezTo>
                  <a:cubicBezTo>
                    <a:pt x="72" y="5971"/>
                    <a:pt x="3602" y="6864"/>
                    <a:pt x="2332" y="8450"/>
                  </a:cubicBezTo>
                  <a:cubicBezTo>
                    <a:pt x="1061" y="10041"/>
                    <a:pt x="2401" y="9974"/>
                    <a:pt x="4519" y="11500"/>
                  </a:cubicBezTo>
                  <a:cubicBezTo>
                    <a:pt x="6637" y="13026"/>
                    <a:pt x="3250" y="13406"/>
                    <a:pt x="3250" y="15121"/>
                  </a:cubicBezTo>
                  <a:cubicBezTo>
                    <a:pt x="3250" y="16835"/>
                    <a:pt x="638" y="16774"/>
                    <a:pt x="72" y="17916"/>
                  </a:cubicBezTo>
                  <a:cubicBezTo>
                    <a:pt x="-490" y="19062"/>
                    <a:pt x="2332" y="21347"/>
                    <a:pt x="4804" y="21347"/>
                  </a:cubicBezTo>
                  <a:cubicBezTo>
                    <a:pt x="6568" y="21347"/>
                    <a:pt x="10661" y="20329"/>
                    <a:pt x="13062" y="18298"/>
                  </a:cubicBezTo>
                  <a:cubicBezTo>
                    <a:pt x="15462" y="16265"/>
                    <a:pt x="16731" y="18231"/>
                    <a:pt x="18920" y="17219"/>
                  </a:cubicBezTo>
                  <a:cubicBezTo>
                    <a:pt x="21110" y="16202"/>
                    <a:pt x="19767" y="8770"/>
                    <a:pt x="18920" y="7244"/>
                  </a:cubicBezTo>
                  <a:cubicBezTo>
                    <a:pt x="18771" y="6973"/>
                    <a:pt x="18775" y="6764"/>
                    <a:pt x="18837" y="658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4" name="Shape 3370"/>
            <p:cNvSpPr/>
            <p:nvPr/>
          </p:nvSpPr>
          <p:spPr>
            <a:xfrm>
              <a:off x="9662173" y="2649626"/>
              <a:ext cx="594574" cy="909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291" extrusionOk="0">
                  <a:moveTo>
                    <a:pt x="14458" y="1567"/>
                  </a:moveTo>
                  <a:cubicBezTo>
                    <a:pt x="14996" y="1215"/>
                    <a:pt x="15628" y="-134"/>
                    <a:pt x="14806" y="11"/>
                  </a:cubicBezTo>
                  <a:cubicBezTo>
                    <a:pt x="13983" y="157"/>
                    <a:pt x="14223" y="1721"/>
                    <a:pt x="14458" y="1567"/>
                  </a:cubicBezTo>
                  <a:close/>
                  <a:moveTo>
                    <a:pt x="2205" y="6070"/>
                  </a:moveTo>
                  <a:cubicBezTo>
                    <a:pt x="3060" y="6049"/>
                    <a:pt x="4041" y="5095"/>
                    <a:pt x="3630" y="4824"/>
                  </a:cubicBezTo>
                  <a:cubicBezTo>
                    <a:pt x="3219" y="4555"/>
                    <a:pt x="1569" y="6084"/>
                    <a:pt x="2205" y="6070"/>
                  </a:cubicBezTo>
                  <a:close/>
                  <a:moveTo>
                    <a:pt x="21232" y="16486"/>
                  </a:moveTo>
                  <a:cubicBezTo>
                    <a:pt x="21296" y="15864"/>
                    <a:pt x="19206" y="15428"/>
                    <a:pt x="18984" y="15759"/>
                  </a:cubicBezTo>
                  <a:cubicBezTo>
                    <a:pt x="18762" y="16091"/>
                    <a:pt x="18288" y="16051"/>
                    <a:pt x="17939" y="15678"/>
                  </a:cubicBezTo>
                  <a:cubicBezTo>
                    <a:pt x="17591" y="15303"/>
                    <a:pt x="18257" y="14950"/>
                    <a:pt x="17908" y="14909"/>
                  </a:cubicBezTo>
                  <a:cubicBezTo>
                    <a:pt x="17559" y="14868"/>
                    <a:pt x="17117" y="14348"/>
                    <a:pt x="17212" y="14142"/>
                  </a:cubicBezTo>
                  <a:cubicBezTo>
                    <a:pt x="17307" y="13934"/>
                    <a:pt x="16673" y="12606"/>
                    <a:pt x="15597" y="12440"/>
                  </a:cubicBezTo>
                  <a:cubicBezTo>
                    <a:pt x="14521" y="12274"/>
                    <a:pt x="14362" y="11278"/>
                    <a:pt x="14172" y="10739"/>
                  </a:cubicBezTo>
                  <a:cubicBezTo>
                    <a:pt x="13983" y="10199"/>
                    <a:pt x="13285" y="10489"/>
                    <a:pt x="12747" y="10033"/>
                  </a:cubicBezTo>
                  <a:cubicBezTo>
                    <a:pt x="12209" y="9576"/>
                    <a:pt x="11291" y="9805"/>
                    <a:pt x="10816" y="9826"/>
                  </a:cubicBezTo>
                  <a:cubicBezTo>
                    <a:pt x="10341" y="9846"/>
                    <a:pt x="10816" y="9244"/>
                    <a:pt x="11575" y="8913"/>
                  </a:cubicBezTo>
                  <a:cubicBezTo>
                    <a:pt x="12335" y="8581"/>
                    <a:pt x="13222" y="6816"/>
                    <a:pt x="13222" y="6464"/>
                  </a:cubicBezTo>
                  <a:cubicBezTo>
                    <a:pt x="13222" y="6111"/>
                    <a:pt x="9898" y="6132"/>
                    <a:pt x="9265" y="6339"/>
                  </a:cubicBezTo>
                  <a:cubicBezTo>
                    <a:pt x="8631" y="6547"/>
                    <a:pt x="7999" y="6029"/>
                    <a:pt x="8536" y="5883"/>
                  </a:cubicBezTo>
                  <a:cubicBezTo>
                    <a:pt x="9075" y="5737"/>
                    <a:pt x="10215" y="5012"/>
                    <a:pt x="10151" y="4721"/>
                  </a:cubicBezTo>
                  <a:cubicBezTo>
                    <a:pt x="10089" y="4431"/>
                    <a:pt x="10943" y="4161"/>
                    <a:pt x="10469" y="3891"/>
                  </a:cubicBezTo>
                  <a:cubicBezTo>
                    <a:pt x="9993" y="3622"/>
                    <a:pt x="9929" y="4244"/>
                    <a:pt x="9518" y="4451"/>
                  </a:cubicBezTo>
                  <a:cubicBezTo>
                    <a:pt x="9107" y="4659"/>
                    <a:pt x="8189" y="4597"/>
                    <a:pt x="7206" y="4472"/>
                  </a:cubicBezTo>
                  <a:cubicBezTo>
                    <a:pt x="6226" y="4347"/>
                    <a:pt x="5846" y="5260"/>
                    <a:pt x="5877" y="5655"/>
                  </a:cubicBezTo>
                  <a:cubicBezTo>
                    <a:pt x="5909" y="6049"/>
                    <a:pt x="4737" y="6278"/>
                    <a:pt x="4927" y="6609"/>
                  </a:cubicBezTo>
                  <a:cubicBezTo>
                    <a:pt x="5117" y="6941"/>
                    <a:pt x="4706" y="7190"/>
                    <a:pt x="4390" y="7003"/>
                  </a:cubicBezTo>
                  <a:cubicBezTo>
                    <a:pt x="4074" y="6816"/>
                    <a:pt x="3725" y="6360"/>
                    <a:pt x="3091" y="6692"/>
                  </a:cubicBezTo>
                  <a:cubicBezTo>
                    <a:pt x="2457" y="7025"/>
                    <a:pt x="3820" y="7460"/>
                    <a:pt x="4642" y="7523"/>
                  </a:cubicBezTo>
                  <a:cubicBezTo>
                    <a:pt x="5466" y="7585"/>
                    <a:pt x="4010" y="7979"/>
                    <a:pt x="3851" y="8559"/>
                  </a:cubicBezTo>
                  <a:cubicBezTo>
                    <a:pt x="3692" y="9141"/>
                    <a:pt x="4927" y="8892"/>
                    <a:pt x="4991" y="9306"/>
                  </a:cubicBezTo>
                  <a:cubicBezTo>
                    <a:pt x="5055" y="9721"/>
                    <a:pt x="3217" y="9784"/>
                    <a:pt x="3217" y="10178"/>
                  </a:cubicBezTo>
                  <a:cubicBezTo>
                    <a:pt x="3217" y="10573"/>
                    <a:pt x="4262" y="9991"/>
                    <a:pt x="4737" y="9826"/>
                  </a:cubicBezTo>
                  <a:cubicBezTo>
                    <a:pt x="5212" y="9660"/>
                    <a:pt x="4485" y="10800"/>
                    <a:pt x="5625" y="10676"/>
                  </a:cubicBezTo>
                  <a:cubicBezTo>
                    <a:pt x="6764" y="10551"/>
                    <a:pt x="6446" y="9535"/>
                    <a:pt x="6859" y="9576"/>
                  </a:cubicBezTo>
                  <a:cubicBezTo>
                    <a:pt x="7270" y="9618"/>
                    <a:pt x="6669" y="10116"/>
                    <a:pt x="7018" y="10551"/>
                  </a:cubicBezTo>
                  <a:cubicBezTo>
                    <a:pt x="7365" y="10987"/>
                    <a:pt x="6194" y="11651"/>
                    <a:pt x="6258" y="11963"/>
                  </a:cubicBezTo>
                  <a:cubicBezTo>
                    <a:pt x="6321" y="12274"/>
                    <a:pt x="8600" y="12274"/>
                    <a:pt x="9328" y="11776"/>
                  </a:cubicBezTo>
                  <a:cubicBezTo>
                    <a:pt x="10057" y="11278"/>
                    <a:pt x="10404" y="11818"/>
                    <a:pt x="9898" y="12191"/>
                  </a:cubicBezTo>
                  <a:cubicBezTo>
                    <a:pt x="9393" y="12565"/>
                    <a:pt x="9614" y="12917"/>
                    <a:pt x="10248" y="13063"/>
                  </a:cubicBezTo>
                  <a:cubicBezTo>
                    <a:pt x="10880" y="13208"/>
                    <a:pt x="11102" y="13249"/>
                    <a:pt x="10817" y="13581"/>
                  </a:cubicBezTo>
                  <a:cubicBezTo>
                    <a:pt x="10532" y="13914"/>
                    <a:pt x="10784" y="14535"/>
                    <a:pt x="10627" y="14847"/>
                  </a:cubicBezTo>
                  <a:cubicBezTo>
                    <a:pt x="10469" y="15157"/>
                    <a:pt x="8505" y="15117"/>
                    <a:pt x="8443" y="14909"/>
                  </a:cubicBezTo>
                  <a:cubicBezTo>
                    <a:pt x="8378" y="14701"/>
                    <a:pt x="7555" y="14847"/>
                    <a:pt x="7778" y="15137"/>
                  </a:cubicBezTo>
                  <a:cubicBezTo>
                    <a:pt x="7999" y="15428"/>
                    <a:pt x="7080" y="15739"/>
                    <a:pt x="7144" y="16009"/>
                  </a:cubicBezTo>
                  <a:cubicBezTo>
                    <a:pt x="7208" y="16280"/>
                    <a:pt x="8378" y="16216"/>
                    <a:pt x="8410" y="16549"/>
                  </a:cubicBezTo>
                  <a:cubicBezTo>
                    <a:pt x="8441" y="16880"/>
                    <a:pt x="7555" y="17274"/>
                    <a:pt x="6353" y="17503"/>
                  </a:cubicBezTo>
                  <a:cubicBezTo>
                    <a:pt x="5149" y="17731"/>
                    <a:pt x="6606" y="18354"/>
                    <a:pt x="7176" y="18083"/>
                  </a:cubicBezTo>
                  <a:cubicBezTo>
                    <a:pt x="7745" y="17814"/>
                    <a:pt x="7619" y="18270"/>
                    <a:pt x="8443" y="18270"/>
                  </a:cubicBezTo>
                  <a:cubicBezTo>
                    <a:pt x="9265" y="18270"/>
                    <a:pt x="9773" y="18706"/>
                    <a:pt x="10690" y="18478"/>
                  </a:cubicBezTo>
                  <a:cubicBezTo>
                    <a:pt x="11608" y="18250"/>
                    <a:pt x="11577" y="18478"/>
                    <a:pt x="10880" y="18831"/>
                  </a:cubicBezTo>
                  <a:cubicBezTo>
                    <a:pt x="10183" y="19184"/>
                    <a:pt x="9139" y="18810"/>
                    <a:pt x="8505" y="19038"/>
                  </a:cubicBezTo>
                  <a:cubicBezTo>
                    <a:pt x="7871" y="19266"/>
                    <a:pt x="5297" y="20849"/>
                    <a:pt x="5783" y="21238"/>
                  </a:cubicBezTo>
                  <a:cubicBezTo>
                    <a:pt x="6069" y="21466"/>
                    <a:pt x="6446" y="20906"/>
                    <a:pt x="7365" y="20657"/>
                  </a:cubicBezTo>
                  <a:cubicBezTo>
                    <a:pt x="8284" y="20408"/>
                    <a:pt x="8441" y="20822"/>
                    <a:pt x="8949" y="20864"/>
                  </a:cubicBezTo>
                  <a:cubicBezTo>
                    <a:pt x="9455" y="20906"/>
                    <a:pt x="9486" y="20180"/>
                    <a:pt x="9898" y="20242"/>
                  </a:cubicBezTo>
                  <a:cubicBezTo>
                    <a:pt x="10309" y="20304"/>
                    <a:pt x="10690" y="20013"/>
                    <a:pt x="11449" y="20097"/>
                  </a:cubicBezTo>
                  <a:cubicBezTo>
                    <a:pt x="12209" y="20180"/>
                    <a:pt x="12747" y="19993"/>
                    <a:pt x="13128" y="19785"/>
                  </a:cubicBezTo>
                  <a:cubicBezTo>
                    <a:pt x="13508" y="19578"/>
                    <a:pt x="14519" y="20199"/>
                    <a:pt x="14838" y="20055"/>
                  </a:cubicBezTo>
                  <a:cubicBezTo>
                    <a:pt x="15153" y="19910"/>
                    <a:pt x="16547" y="19743"/>
                    <a:pt x="17243" y="19764"/>
                  </a:cubicBezTo>
                  <a:cubicBezTo>
                    <a:pt x="17939" y="19785"/>
                    <a:pt x="19744" y="19246"/>
                    <a:pt x="20218" y="18955"/>
                  </a:cubicBezTo>
                  <a:cubicBezTo>
                    <a:pt x="20694" y="18665"/>
                    <a:pt x="19933" y="18603"/>
                    <a:pt x="19301" y="18665"/>
                  </a:cubicBezTo>
                  <a:cubicBezTo>
                    <a:pt x="18667" y="18728"/>
                    <a:pt x="18794" y="18250"/>
                    <a:pt x="19459" y="17834"/>
                  </a:cubicBezTo>
                  <a:cubicBezTo>
                    <a:pt x="20124" y="17420"/>
                    <a:pt x="21169" y="17108"/>
                    <a:pt x="21232" y="16486"/>
                  </a:cubicBezTo>
                  <a:close/>
                  <a:moveTo>
                    <a:pt x="3915" y="11341"/>
                  </a:moveTo>
                  <a:cubicBezTo>
                    <a:pt x="3115" y="10834"/>
                    <a:pt x="2082" y="11628"/>
                    <a:pt x="1236" y="11619"/>
                  </a:cubicBezTo>
                  <a:cubicBezTo>
                    <a:pt x="1098" y="12024"/>
                    <a:pt x="877" y="12314"/>
                    <a:pt x="653" y="12419"/>
                  </a:cubicBezTo>
                  <a:cubicBezTo>
                    <a:pt x="317" y="12577"/>
                    <a:pt x="-304" y="13172"/>
                    <a:pt x="174" y="13235"/>
                  </a:cubicBezTo>
                  <a:cubicBezTo>
                    <a:pt x="653" y="13297"/>
                    <a:pt x="1417" y="13799"/>
                    <a:pt x="1514" y="13422"/>
                  </a:cubicBezTo>
                  <a:cubicBezTo>
                    <a:pt x="1609" y="13046"/>
                    <a:pt x="1944" y="12544"/>
                    <a:pt x="2758" y="13172"/>
                  </a:cubicBezTo>
                  <a:cubicBezTo>
                    <a:pt x="2951" y="13322"/>
                    <a:pt x="3200" y="13463"/>
                    <a:pt x="3466" y="13593"/>
                  </a:cubicBezTo>
                  <a:cubicBezTo>
                    <a:pt x="3597" y="13309"/>
                    <a:pt x="4598" y="13260"/>
                    <a:pt x="5117" y="12917"/>
                  </a:cubicBezTo>
                  <a:cubicBezTo>
                    <a:pt x="5751" y="12502"/>
                    <a:pt x="4801" y="11900"/>
                    <a:pt x="3915" y="1134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5" name="Shape 3371"/>
            <p:cNvSpPr/>
            <p:nvPr/>
          </p:nvSpPr>
          <p:spPr>
            <a:xfrm>
              <a:off x="9662173" y="2649626"/>
              <a:ext cx="594574" cy="909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3" h="21291" extrusionOk="0">
                  <a:moveTo>
                    <a:pt x="14458" y="1567"/>
                  </a:moveTo>
                  <a:cubicBezTo>
                    <a:pt x="14996" y="1215"/>
                    <a:pt x="15628" y="-134"/>
                    <a:pt x="14806" y="11"/>
                  </a:cubicBezTo>
                  <a:cubicBezTo>
                    <a:pt x="13983" y="157"/>
                    <a:pt x="14223" y="1721"/>
                    <a:pt x="14458" y="1567"/>
                  </a:cubicBezTo>
                  <a:close/>
                  <a:moveTo>
                    <a:pt x="2205" y="6070"/>
                  </a:moveTo>
                  <a:cubicBezTo>
                    <a:pt x="3060" y="6049"/>
                    <a:pt x="4041" y="5095"/>
                    <a:pt x="3630" y="4824"/>
                  </a:cubicBezTo>
                  <a:cubicBezTo>
                    <a:pt x="3219" y="4555"/>
                    <a:pt x="1569" y="6084"/>
                    <a:pt x="2205" y="6070"/>
                  </a:cubicBezTo>
                  <a:close/>
                  <a:moveTo>
                    <a:pt x="21232" y="16486"/>
                  </a:moveTo>
                  <a:cubicBezTo>
                    <a:pt x="21296" y="15864"/>
                    <a:pt x="19206" y="15428"/>
                    <a:pt x="18984" y="15759"/>
                  </a:cubicBezTo>
                  <a:cubicBezTo>
                    <a:pt x="18762" y="16091"/>
                    <a:pt x="18288" y="16051"/>
                    <a:pt x="17939" y="15678"/>
                  </a:cubicBezTo>
                  <a:cubicBezTo>
                    <a:pt x="17591" y="15303"/>
                    <a:pt x="18257" y="14950"/>
                    <a:pt x="17908" y="14909"/>
                  </a:cubicBezTo>
                  <a:cubicBezTo>
                    <a:pt x="17559" y="14868"/>
                    <a:pt x="17117" y="14348"/>
                    <a:pt x="17212" y="14142"/>
                  </a:cubicBezTo>
                  <a:cubicBezTo>
                    <a:pt x="17307" y="13934"/>
                    <a:pt x="16673" y="12606"/>
                    <a:pt x="15597" y="12440"/>
                  </a:cubicBezTo>
                  <a:cubicBezTo>
                    <a:pt x="14521" y="12274"/>
                    <a:pt x="14362" y="11278"/>
                    <a:pt x="14172" y="10739"/>
                  </a:cubicBezTo>
                  <a:cubicBezTo>
                    <a:pt x="13983" y="10199"/>
                    <a:pt x="13285" y="10489"/>
                    <a:pt x="12747" y="10033"/>
                  </a:cubicBezTo>
                  <a:cubicBezTo>
                    <a:pt x="12209" y="9576"/>
                    <a:pt x="11291" y="9805"/>
                    <a:pt x="10816" y="9826"/>
                  </a:cubicBezTo>
                  <a:cubicBezTo>
                    <a:pt x="10341" y="9846"/>
                    <a:pt x="10816" y="9244"/>
                    <a:pt x="11575" y="8913"/>
                  </a:cubicBezTo>
                  <a:cubicBezTo>
                    <a:pt x="12335" y="8581"/>
                    <a:pt x="13222" y="6816"/>
                    <a:pt x="13222" y="6464"/>
                  </a:cubicBezTo>
                  <a:cubicBezTo>
                    <a:pt x="13222" y="6111"/>
                    <a:pt x="9898" y="6132"/>
                    <a:pt x="9265" y="6339"/>
                  </a:cubicBezTo>
                  <a:cubicBezTo>
                    <a:pt x="8631" y="6547"/>
                    <a:pt x="7999" y="6029"/>
                    <a:pt x="8536" y="5883"/>
                  </a:cubicBezTo>
                  <a:cubicBezTo>
                    <a:pt x="9075" y="5737"/>
                    <a:pt x="10215" y="5012"/>
                    <a:pt x="10151" y="4721"/>
                  </a:cubicBezTo>
                  <a:cubicBezTo>
                    <a:pt x="10089" y="4431"/>
                    <a:pt x="10943" y="4161"/>
                    <a:pt x="10469" y="3891"/>
                  </a:cubicBezTo>
                  <a:cubicBezTo>
                    <a:pt x="9993" y="3622"/>
                    <a:pt x="9929" y="4244"/>
                    <a:pt x="9518" y="4451"/>
                  </a:cubicBezTo>
                  <a:cubicBezTo>
                    <a:pt x="9107" y="4659"/>
                    <a:pt x="8189" y="4597"/>
                    <a:pt x="7206" y="4472"/>
                  </a:cubicBezTo>
                  <a:cubicBezTo>
                    <a:pt x="6226" y="4347"/>
                    <a:pt x="5846" y="5260"/>
                    <a:pt x="5877" y="5655"/>
                  </a:cubicBezTo>
                  <a:cubicBezTo>
                    <a:pt x="5909" y="6049"/>
                    <a:pt x="4737" y="6278"/>
                    <a:pt x="4927" y="6609"/>
                  </a:cubicBezTo>
                  <a:cubicBezTo>
                    <a:pt x="5117" y="6941"/>
                    <a:pt x="4706" y="7190"/>
                    <a:pt x="4390" y="7003"/>
                  </a:cubicBezTo>
                  <a:cubicBezTo>
                    <a:pt x="4074" y="6816"/>
                    <a:pt x="3725" y="6360"/>
                    <a:pt x="3091" y="6692"/>
                  </a:cubicBezTo>
                  <a:cubicBezTo>
                    <a:pt x="2457" y="7025"/>
                    <a:pt x="3820" y="7460"/>
                    <a:pt x="4642" y="7523"/>
                  </a:cubicBezTo>
                  <a:cubicBezTo>
                    <a:pt x="5466" y="7585"/>
                    <a:pt x="4010" y="7979"/>
                    <a:pt x="3851" y="8559"/>
                  </a:cubicBezTo>
                  <a:cubicBezTo>
                    <a:pt x="3692" y="9141"/>
                    <a:pt x="4927" y="8892"/>
                    <a:pt x="4991" y="9306"/>
                  </a:cubicBezTo>
                  <a:cubicBezTo>
                    <a:pt x="5055" y="9721"/>
                    <a:pt x="3217" y="9784"/>
                    <a:pt x="3217" y="10178"/>
                  </a:cubicBezTo>
                  <a:cubicBezTo>
                    <a:pt x="3217" y="10573"/>
                    <a:pt x="4262" y="9991"/>
                    <a:pt x="4737" y="9826"/>
                  </a:cubicBezTo>
                  <a:cubicBezTo>
                    <a:pt x="5212" y="9660"/>
                    <a:pt x="4485" y="10800"/>
                    <a:pt x="5625" y="10676"/>
                  </a:cubicBezTo>
                  <a:cubicBezTo>
                    <a:pt x="6764" y="10551"/>
                    <a:pt x="6446" y="9535"/>
                    <a:pt x="6859" y="9576"/>
                  </a:cubicBezTo>
                  <a:cubicBezTo>
                    <a:pt x="7270" y="9618"/>
                    <a:pt x="6669" y="10116"/>
                    <a:pt x="7018" y="10551"/>
                  </a:cubicBezTo>
                  <a:cubicBezTo>
                    <a:pt x="7365" y="10987"/>
                    <a:pt x="6194" y="11651"/>
                    <a:pt x="6258" y="11963"/>
                  </a:cubicBezTo>
                  <a:cubicBezTo>
                    <a:pt x="6321" y="12274"/>
                    <a:pt x="8600" y="12274"/>
                    <a:pt x="9328" y="11776"/>
                  </a:cubicBezTo>
                  <a:cubicBezTo>
                    <a:pt x="10057" y="11278"/>
                    <a:pt x="10404" y="11818"/>
                    <a:pt x="9898" y="12191"/>
                  </a:cubicBezTo>
                  <a:cubicBezTo>
                    <a:pt x="9393" y="12565"/>
                    <a:pt x="9614" y="12917"/>
                    <a:pt x="10248" y="13063"/>
                  </a:cubicBezTo>
                  <a:cubicBezTo>
                    <a:pt x="10880" y="13208"/>
                    <a:pt x="11102" y="13249"/>
                    <a:pt x="10817" y="13581"/>
                  </a:cubicBezTo>
                  <a:cubicBezTo>
                    <a:pt x="10532" y="13914"/>
                    <a:pt x="10784" y="14535"/>
                    <a:pt x="10627" y="14847"/>
                  </a:cubicBezTo>
                  <a:cubicBezTo>
                    <a:pt x="10469" y="15157"/>
                    <a:pt x="8505" y="15117"/>
                    <a:pt x="8443" y="14909"/>
                  </a:cubicBezTo>
                  <a:cubicBezTo>
                    <a:pt x="8378" y="14701"/>
                    <a:pt x="7555" y="14847"/>
                    <a:pt x="7778" y="15137"/>
                  </a:cubicBezTo>
                  <a:cubicBezTo>
                    <a:pt x="7999" y="15428"/>
                    <a:pt x="7080" y="15739"/>
                    <a:pt x="7144" y="16009"/>
                  </a:cubicBezTo>
                  <a:cubicBezTo>
                    <a:pt x="7208" y="16280"/>
                    <a:pt x="8378" y="16216"/>
                    <a:pt x="8410" y="16549"/>
                  </a:cubicBezTo>
                  <a:cubicBezTo>
                    <a:pt x="8441" y="16880"/>
                    <a:pt x="7555" y="17274"/>
                    <a:pt x="6353" y="17503"/>
                  </a:cubicBezTo>
                  <a:cubicBezTo>
                    <a:pt x="5149" y="17731"/>
                    <a:pt x="6606" y="18354"/>
                    <a:pt x="7176" y="18083"/>
                  </a:cubicBezTo>
                  <a:cubicBezTo>
                    <a:pt x="7745" y="17814"/>
                    <a:pt x="7619" y="18270"/>
                    <a:pt x="8443" y="18270"/>
                  </a:cubicBezTo>
                  <a:cubicBezTo>
                    <a:pt x="9265" y="18270"/>
                    <a:pt x="9773" y="18706"/>
                    <a:pt x="10690" y="18478"/>
                  </a:cubicBezTo>
                  <a:cubicBezTo>
                    <a:pt x="11608" y="18250"/>
                    <a:pt x="11577" y="18478"/>
                    <a:pt x="10880" y="18831"/>
                  </a:cubicBezTo>
                  <a:cubicBezTo>
                    <a:pt x="10183" y="19184"/>
                    <a:pt x="9139" y="18810"/>
                    <a:pt x="8505" y="19038"/>
                  </a:cubicBezTo>
                  <a:cubicBezTo>
                    <a:pt x="7871" y="19266"/>
                    <a:pt x="5297" y="20849"/>
                    <a:pt x="5783" y="21238"/>
                  </a:cubicBezTo>
                  <a:cubicBezTo>
                    <a:pt x="6069" y="21466"/>
                    <a:pt x="6446" y="20906"/>
                    <a:pt x="7365" y="20657"/>
                  </a:cubicBezTo>
                  <a:cubicBezTo>
                    <a:pt x="8284" y="20408"/>
                    <a:pt x="8441" y="20822"/>
                    <a:pt x="8949" y="20864"/>
                  </a:cubicBezTo>
                  <a:cubicBezTo>
                    <a:pt x="9455" y="20906"/>
                    <a:pt x="9486" y="20180"/>
                    <a:pt x="9898" y="20242"/>
                  </a:cubicBezTo>
                  <a:cubicBezTo>
                    <a:pt x="10309" y="20304"/>
                    <a:pt x="10690" y="20013"/>
                    <a:pt x="11449" y="20097"/>
                  </a:cubicBezTo>
                  <a:cubicBezTo>
                    <a:pt x="12209" y="20180"/>
                    <a:pt x="12747" y="19993"/>
                    <a:pt x="13128" y="19785"/>
                  </a:cubicBezTo>
                  <a:cubicBezTo>
                    <a:pt x="13508" y="19578"/>
                    <a:pt x="14519" y="20199"/>
                    <a:pt x="14838" y="20055"/>
                  </a:cubicBezTo>
                  <a:cubicBezTo>
                    <a:pt x="15153" y="19910"/>
                    <a:pt x="16547" y="19743"/>
                    <a:pt x="17243" y="19764"/>
                  </a:cubicBezTo>
                  <a:cubicBezTo>
                    <a:pt x="17939" y="19785"/>
                    <a:pt x="19744" y="19246"/>
                    <a:pt x="20218" y="18955"/>
                  </a:cubicBezTo>
                  <a:cubicBezTo>
                    <a:pt x="20694" y="18665"/>
                    <a:pt x="19933" y="18603"/>
                    <a:pt x="19301" y="18665"/>
                  </a:cubicBezTo>
                  <a:cubicBezTo>
                    <a:pt x="18667" y="18728"/>
                    <a:pt x="18794" y="18250"/>
                    <a:pt x="19459" y="17834"/>
                  </a:cubicBezTo>
                  <a:cubicBezTo>
                    <a:pt x="20124" y="17420"/>
                    <a:pt x="21169" y="17108"/>
                    <a:pt x="21232" y="16486"/>
                  </a:cubicBezTo>
                  <a:close/>
                  <a:moveTo>
                    <a:pt x="3915" y="11341"/>
                  </a:moveTo>
                  <a:cubicBezTo>
                    <a:pt x="3115" y="10834"/>
                    <a:pt x="2082" y="11628"/>
                    <a:pt x="1236" y="11619"/>
                  </a:cubicBezTo>
                  <a:cubicBezTo>
                    <a:pt x="1098" y="12024"/>
                    <a:pt x="877" y="12314"/>
                    <a:pt x="653" y="12419"/>
                  </a:cubicBezTo>
                  <a:cubicBezTo>
                    <a:pt x="317" y="12577"/>
                    <a:pt x="-304" y="13172"/>
                    <a:pt x="174" y="13235"/>
                  </a:cubicBezTo>
                  <a:cubicBezTo>
                    <a:pt x="653" y="13297"/>
                    <a:pt x="1417" y="13799"/>
                    <a:pt x="1514" y="13422"/>
                  </a:cubicBezTo>
                  <a:cubicBezTo>
                    <a:pt x="1609" y="13046"/>
                    <a:pt x="1944" y="12544"/>
                    <a:pt x="2758" y="13172"/>
                  </a:cubicBezTo>
                  <a:cubicBezTo>
                    <a:pt x="2951" y="13322"/>
                    <a:pt x="3200" y="13463"/>
                    <a:pt x="3466" y="13593"/>
                  </a:cubicBezTo>
                  <a:cubicBezTo>
                    <a:pt x="3597" y="13309"/>
                    <a:pt x="4598" y="13260"/>
                    <a:pt x="5117" y="12917"/>
                  </a:cubicBezTo>
                  <a:cubicBezTo>
                    <a:pt x="5751" y="12502"/>
                    <a:pt x="4801" y="11900"/>
                    <a:pt x="3915" y="1134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6" name="Shape 3372"/>
            <p:cNvSpPr/>
            <p:nvPr/>
          </p:nvSpPr>
          <p:spPr>
            <a:xfrm>
              <a:off x="10618429" y="2928534"/>
              <a:ext cx="277378" cy="26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2" h="20906" extrusionOk="0">
                  <a:moveTo>
                    <a:pt x="20634" y="11873"/>
                  </a:moveTo>
                  <a:cubicBezTo>
                    <a:pt x="20101" y="11521"/>
                    <a:pt x="19702" y="12848"/>
                    <a:pt x="19105" y="12989"/>
                  </a:cubicBezTo>
                  <a:cubicBezTo>
                    <a:pt x="18508" y="13131"/>
                    <a:pt x="17846" y="10332"/>
                    <a:pt x="17579" y="11873"/>
                  </a:cubicBezTo>
                  <a:cubicBezTo>
                    <a:pt x="17314" y="13409"/>
                    <a:pt x="15986" y="11241"/>
                    <a:pt x="14661" y="13197"/>
                  </a:cubicBezTo>
                  <a:cubicBezTo>
                    <a:pt x="13333" y="15156"/>
                    <a:pt x="15456" y="16905"/>
                    <a:pt x="16385" y="17534"/>
                  </a:cubicBezTo>
                  <a:cubicBezTo>
                    <a:pt x="17314" y="18163"/>
                    <a:pt x="16318" y="19070"/>
                    <a:pt x="15125" y="18792"/>
                  </a:cubicBezTo>
                  <a:cubicBezTo>
                    <a:pt x="13930" y="18512"/>
                    <a:pt x="14661" y="20606"/>
                    <a:pt x="16318" y="20889"/>
                  </a:cubicBezTo>
                  <a:cubicBezTo>
                    <a:pt x="17977" y="21167"/>
                    <a:pt x="19768" y="17814"/>
                    <a:pt x="19570" y="16974"/>
                  </a:cubicBezTo>
                  <a:cubicBezTo>
                    <a:pt x="19369" y="16135"/>
                    <a:pt x="21262" y="12284"/>
                    <a:pt x="20634" y="11873"/>
                  </a:cubicBezTo>
                  <a:close/>
                  <a:moveTo>
                    <a:pt x="10612" y="7606"/>
                  </a:moveTo>
                  <a:cubicBezTo>
                    <a:pt x="9948" y="7259"/>
                    <a:pt x="9681" y="5019"/>
                    <a:pt x="10477" y="4323"/>
                  </a:cubicBezTo>
                  <a:cubicBezTo>
                    <a:pt x="11274" y="3625"/>
                    <a:pt x="11607" y="966"/>
                    <a:pt x="10943" y="265"/>
                  </a:cubicBezTo>
                  <a:cubicBezTo>
                    <a:pt x="10282" y="-433"/>
                    <a:pt x="7890" y="265"/>
                    <a:pt x="7690" y="2153"/>
                  </a:cubicBezTo>
                  <a:cubicBezTo>
                    <a:pt x="7491" y="4041"/>
                    <a:pt x="5569" y="3203"/>
                    <a:pt x="5036" y="3621"/>
                  </a:cubicBezTo>
                  <a:cubicBezTo>
                    <a:pt x="4506" y="4041"/>
                    <a:pt x="6098" y="4880"/>
                    <a:pt x="5236" y="5718"/>
                  </a:cubicBezTo>
                  <a:cubicBezTo>
                    <a:pt x="4374" y="6556"/>
                    <a:pt x="4041" y="4459"/>
                    <a:pt x="2648" y="4323"/>
                  </a:cubicBezTo>
                  <a:cubicBezTo>
                    <a:pt x="1255" y="4181"/>
                    <a:pt x="1120" y="6556"/>
                    <a:pt x="392" y="7745"/>
                  </a:cubicBezTo>
                  <a:cubicBezTo>
                    <a:pt x="-338" y="8937"/>
                    <a:pt x="126" y="11452"/>
                    <a:pt x="392" y="13131"/>
                  </a:cubicBezTo>
                  <a:cubicBezTo>
                    <a:pt x="657" y="14807"/>
                    <a:pt x="2583" y="15855"/>
                    <a:pt x="2116" y="17254"/>
                  </a:cubicBezTo>
                  <a:cubicBezTo>
                    <a:pt x="1902" y="17903"/>
                    <a:pt x="2337" y="18633"/>
                    <a:pt x="2800" y="19346"/>
                  </a:cubicBezTo>
                  <a:cubicBezTo>
                    <a:pt x="4567" y="19385"/>
                    <a:pt x="6185" y="19520"/>
                    <a:pt x="6897" y="19769"/>
                  </a:cubicBezTo>
                  <a:cubicBezTo>
                    <a:pt x="7184" y="19869"/>
                    <a:pt x="7780" y="19842"/>
                    <a:pt x="8558" y="19730"/>
                  </a:cubicBezTo>
                  <a:cubicBezTo>
                    <a:pt x="7974" y="18728"/>
                    <a:pt x="6664" y="17915"/>
                    <a:pt x="6763" y="17185"/>
                  </a:cubicBezTo>
                  <a:cubicBezTo>
                    <a:pt x="6897" y="16209"/>
                    <a:pt x="8157" y="16831"/>
                    <a:pt x="9087" y="17672"/>
                  </a:cubicBezTo>
                  <a:cubicBezTo>
                    <a:pt x="10014" y="18510"/>
                    <a:pt x="12074" y="18652"/>
                    <a:pt x="12272" y="17603"/>
                  </a:cubicBezTo>
                  <a:cubicBezTo>
                    <a:pt x="12394" y="16957"/>
                    <a:pt x="11938" y="13969"/>
                    <a:pt x="10679" y="14668"/>
                  </a:cubicBezTo>
                  <a:cubicBezTo>
                    <a:pt x="9417" y="15368"/>
                    <a:pt x="9087" y="15086"/>
                    <a:pt x="8620" y="14387"/>
                  </a:cubicBezTo>
                  <a:cubicBezTo>
                    <a:pt x="8157" y="13687"/>
                    <a:pt x="9550" y="12571"/>
                    <a:pt x="9884" y="11452"/>
                  </a:cubicBezTo>
                  <a:cubicBezTo>
                    <a:pt x="10213" y="10332"/>
                    <a:pt x="12402" y="10750"/>
                    <a:pt x="12736" y="9842"/>
                  </a:cubicBezTo>
                  <a:cubicBezTo>
                    <a:pt x="13069" y="8937"/>
                    <a:pt x="11274" y="7957"/>
                    <a:pt x="10612" y="760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7" name="Shape 3373"/>
            <p:cNvSpPr/>
            <p:nvPr/>
          </p:nvSpPr>
          <p:spPr>
            <a:xfrm>
              <a:off x="10817649" y="1832824"/>
              <a:ext cx="747917" cy="1293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304" extrusionOk="0">
                  <a:moveTo>
                    <a:pt x="12686" y="17769"/>
                  </a:moveTo>
                  <a:cubicBezTo>
                    <a:pt x="11714" y="17784"/>
                    <a:pt x="11260" y="18875"/>
                    <a:pt x="11509" y="19054"/>
                  </a:cubicBezTo>
                  <a:cubicBezTo>
                    <a:pt x="11714" y="19200"/>
                    <a:pt x="13657" y="17754"/>
                    <a:pt x="12686" y="17769"/>
                  </a:cubicBezTo>
                  <a:close/>
                  <a:moveTo>
                    <a:pt x="21332" y="4929"/>
                  </a:moveTo>
                  <a:cubicBezTo>
                    <a:pt x="21085" y="4789"/>
                    <a:pt x="20593" y="4414"/>
                    <a:pt x="21002" y="4414"/>
                  </a:cubicBezTo>
                  <a:cubicBezTo>
                    <a:pt x="21413" y="4414"/>
                    <a:pt x="21577" y="3711"/>
                    <a:pt x="21085" y="3570"/>
                  </a:cubicBezTo>
                  <a:cubicBezTo>
                    <a:pt x="20593" y="3429"/>
                    <a:pt x="21085" y="2819"/>
                    <a:pt x="20673" y="2679"/>
                  </a:cubicBezTo>
                  <a:cubicBezTo>
                    <a:pt x="20262" y="2538"/>
                    <a:pt x="20509" y="2068"/>
                    <a:pt x="20593" y="1741"/>
                  </a:cubicBezTo>
                  <a:cubicBezTo>
                    <a:pt x="20673" y="1412"/>
                    <a:pt x="19030" y="1131"/>
                    <a:pt x="18126" y="896"/>
                  </a:cubicBezTo>
                  <a:cubicBezTo>
                    <a:pt x="17223" y="662"/>
                    <a:pt x="16812" y="287"/>
                    <a:pt x="16072" y="52"/>
                  </a:cubicBezTo>
                  <a:cubicBezTo>
                    <a:pt x="15333" y="-182"/>
                    <a:pt x="15086" y="427"/>
                    <a:pt x="15086" y="803"/>
                  </a:cubicBezTo>
                  <a:cubicBezTo>
                    <a:pt x="15086" y="1178"/>
                    <a:pt x="14429" y="1225"/>
                    <a:pt x="13936" y="990"/>
                  </a:cubicBezTo>
                  <a:cubicBezTo>
                    <a:pt x="13443" y="755"/>
                    <a:pt x="12867" y="990"/>
                    <a:pt x="12128" y="803"/>
                  </a:cubicBezTo>
                  <a:cubicBezTo>
                    <a:pt x="11388" y="614"/>
                    <a:pt x="11718" y="1225"/>
                    <a:pt x="11718" y="1506"/>
                  </a:cubicBezTo>
                  <a:cubicBezTo>
                    <a:pt x="11718" y="1787"/>
                    <a:pt x="10895" y="1787"/>
                    <a:pt x="10403" y="1787"/>
                  </a:cubicBezTo>
                  <a:cubicBezTo>
                    <a:pt x="9909" y="1787"/>
                    <a:pt x="9088" y="2022"/>
                    <a:pt x="9088" y="2350"/>
                  </a:cubicBezTo>
                  <a:cubicBezTo>
                    <a:pt x="9088" y="2678"/>
                    <a:pt x="8349" y="2866"/>
                    <a:pt x="8595" y="3054"/>
                  </a:cubicBezTo>
                  <a:cubicBezTo>
                    <a:pt x="8841" y="3241"/>
                    <a:pt x="8513" y="3429"/>
                    <a:pt x="8184" y="3570"/>
                  </a:cubicBezTo>
                  <a:cubicBezTo>
                    <a:pt x="7855" y="3710"/>
                    <a:pt x="7527" y="4179"/>
                    <a:pt x="7280" y="4320"/>
                  </a:cubicBezTo>
                  <a:cubicBezTo>
                    <a:pt x="7034" y="4460"/>
                    <a:pt x="7445" y="4695"/>
                    <a:pt x="6951" y="4883"/>
                  </a:cubicBezTo>
                  <a:cubicBezTo>
                    <a:pt x="6460" y="5070"/>
                    <a:pt x="5883" y="4929"/>
                    <a:pt x="5637" y="5070"/>
                  </a:cubicBezTo>
                  <a:cubicBezTo>
                    <a:pt x="5391" y="5211"/>
                    <a:pt x="5637" y="5539"/>
                    <a:pt x="5556" y="5962"/>
                  </a:cubicBezTo>
                  <a:cubicBezTo>
                    <a:pt x="5472" y="6383"/>
                    <a:pt x="4897" y="6852"/>
                    <a:pt x="4405" y="7227"/>
                  </a:cubicBezTo>
                  <a:cubicBezTo>
                    <a:pt x="3912" y="7603"/>
                    <a:pt x="4569" y="7697"/>
                    <a:pt x="4816" y="7743"/>
                  </a:cubicBezTo>
                  <a:cubicBezTo>
                    <a:pt x="5062" y="7790"/>
                    <a:pt x="5062" y="8025"/>
                    <a:pt x="4816" y="8306"/>
                  </a:cubicBezTo>
                  <a:cubicBezTo>
                    <a:pt x="4569" y="8588"/>
                    <a:pt x="3994" y="8400"/>
                    <a:pt x="3665" y="8354"/>
                  </a:cubicBezTo>
                  <a:cubicBezTo>
                    <a:pt x="3337" y="8306"/>
                    <a:pt x="2433" y="8541"/>
                    <a:pt x="1940" y="9010"/>
                  </a:cubicBezTo>
                  <a:cubicBezTo>
                    <a:pt x="1447" y="9479"/>
                    <a:pt x="1610" y="9760"/>
                    <a:pt x="1775" y="9995"/>
                  </a:cubicBezTo>
                  <a:cubicBezTo>
                    <a:pt x="1939" y="10229"/>
                    <a:pt x="1365" y="10511"/>
                    <a:pt x="1775" y="10980"/>
                  </a:cubicBezTo>
                  <a:cubicBezTo>
                    <a:pt x="2186" y="11448"/>
                    <a:pt x="1610" y="11543"/>
                    <a:pt x="1694" y="11917"/>
                  </a:cubicBezTo>
                  <a:cubicBezTo>
                    <a:pt x="1775" y="12293"/>
                    <a:pt x="2761" y="12245"/>
                    <a:pt x="2844" y="12621"/>
                  </a:cubicBezTo>
                  <a:cubicBezTo>
                    <a:pt x="2925" y="12995"/>
                    <a:pt x="2514" y="13136"/>
                    <a:pt x="2186" y="13136"/>
                  </a:cubicBezTo>
                  <a:cubicBezTo>
                    <a:pt x="1858" y="13136"/>
                    <a:pt x="1940" y="13511"/>
                    <a:pt x="2269" y="13606"/>
                  </a:cubicBezTo>
                  <a:cubicBezTo>
                    <a:pt x="2597" y="13699"/>
                    <a:pt x="2514" y="14355"/>
                    <a:pt x="2350" y="14544"/>
                  </a:cubicBezTo>
                  <a:cubicBezTo>
                    <a:pt x="2186" y="14731"/>
                    <a:pt x="1118" y="14544"/>
                    <a:pt x="1200" y="14777"/>
                  </a:cubicBezTo>
                  <a:cubicBezTo>
                    <a:pt x="1282" y="15012"/>
                    <a:pt x="954" y="15387"/>
                    <a:pt x="954" y="15575"/>
                  </a:cubicBezTo>
                  <a:cubicBezTo>
                    <a:pt x="954" y="15763"/>
                    <a:pt x="871" y="16372"/>
                    <a:pt x="543" y="16231"/>
                  </a:cubicBezTo>
                  <a:cubicBezTo>
                    <a:pt x="413" y="16176"/>
                    <a:pt x="205" y="16172"/>
                    <a:pt x="2" y="16188"/>
                  </a:cubicBezTo>
                  <a:cubicBezTo>
                    <a:pt x="3" y="16217"/>
                    <a:pt x="4" y="16246"/>
                    <a:pt x="2" y="16280"/>
                  </a:cubicBezTo>
                  <a:cubicBezTo>
                    <a:pt x="-23" y="16645"/>
                    <a:pt x="207" y="17010"/>
                    <a:pt x="769" y="17272"/>
                  </a:cubicBezTo>
                  <a:cubicBezTo>
                    <a:pt x="1331" y="17536"/>
                    <a:pt x="897" y="17929"/>
                    <a:pt x="1383" y="18294"/>
                  </a:cubicBezTo>
                  <a:cubicBezTo>
                    <a:pt x="1868" y="18660"/>
                    <a:pt x="1715" y="18922"/>
                    <a:pt x="2252" y="19185"/>
                  </a:cubicBezTo>
                  <a:cubicBezTo>
                    <a:pt x="2789" y="19448"/>
                    <a:pt x="2840" y="19593"/>
                    <a:pt x="2610" y="19929"/>
                  </a:cubicBezTo>
                  <a:cubicBezTo>
                    <a:pt x="2381" y="20266"/>
                    <a:pt x="3070" y="20177"/>
                    <a:pt x="3096" y="20382"/>
                  </a:cubicBezTo>
                  <a:cubicBezTo>
                    <a:pt x="3123" y="20586"/>
                    <a:pt x="2944" y="21009"/>
                    <a:pt x="3123" y="21214"/>
                  </a:cubicBezTo>
                  <a:cubicBezTo>
                    <a:pt x="3301" y="21418"/>
                    <a:pt x="3660" y="21214"/>
                    <a:pt x="4478" y="21199"/>
                  </a:cubicBezTo>
                  <a:cubicBezTo>
                    <a:pt x="5296" y="21185"/>
                    <a:pt x="5091" y="20893"/>
                    <a:pt x="5117" y="20615"/>
                  </a:cubicBezTo>
                  <a:cubicBezTo>
                    <a:pt x="5142" y="20338"/>
                    <a:pt x="5553" y="20470"/>
                    <a:pt x="5653" y="20294"/>
                  </a:cubicBezTo>
                  <a:cubicBezTo>
                    <a:pt x="5756" y="20119"/>
                    <a:pt x="6498" y="20075"/>
                    <a:pt x="7086" y="20221"/>
                  </a:cubicBezTo>
                  <a:cubicBezTo>
                    <a:pt x="7673" y="20367"/>
                    <a:pt x="7980" y="20119"/>
                    <a:pt x="8083" y="19768"/>
                  </a:cubicBezTo>
                  <a:cubicBezTo>
                    <a:pt x="8185" y="19418"/>
                    <a:pt x="8516" y="19842"/>
                    <a:pt x="8697" y="19914"/>
                  </a:cubicBezTo>
                  <a:cubicBezTo>
                    <a:pt x="8876" y="19987"/>
                    <a:pt x="9413" y="19375"/>
                    <a:pt x="9667" y="18981"/>
                  </a:cubicBezTo>
                  <a:cubicBezTo>
                    <a:pt x="9923" y="18586"/>
                    <a:pt x="9642" y="18660"/>
                    <a:pt x="9054" y="19039"/>
                  </a:cubicBezTo>
                  <a:cubicBezTo>
                    <a:pt x="8466" y="19418"/>
                    <a:pt x="8799" y="18660"/>
                    <a:pt x="9029" y="18353"/>
                  </a:cubicBezTo>
                  <a:cubicBezTo>
                    <a:pt x="9258" y="18046"/>
                    <a:pt x="9234" y="17155"/>
                    <a:pt x="9311" y="16952"/>
                  </a:cubicBezTo>
                  <a:cubicBezTo>
                    <a:pt x="9388" y="16747"/>
                    <a:pt x="9541" y="16441"/>
                    <a:pt x="10282" y="16353"/>
                  </a:cubicBezTo>
                  <a:cubicBezTo>
                    <a:pt x="11024" y="16266"/>
                    <a:pt x="11996" y="15740"/>
                    <a:pt x="11843" y="15522"/>
                  </a:cubicBezTo>
                  <a:cubicBezTo>
                    <a:pt x="11689" y="15303"/>
                    <a:pt x="12865" y="14938"/>
                    <a:pt x="12865" y="14719"/>
                  </a:cubicBezTo>
                  <a:cubicBezTo>
                    <a:pt x="12865" y="14500"/>
                    <a:pt x="11638" y="13828"/>
                    <a:pt x="11229" y="13683"/>
                  </a:cubicBezTo>
                  <a:cubicBezTo>
                    <a:pt x="10819" y="13537"/>
                    <a:pt x="9925" y="13653"/>
                    <a:pt x="10001" y="13493"/>
                  </a:cubicBezTo>
                  <a:cubicBezTo>
                    <a:pt x="10078" y="13332"/>
                    <a:pt x="9898" y="12704"/>
                    <a:pt x="9796" y="12383"/>
                  </a:cubicBezTo>
                  <a:cubicBezTo>
                    <a:pt x="9694" y="12062"/>
                    <a:pt x="10435" y="11727"/>
                    <a:pt x="10435" y="11420"/>
                  </a:cubicBezTo>
                  <a:cubicBezTo>
                    <a:pt x="10435" y="11113"/>
                    <a:pt x="10409" y="10763"/>
                    <a:pt x="10895" y="10661"/>
                  </a:cubicBezTo>
                  <a:cubicBezTo>
                    <a:pt x="11381" y="10559"/>
                    <a:pt x="11075" y="10297"/>
                    <a:pt x="11714" y="10209"/>
                  </a:cubicBezTo>
                  <a:cubicBezTo>
                    <a:pt x="12353" y="10121"/>
                    <a:pt x="12226" y="9596"/>
                    <a:pt x="12916" y="9435"/>
                  </a:cubicBezTo>
                  <a:cubicBezTo>
                    <a:pt x="13607" y="9275"/>
                    <a:pt x="13657" y="9142"/>
                    <a:pt x="14553" y="8895"/>
                  </a:cubicBezTo>
                  <a:cubicBezTo>
                    <a:pt x="15448" y="8647"/>
                    <a:pt x="16956" y="8063"/>
                    <a:pt x="17213" y="7757"/>
                  </a:cubicBezTo>
                  <a:cubicBezTo>
                    <a:pt x="17468" y="7450"/>
                    <a:pt x="16291" y="7128"/>
                    <a:pt x="17033" y="6808"/>
                  </a:cubicBezTo>
                  <a:cubicBezTo>
                    <a:pt x="17775" y="6487"/>
                    <a:pt x="17161" y="6121"/>
                    <a:pt x="17698" y="6005"/>
                  </a:cubicBezTo>
                  <a:cubicBezTo>
                    <a:pt x="18235" y="5888"/>
                    <a:pt x="18440" y="5728"/>
                    <a:pt x="18824" y="5494"/>
                  </a:cubicBezTo>
                  <a:cubicBezTo>
                    <a:pt x="19207" y="5261"/>
                    <a:pt x="19718" y="5480"/>
                    <a:pt x="20639" y="5392"/>
                  </a:cubicBezTo>
                  <a:cubicBezTo>
                    <a:pt x="20975" y="5360"/>
                    <a:pt x="21284" y="5376"/>
                    <a:pt x="21575" y="5416"/>
                  </a:cubicBezTo>
                  <a:cubicBezTo>
                    <a:pt x="21534" y="5184"/>
                    <a:pt x="21443" y="4993"/>
                    <a:pt x="21332" y="492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8" name="Shape 3374"/>
            <p:cNvSpPr/>
            <p:nvPr/>
          </p:nvSpPr>
          <p:spPr>
            <a:xfrm>
              <a:off x="11435231" y="2749236"/>
              <a:ext cx="361692" cy="179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2" h="20991" extrusionOk="0">
                  <a:moveTo>
                    <a:pt x="3267" y="7373"/>
                  </a:moveTo>
                  <a:cubicBezTo>
                    <a:pt x="3676" y="5820"/>
                    <a:pt x="334" y="6501"/>
                    <a:pt x="1085" y="7898"/>
                  </a:cubicBezTo>
                  <a:cubicBezTo>
                    <a:pt x="1644" y="8938"/>
                    <a:pt x="2864" y="8931"/>
                    <a:pt x="3267" y="7373"/>
                  </a:cubicBezTo>
                  <a:close/>
                  <a:moveTo>
                    <a:pt x="1744" y="10387"/>
                  </a:moveTo>
                  <a:cubicBezTo>
                    <a:pt x="-83" y="11426"/>
                    <a:pt x="-353" y="16590"/>
                    <a:pt x="374" y="16511"/>
                  </a:cubicBezTo>
                  <a:cubicBezTo>
                    <a:pt x="1287" y="16402"/>
                    <a:pt x="3371" y="12874"/>
                    <a:pt x="3930" y="11732"/>
                  </a:cubicBezTo>
                  <a:cubicBezTo>
                    <a:pt x="4488" y="10594"/>
                    <a:pt x="3573" y="9351"/>
                    <a:pt x="1744" y="10387"/>
                  </a:cubicBezTo>
                  <a:close/>
                  <a:moveTo>
                    <a:pt x="19726" y="5352"/>
                  </a:moveTo>
                  <a:cubicBezTo>
                    <a:pt x="20146" y="3498"/>
                    <a:pt x="21247" y="3184"/>
                    <a:pt x="20424" y="743"/>
                  </a:cubicBezTo>
                  <a:cubicBezTo>
                    <a:pt x="20269" y="1010"/>
                    <a:pt x="20048" y="1251"/>
                    <a:pt x="19675" y="1463"/>
                  </a:cubicBezTo>
                  <a:cubicBezTo>
                    <a:pt x="18202" y="2295"/>
                    <a:pt x="15002" y="-609"/>
                    <a:pt x="13173" y="117"/>
                  </a:cubicBezTo>
                  <a:cubicBezTo>
                    <a:pt x="11344" y="839"/>
                    <a:pt x="7638" y="839"/>
                    <a:pt x="6774" y="2707"/>
                  </a:cubicBezTo>
                  <a:cubicBezTo>
                    <a:pt x="5909" y="4575"/>
                    <a:pt x="3726" y="5093"/>
                    <a:pt x="4691" y="6753"/>
                  </a:cubicBezTo>
                  <a:cubicBezTo>
                    <a:pt x="5657" y="8416"/>
                    <a:pt x="4691" y="9245"/>
                    <a:pt x="5402" y="11218"/>
                  </a:cubicBezTo>
                  <a:cubicBezTo>
                    <a:pt x="6114" y="13188"/>
                    <a:pt x="6470" y="14019"/>
                    <a:pt x="7434" y="13601"/>
                  </a:cubicBezTo>
                  <a:cubicBezTo>
                    <a:pt x="8400" y="13188"/>
                    <a:pt x="9161" y="14221"/>
                    <a:pt x="8144" y="16402"/>
                  </a:cubicBezTo>
                  <a:cubicBezTo>
                    <a:pt x="8128" y="16447"/>
                    <a:pt x="8118" y="16481"/>
                    <a:pt x="8101" y="16518"/>
                  </a:cubicBezTo>
                  <a:cubicBezTo>
                    <a:pt x="9729" y="16209"/>
                    <a:pt x="11535" y="15997"/>
                    <a:pt x="11803" y="16402"/>
                  </a:cubicBezTo>
                  <a:cubicBezTo>
                    <a:pt x="12210" y="17026"/>
                    <a:pt x="14646" y="20971"/>
                    <a:pt x="15255" y="20554"/>
                  </a:cubicBezTo>
                  <a:cubicBezTo>
                    <a:pt x="15628" y="20299"/>
                    <a:pt x="17296" y="20667"/>
                    <a:pt x="18534" y="20991"/>
                  </a:cubicBezTo>
                  <a:cubicBezTo>
                    <a:pt x="18390" y="20217"/>
                    <a:pt x="18403" y="19487"/>
                    <a:pt x="18658" y="19048"/>
                  </a:cubicBezTo>
                  <a:cubicBezTo>
                    <a:pt x="19115" y="18270"/>
                    <a:pt x="20106" y="18270"/>
                    <a:pt x="19572" y="16713"/>
                  </a:cubicBezTo>
                  <a:cubicBezTo>
                    <a:pt x="19039" y="15156"/>
                    <a:pt x="18886" y="14848"/>
                    <a:pt x="18810" y="12977"/>
                  </a:cubicBezTo>
                  <a:cubicBezTo>
                    <a:pt x="18735" y="11113"/>
                    <a:pt x="18505" y="10178"/>
                    <a:pt x="18582" y="8931"/>
                  </a:cubicBezTo>
                  <a:cubicBezTo>
                    <a:pt x="18658" y="7687"/>
                    <a:pt x="19269" y="7373"/>
                    <a:pt x="19726" y="535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79" name="Shape 3375"/>
            <p:cNvSpPr/>
            <p:nvPr/>
          </p:nvSpPr>
          <p:spPr>
            <a:xfrm>
              <a:off x="12132502" y="6574262"/>
              <a:ext cx="482312" cy="58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9" extrusionOk="0">
                  <a:moveTo>
                    <a:pt x="19082" y="4897"/>
                  </a:moveTo>
                  <a:lnTo>
                    <a:pt x="20318" y="3316"/>
                  </a:lnTo>
                  <a:lnTo>
                    <a:pt x="21600" y="1773"/>
                  </a:lnTo>
                  <a:cubicBezTo>
                    <a:pt x="20996" y="1884"/>
                    <a:pt x="20457" y="2003"/>
                    <a:pt x="20262" y="2083"/>
                  </a:cubicBezTo>
                  <a:cubicBezTo>
                    <a:pt x="19786" y="2278"/>
                    <a:pt x="19130" y="1984"/>
                    <a:pt x="18952" y="1643"/>
                  </a:cubicBezTo>
                  <a:cubicBezTo>
                    <a:pt x="18774" y="1300"/>
                    <a:pt x="17582" y="1593"/>
                    <a:pt x="16629" y="2033"/>
                  </a:cubicBezTo>
                  <a:cubicBezTo>
                    <a:pt x="15676" y="2474"/>
                    <a:pt x="15200" y="3404"/>
                    <a:pt x="14842" y="3207"/>
                  </a:cubicBezTo>
                  <a:cubicBezTo>
                    <a:pt x="14485" y="3012"/>
                    <a:pt x="12342" y="2768"/>
                    <a:pt x="11745" y="2768"/>
                  </a:cubicBezTo>
                  <a:cubicBezTo>
                    <a:pt x="11150" y="2768"/>
                    <a:pt x="9244" y="1740"/>
                    <a:pt x="8649" y="1300"/>
                  </a:cubicBezTo>
                  <a:cubicBezTo>
                    <a:pt x="8053" y="860"/>
                    <a:pt x="6326" y="1054"/>
                    <a:pt x="5909" y="860"/>
                  </a:cubicBezTo>
                  <a:cubicBezTo>
                    <a:pt x="5493" y="663"/>
                    <a:pt x="4660" y="516"/>
                    <a:pt x="4362" y="222"/>
                  </a:cubicBezTo>
                  <a:cubicBezTo>
                    <a:pt x="4063" y="-71"/>
                    <a:pt x="3350" y="-22"/>
                    <a:pt x="2752" y="76"/>
                  </a:cubicBezTo>
                  <a:cubicBezTo>
                    <a:pt x="2157" y="175"/>
                    <a:pt x="728" y="860"/>
                    <a:pt x="609" y="1251"/>
                  </a:cubicBezTo>
                  <a:cubicBezTo>
                    <a:pt x="572" y="1376"/>
                    <a:pt x="433" y="1496"/>
                    <a:pt x="266" y="1611"/>
                  </a:cubicBezTo>
                  <a:lnTo>
                    <a:pt x="1490" y="2525"/>
                  </a:lnTo>
                  <a:lnTo>
                    <a:pt x="1765" y="4107"/>
                  </a:lnTo>
                  <a:lnTo>
                    <a:pt x="2863" y="4897"/>
                  </a:lnTo>
                  <a:cubicBezTo>
                    <a:pt x="2863" y="4897"/>
                    <a:pt x="2863" y="5800"/>
                    <a:pt x="2727" y="6705"/>
                  </a:cubicBezTo>
                  <a:cubicBezTo>
                    <a:pt x="2589" y="7606"/>
                    <a:pt x="1628" y="8737"/>
                    <a:pt x="938" y="9301"/>
                  </a:cubicBezTo>
                  <a:cubicBezTo>
                    <a:pt x="735" y="9470"/>
                    <a:pt x="448" y="10004"/>
                    <a:pt x="142" y="10672"/>
                  </a:cubicBezTo>
                  <a:cubicBezTo>
                    <a:pt x="1194" y="10888"/>
                    <a:pt x="1978" y="11217"/>
                    <a:pt x="1919" y="11477"/>
                  </a:cubicBezTo>
                  <a:cubicBezTo>
                    <a:pt x="1800" y="12015"/>
                    <a:pt x="15" y="11771"/>
                    <a:pt x="15" y="12896"/>
                  </a:cubicBezTo>
                  <a:cubicBezTo>
                    <a:pt x="15" y="12972"/>
                    <a:pt x="6" y="13045"/>
                    <a:pt x="0" y="13119"/>
                  </a:cubicBezTo>
                  <a:lnTo>
                    <a:pt x="10147" y="17543"/>
                  </a:lnTo>
                  <a:lnTo>
                    <a:pt x="10011" y="18900"/>
                  </a:lnTo>
                  <a:cubicBezTo>
                    <a:pt x="10011" y="18900"/>
                    <a:pt x="12291" y="20270"/>
                    <a:pt x="14516" y="21529"/>
                  </a:cubicBezTo>
                  <a:cubicBezTo>
                    <a:pt x="15506" y="19461"/>
                    <a:pt x="16804" y="17160"/>
                    <a:pt x="17144" y="16728"/>
                  </a:cubicBezTo>
                  <a:cubicBezTo>
                    <a:pt x="17739" y="15979"/>
                    <a:pt x="18335" y="16109"/>
                    <a:pt x="18852" y="15587"/>
                  </a:cubicBezTo>
                  <a:cubicBezTo>
                    <a:pt x="19369" y="15065"/>
                    <a:pt x="19526" y="15848"/>
                    <a:pt x="20321" y="14803"/>
                  </a:cubicBezTo>
                  <a:cubicBezTo>
                    <a:pt x="20384" y="14724"/>
                    <a:pt x="20462" y="14631"/>
                    <a:pt x="20552" y="14535"/>
                  </a:cubicBezTo>
                  <a:lnTo>
                    <a:pt x="19220" y="12802"/>
                  </a:lnTo>
                  <a:cubicBezTo>
                    <a:pt x="19220" y="12802"/>
                    <a:pt x="19082" y="4897"/>
                    <a:pt x="19082" y="48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0" name="Shape 3376"/>
            <p:cNvSpPr/>
            <p:nvPr/>
          </p:nvSpPr>
          <p:spPr>
            <a:xfrm>
              <a:off x="11873515" y="6614105"/>
              <a:ext cx="327567" cy="337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24" extrusionOk="0">
                  <a:moveTo>
                    <a:pt x="19984" y="4325"/>
                  </a:moveTo>
                  <a:lnTo>
                    <a:pt x="19578" y="1585"/>
                  </a:lnTo>
                  <a:lnTo>
                    <a:pt x="17776" y="0"/>
                  </a:lnTo>
                  <a:cubicBezTo>
                    <a:pt x="17246" y="432"/>
                    <a:pt x="16499" y="839"/>
                    <a:pt x="16439" y="1241"/>
                  </a:cubicBezTo>
                  <a:cubicBezTo>
                    <a:pt x="16352" y="1834"/>
                    <a:pt x="14688" y="1751"/>
                    <a:pt x="13985" y="1411"/>
                  </a:cubicBezTo>
                  <a:cubicBezTo>
                    <a:pt x="13284" y="1071"/>
                    <a:pt x="11442" y="1834"/>
                    <a:pt x="11091" y="2343"/>
                  </a:cubicBezTo>
                  <a:cubicBezTo>
                    <a:pt x="10739" y="2851"/>
                    <a:pt x="9513" y="1411"/>
                    <a:pt x="8636" y="1496"/>
                  </a:cubicBezTo>
                  <a:cubicBezTo>
                    <a:pt x="7759" y="1580"/>
                    <a:pt x="5655" y="2343"/>
                    <a:pt x="5655" y="2343"/>
                  </a:cubicBezTo>
                  <a:cubicBezTo>
                    <a:pt x="5655" y="2343"/>
                    <a:pt x="5303" y="4718"/>
                    <a:pt x="5303" y="5652"/>
                  </a:cubicBezTo>
                  <a:cubicBezTo>
                    <a:pt x="5303" y="6584"/>
                    <a:pt x="6620" y="6755"/>
                    <a:pt x="6620" y="7517"/>
                  </a:cubicBezTo>
                  <a:cubicBezTo>
                    <a:pt x="6620" y="8280"/>
                    <a:pt x="5568" y="8957"/>
                    <a:pt x="5479" y="9467"/>
                  </a:cubicBezTo>
                  <a:cubicBezTo>
                    <a:pt x="5392" y="9977"/>
                    <a:pt x="4692" y="10316"/>
                    <a:pt x="3814" y="10570"/>
                  </a:cubicBezTo>
                  <a:cubicBezTo>
                    <a:pt x="2938" y="10825"/>
                    <a:pt x="3025" y="12182"/>
                    <a:pt x="2323" y="12690"/>
                  </a:cubicBezTo>
                  <a:cubicBezTo>
                    <a:pt x="1620" y="13198"/>
                    <a:pt x="1797" y="14473"/>
                    <a:pt x="1357" y="15406"/>
                  </a:cubicBezTo>
                  <a:cubicBezTo>
                    <a:pt x="920" y="16336"/>
                    <a:pt x="657" y="17611"/>
                    <a:pt x="657" y="18710"/>
                  </a:cubicBezTo>
                  <a:cubicBezTo>
                    <a:pt x="657" y="19597"/>
                    <a:pt x="539" y="20846"/>
                    <a:pt x="0" y="21491"/>
                  </a:cubicBezTo>
                  <a:cubicBezTo>
                    <a:pt x="1119" y="21600"/>
                    <a:pt x="1409" y="21431"/>
                    <a:pt x="1972" y="21156"/>
                  </a:cubicBezTo>
                  <a:cubicBezTo>
                    <a:pt x="2780" y="20769"/>
                    <a:pt x="6018" y="19984"/>
                    <a:pt x="6018" y="19984"/>
                  </a:cubicBezTo>
                  <a:lnTo>
                    <a:pt x="9316" y="19724"/>
                  </a:lnTo>
                  <a:cubicBezTo>
                    <a:pt x="10048" y="17727"/>
                    <a:pt x="11132" y="15915"/>
                    <a:pt x="12318" y="15575"/>
                  </a:cubicBezTo>
                  <a:cubicBezTo>
                    <a:pt x="13856" y="15137"/>
                    <a:pt x="15950" y="15313"/>
                    <a:pt x="17594" y="15706"/>
                  </a:cubicBezTo>
                  <a:cubicBezTo>
                    <a:pt x="18044" y="14548"/>
                    <a:pt x="18467" y="13622"/>
                    <a:pt x="18765" y="13330"/>
                  </a:cubicBezTo>
                  <a:cubicBezTo>
                    <a:pt x="19781" y="12351"/>
                    <a:pt x="21197" y="10392"/>
                    <a:pt x="21400" y="8830"/>
                  </a:cubicBezTo>
                  <a:cubicBezTo>
                    <a:pt x="21600" y="7261"/>
                    <a:pt x="21600" y="5695"/>
                    <a:pt x="21600" y="5695"/>
                  </a:cubicBezTo>
                  <a:cubicBezTo>
                    <a:pt x="21600" y="5695"/>
                    <a:pt x="19984" y="4325"/>
                    <a:pt x="19984" y="4325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1" name="Shape 3377"/>
            <p:cNvSpPr/>
            <p:nvPr/>
          </p:nvSpPr>
          <p:spPr>
            <a:xfrm>
              <a:off x="13487198" y="3904713"/>
              <a:ext cx="1042488" cy="619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7" h="21600" extrusionOk="0">
                  <a:moveTo>
                    <a:pt x="21022" y="12133"/>
                  </a:moveTo>
                  <a:cubicBezTo>
                    <a:pt x="20443" y="11309"/>
                    <a:pt x="19432" y="10319"/>
                    <a:pt x="19336" y="10814"/>
                  </a:cubicBezTo>
                  <a:cubicBezTo>
                    <a:pt x="19239" y="11309"/>
                    <a:pt x="18612" y="11390"/>
                    <a:pt x="18372" y="10896"/>
                  </a:cubicBezTo>
                  <a:cubicBezTo>
                    <a:pt x="18132" y="10401"/>
                    <a:pt x="17939" y="9824"/>
                    <a:pt x="17215" y="10319"/>
                  </a:cubicBezTo>
                  <a:cubicBezTo>
                    <a:pt x="16493" y="10814"/>
                    <a:pt x="16011" y="11474"/>
                    <a:pt x="15963" y="11967"/>
                  </a:cubicBezTo>
                  <a:cubicBezTo>
                    <a:pt x="15915" y="12464"/>
                    <a:pt x="15432" y="12959"/>
                    <a:pt x="15384" y="12298"/>
                  </a:cubicBezTo>
                  <a:cubicBezTo>
                    <a:pt x="15336" y="11637"/>
                    <a:pt x="14759" y="11391"/>
                    <a:pt x="14373" y="11226"/>
                  </a:cubicBezTo>
                  <a:cubicBezTo>
                    <a:pt x="13987" y="11062"/>
                    <a:pt x="13361" y="11390"/>
                    <a:pt x="13313" y="10732"/>
                  </a:cubicBezTo>
                  <a:cubicBezTo>
                    <a:pt x="13265" y="10071"/>
                    <a:pt x="12687" y="9327"/>
                    <a:pt x="12638" y="8585"/>
                  </a:cubicBezTo>
                  <a:cubicBezTo>
                    <a:pt x="12590" y="7844"/>
                    <a:pt x="12734" y="6771"/>
                    <a:pt x="12349" y="6605"/>
                  </a:cubicBezTo>
                  <a:cubicBezTo>
                    <a:pt x="11963" y="6440"/>
                    <a:pt x="11723" y="5368"/>
                    <a:pt x="11386" y="5368"/>
                  </a:cubicBezTo>
                  <a:cubicBezTo>
                    <a:pt x="11048" y="5368"/>
                    <a:pt x="9169" y="5368"/>
                    <a:pt x="8928" y="5203"/>
                  </a:cubicBezTo>
                  <a:cubicBezTo>
                    <a:pt x="8687" y="5039"/>
                    <a:pt x="7434" y="5862"/>
                    <a:pt x="7337" y="5368"/>
                  </a:cubicBezTo>
                  <a:cubicBezTo>
                    <a:pt x="7260" y="4966"/>
                    <a:pt x="6391" y="3375"/>
                    <a:pt x="5910" y="2698"/>
                  </a:cubicBezTo>
                  <a:cubicBezTo>
                    <a:pt x="5858" y="3039"/>
                    <a:pt x="5749" y="3357"/>
                    <a:pt x="5549" y="3602"/>
                  </a:cubicBezTo>
                  <a:cubicBezTo>
                    <a:pt x="4646" y="4715"/>
                    <a:pt x="3781" y="4529"/>
                    <a:pt x="4070" y="3169"/>
                  </a:cubicBezTo>
                  <a:cubicBezTo>
                    <a:pt x="4359" y="1810"/>
                    <a:pt x="4394" y="203"/>
                    <a:pt x="3925" y="203"/>
                  </a:cubicBezTo>
                  <a:cubicBezTo>
                    <a:pt x="3456" y="203"/>
                    <a:pt x="3781" y="3046"/>
                    <a:pt x="3420" y="3232"/>
                  </a:cubicBezTo>
                  <a:cubicBezTo>
                    <a:pt x="3101" y="3395"/>
                    <a:pt x="2977" y="1168"/>
                    <a:pt x="3245" y="0"/>
                  </a:cubicBezTo>
                  <a:lnTo>
                    <a:pt x="158" y="1409"/>
                  </a:lnTo>
                  <a:lnTo>
                    <a:pt x="13" y="10649"/>
                  </a:lnTo>
                  <a:cubicBezTo>
                    <a:pt x="13" y="10649"/>
                    <a:pt x="6" y="10657"/>
                    <a:pt x="0" y="10667"/>
                  </a:cubicBezTo>
                  <a:cubicBezTo>
                    <a:pt x="289" y="10908"/>
                    <a:pt x="624" y="10984"/>
                    <a:pt x="859" y="11016"/>
                  </a:cubicBezTo>
                  <a:cubicBezTo>
                    <a:pt x="1328" y="11077"/>
                    <a:pt x="1291" y="10461"/>
                    <a:pt x="1291" y="10027"/>
                  </a:cubicBezTo>
                  <a:cubicBezTo>
                    <a:pt x="1291" y="9595"/>
                    <a:pt x="1796" y="8853"/>
                    <a:pt x="2158" y="8915"/>
                  </a:cubicBezTo>
                  <a:cubicBezTo>
                    <a:pt x="2519" y="8977"/>
                    <a:pt x="2482" y="8111"/>
                    <a:pt x="2591" y="8111"/>
                  </a:cubicBezTo>
                  <a:cubicBezTo>
                    <a:pt x="2699" y="8111"/>
                    <a:pt x="2988" y="7988"/>
                    <a:pt x="3095" y="7680"/>
                  </a:cubicBezTo>
                  <a:cubicBezTo>
                    <a:pt x="3203" y="7370"/>
                    <a:pt x="3781" y="7740"/>
                    <a:pt x="3962" y="8051"/>
                  </a:cubicBezTo>
                  <a:cubicBezTo>
                    <a:pt x="4142" y="8359"/>
                    <a:pt x="4575" y="8482"/>
                    <a:pt x="4900" y="8607"/>
                  </a:cubicBezTo>
                  <a:cubicBezTo>
                    <a:pt x="5224" y="8730"/>
                    <a:pt x="5332" y="10461"/>
                    <a:pt x="5332" y="10832"/>
                  </a:cubicBezTo>
                  <a:cubicBezTo>
                    <a:pt x="5332" y="11201"/>
                    <a:pt x="6885" y="11140"/>
                    <a:pt x="7138" y="11201"/>
                  </a:cubicBezTo>
                  <a:cubicBezTo>
                    <a:pt x="7390" y="11263"/>
                    <a:pt x="7389" y="12004"/>
                    <a:pt x="7642" y="12560"/>
                  </a:cubicBezTo>
                  <a:cubicBezTo>
                    <a:pt x="7895" y="13116"/>
                    <a:pt x="8075" y="13858"/>
                    <a:pt x="8183" y="14291"/>
                  </a:cubicBezTo>
                  <a:cubicBezTo>
                    <a:pt x="8292" y="14724"/>
                    <a:pt x="9194" y="15280"/>
                    <a:pt x="9411" y="15835"/>
                  </a:cubicBezTo>
                  <a:cubicBezTo>
                    <a:pt x="9627" y="16392"/>
                    <a:pt x="10312" y="16948"/>
                    <a:pt x="10818" y="17256"/>
                  </a:cubicBezTo>
                  <a:cubicBezTo>
                    <a:pt x="11323" y="17567"/>
                    <a:pt x="11792" y="18739"/>
                    <a:pt x="12081" y="18677"/>
                  </a:cubicBezTo>
                  <a:cubicBezTo>
                    <a:pt x="12369" y="18616"/>
                    <a:pt x="13163" y="19295"/>
                    <a:pt x="13163" y="19295"/>
                  </a:cubicBezTo>
                  <a:lnTo>
                    <a:pt x="13256" y="20672"/>
                  </a:lnTo>
                  <a:cubicBezTo>
                    <a:pt x="13290" y="20661"/>
                    <a:pt x="13324" y="20652"/>
                    <a:pt x="13361" y="20630"/>
                  </a:cubicBezTo>
                  <a:cubicBezTo>
                    <a:pt x="13794" y="20384"/>
                    <a:pt x="14035" y="21208"/>
                    <a:pt x="14373" y="21208"/>
                  </a:cubicBezTo>
                  <a:cubicBezTo>
                    <a:pt x="14515" y="21208"/>
                    <a:pt x="14691" y="21412"/>
                    <a:pt x="14861" y="21600"/>
                  </a:cubicBezTo>
                  <a:cubicBezTo>
                    <a:pt x="14837" y="20390"/>
                    <a:pt x="15087" y="19790"/>
                    <a:pt x="15365" y="19419"/>
                  </a:cubicBezTo>
                  <a:cubicBezTo>
                    <a:pt x="15690" y="18986"/>
                    <a:pt x="15148" y="18246"/>
                    <a:pt x="15221" y="17565"/>
                  </a:cubicBezTo>
                  <a:cubicBezTo>
                    <a:pt x="15292" y="16885"/>
                    <a:pt x="14391" y="16514"/>
                    <a:pt x="14462" y="15959"/>
                  </a:cubicBezTo>
                  <a:cubicBezTo>
                    <a:pt x="14534" y="15403"/>
                    <a:pt x="15292" y="15465"/>
                    <a:pt x="15617" y="15217"/>
                  </a:cubicBezTo>
                  <a:cubicBezTo>
                    <a:pt x="15941" y="14972"/>
                    <a:pt x="15690" y="14043"/>
                    <a:pt x="16014" y="14043"/>
                  </a:cubicBezTo>
                  <a:cubicBezTo>
                    <a:pt x="16339" y="14043"/>
                    <a:pt x="16483" y="13487"/>
                    <a:pt x="16591" y="12931"/>
                  </a:cubicBezTo>
                  <a:cubicBezTo>
                    <a:pt x="16700" y="12374"/>
                    <a:pt x="17240" y="12931"/>
                    <a:pt x="17530" y="12560"/>
                  </a:cubicBezTo>
                  <a:cubicBezTo>
                    <a:pt x="17818" y="12190"/>
                    <a:pt x="18251" y="11943"/>
                    <a:pt x="18359" y="12251"/>
                  </a:cubicBezTo>
                  <a:cubicBezTo>
                    <a:pt x="18445" y="12495"/>
                    <a:pt x="18087" y="13530"/>
                    <a:pt x="17929" y="13967"/>
                  </a:cubicBezTo>
                  <a:cubicBezTo>
                    <a:pt x="18432" y="13941"/>
                    <a:pt x="19189" y="13786"/>
                    <a:pt x="19336" y="13536"/>
                  </a:cubicBezTo>
                  <a:cubicBezTo>
                    <a:pt x="19529" y="13207"/>
                    <a:pt x="20250" y="14031"/>
                    <a:pt x="20492" y="13207"/>
                  </a:cubicBezTo>
                  <a:cubicBezTo>
                    <a:pt x="20733" y="12380"/>
                    <a:pt x="21600" y="12959"/>
                    <a:pt x="21022" y="1213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2" name="Shape 3378"/>
            <p:cNvSpPr/>
            <p:nvPr/>
          </p:nvSpPr>
          <p:spPr>
            <a:xfrm>
              <a:off x="10439130" y="438283"/>
              <a:ext cx="1542290" cy="24477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9" h="21527" extrusionOk="0">
                  <a:moveTo>
                    <a:pt x="11029" y="574"/>
                  </a:moveTo>
                  <a:cubicBezTo>
                    <a:pt x="11195" y="656"/>
                    <a:pt x="10755" y="658"/>
                    <a:pt x="10936" y="773"/>
                  </a:cubicBezTo>
                  <a:cubicBezTo>
                    <a:pt x="11491" y="1124"/>
                    <a:pt x="13673" y="726"/>
                    <a:pt x="13969" y="832"/>
                  </a:cubicBezTo>
                  <a:cubicBezTo>
                    <a:pt x="14265" y="937"/>
                    <a:pt x="12138" y="1065"/>
                    <a:pt x="12230" y="1206"/>
                  </a:cubicBezTo>
                  <a:cubicBezTo>
                    <a:pt x="12323" y="1346"/>
                    <a:pt x="14062" y="1463"/>
                    <a:pt x="14191" y="1369"/>
                  </a:cubicBezTo>
                  <a:cubicBezTo>
                    <a:pt x="14321" y="1276"/>
                    <a:pt x="14617" y="1556"/>
                    <a:pt x="15190" y="1580"/>
                  </a:cubicBezTo>
                  <a:cubicBezTo>
                    <a:pt x="15763" y="1603"/>
                    <a:pt x="15707" y="1440"/>
                    <a:pt x="16133" y="1428"/>
                  </a:cubicBezTo>
                  <a:cubicBezTo>
                    <a:pt x="16558" y="1416"/>
                    <a:pt x="17187" y="1288"/>
                    <a:pt x="17205" y="1135"/>
                  </a:cubicBezTo>
                  <a:cubicBezTo>
                    <a:pt x="17224" y="983"/>
                    <a:pt x="18463" y="796"/>
                    <a:pt x="18352" y="539"/>
                  </a:cubicBezTo>
                  <a:cubicBezTo>
                    <a:pt x="18241" y="282"/>
                    <a:pt x="17039" y="457"/>
                    <a:pt x="16706" y="352"/>
                  </a:cubicBezTo>
                  <a:cubicBezTo>
                    <a:pt x="16373" y="247"/>
                    <a:pt x="15597" y="106"/>
                    <a:pt x="15467" y="270"/>
                  </a:cubicBezTo>
                  <a:cubicBezTo>
                    <a:pt x="15338" y="434"/>
                    <a:pt x="15116" y="481"/>
                    <a:pt x="15005" y="410"/>
                  </a:cubicBezTo>
                  <a:cubicBezTo>
                    <a:pt x="14894" y="340"/>
                    <a:pt x="15060" y="-34"/>
                    <a:pt x="14524" y="71"/>
                  </a:cubicBezTo>
                  <a:cubicBezTo>
                    <a:pt x="13988" y="177"/>
                    <a:pt x="14487" y="539"/>
                    <a:pt x="14376" y="586"/>
                  </a:cubicBezTo>
                  <a:cubicBezTo>
                    <a:pt x="14265" y="633"/>
                    <a:pt x="13748" y="516"/>
                    <a:pt x="13710" y="352"/>
                  </a:cubicBezTo>
                  <a:cubicBezTo>
                    <a:pt x="13673" y="188"/>
                    <a:pt x="13100" y="527"/>
                    <a:pt x="13026" y="329"/>
                  </a:cubicBezTo>
                  <a:cubicBezTo>
                    <a:pt x="12952" y="130"/>
                    <a:pt x="12268" y="-11"/>
                    <a:pt x="12120" y="1"/>
                  </a:cubicBezTo>
                  <a:cubicBezTo>
                    <a:pt x="11972" y="13"/>
                    <a:pt x="12268" y="141"/>
                    <a:pt x="12175" y="235"/>
                  </a:cubicBezTo>
                  <a:cubicBezTo>
                    <a:pt x="12083" y="329"/>
                    <a:pt x="11713" y="141"/>
                    <a:pt x="11565" y="130"/>
                  </a:cubicBezTo>
                  <a:cubicBezTo>
                    <a:pt x="11417" y="118"/>
                    <a:pt x="11657" y="329"/>
                    <a:pt x="11584" y="422"/>
                  </a:cubicBezTo>
                  <a:cubicBezTo>
                    <a:pt x="11510" y="516"/>
                    <a:pt x="11214" y="141"/>
                    <a:pt x="10955" y="141"/>
                  </a:cubicBezTo>
                  <a:cubicBezTo>
                    <a:pt x="10696" y="141"/>
                    <a:pt x="10788" y="329"/>
                    <a:pt x="10604" y="340"/>
                  </a:cubicBezTo>
                  <a:cubicBezTo>
                    <a:pt x="10418" y="352"/>
                    <a:pt x="10862" y="492"/>
                    <a:pt x="11029" y="574"/>
                  </a:cubicBezTo>
                  <a:close/>
                  <a:moveTo>
                    <a:pt x="5148" y="2469"/>
                  </a:moveTo>
                  <a:cubicBezTo>
                    <a:pt x="5370" y="2504"/>
                    <a:pt x="5536" y="2738"/>
                    <a:pt x="5740" y="2726"/>
                  </a:cubicBezTo>
                  <a:cubicBezTo>
                    <a:pt x="5832" y="2721"/>
                    <a:pt x="5426" y="2434"/>
                    <a:pt x="5185" y="2270"/>
                  </a:cubicBezTo>
                  <a:cubicBezTo>
                    <a:pt x="4945" y="2106"/>
                    <a:pt x="4963" y="1942"/>
                    <a:pt x="4630" y="2001"/>
                  </a:cubicBezTo>
                  <a:cubicBezTo>
                    <a:pt x="4298" y="2059"/>
                    <a:pt x="4926" y="2434"/>
                    <a:pt x="5148" y="2469"/>
                  </a:cubicBezTo>
                  <a:close/>
                  <a:moveTo>
                    <a:pt x="5907" y="1521"/>
                  </a:moveTo>
                  <a:cubicBezTo>
                    <a:pt x="6258" y="1568"/>
                    <a:pt x="5536" y="1814"/>
                    <a:pt x="5426" y="2036"/>
                  </a:cubicBezTo>
                  <a:cubicBezTo>
                    <a:pt x="5315" y="2258"/>
                    <a:pt x="5980" y="2457"/>
                    <a:pt x="6258" y="2621"/>
                  </a:cubicBezTo>
                  <a:cubicBezTo>
                    <a:pt x="6535" y="2784"/>
                    <a:pt x="7201" y="2761"/>
                    <a:pt x="7441" y="2667"/>
                  </a:cubicBezTo>
                  <a:cubicBezTo>
                    <a:pt x="7682" y="2574"/>
                    <a:pt x="7608" y="2246"/>
                    <a:pt x="7922" y="2258"/>
                  </a:cubicBezTo>
                  <a:cubicBezTo>
                    <a:pt x="8237" y="2270"/>
                    <a:pt x="8070" y="2083"/>
                    <a:pt x="8329" y="2024"/>
                  </a:cubicBezTo>
                  <a:cubicBezTo>
                    <a:pt x="8588" y="1966"/>
                    <a:pt x="8625" y="2176"/>
                    <a:pt x="8403" y="2340"/>
                  </a:cubicBezTo>
                  <a:cubicBezTo>
                    <a:pt x="8181" y="2504"/>
                    <a:pt x="8791" y="2492"/>
                    <a:pt x="9124" y="2293"/>
                  </a:cubicBezTo>
                  <a:cubicBezTo>
                    <a:pt x="9457" y="2094"/>
                    <a:pt x="9531" y="2282"/>
                    <a:pt x="9457" y="2469"/>
                  </a:cubicBezTo>
                  <a:cubicBezTo>
                    <a:pt x="9383" y="2656"/>
                    <a:pt x="8699" y="2551"/>
                    <a:pt x="8458" y="2761"/>
                  </a:cubicBezTo>
                  <a:cubicBezTo>
                    <a:pt x="8218" y="2972"/>
                    <a:pt x="7479" y="2808"/>
                    <a:pt x="7146" y="3042"/>
                  </a:cubicBezTo>
                  <a:cubicBezTo>
                    <a:pt x="6813" y="3276"/>
                    <a:pt x="7441" y="3287"/>
                    <a:pt x="7903" y="3229"/>
                  </a:cubicBezTo>
                  <a:cubicBezTo>
                    <a:pt x="8366" y="3170"/>
                    <a:pt x="9235" y="3135"/>
                    <a:pt x="9568" y="3182"/>
                  </a:cubicBezTo>
                  <a:cubicBezTo>
                    <a:pt x="9901" y="3229"/>
                    <a:pt x="9364" y="3299"/>
                    <a:pt x="8809" y="3299"/>
                  </a:cubicBezTo>
                  <a:cubicBezTo>
                    <a:pt x="8255" y="3299"/>
                    <a:pt x="8070" y="3404"/>
                    <a:pt x="8088" y="3498"/>
                  </a:cubicBezTo>
                  <a:cubicBezTo>
                    <a:pt x="8107" y="3591"/>
                    <a:pt x="7312" y="3393"/>
                    <a:pt x="7275" y="3603"/>
                  </a:cubicBezTo>
                  <a:cubicBezTo>
                    <a:pt x="7238" y="3814"/>
                    <a:pt x="8015" y="3896"/>
                    <a:pt x="8107" y="4024"/>
                  </a:cubicBezTo>
                  <a:cubicBezTo>
                    <a:pt x="8199" y="4153"/>
                    <a:pt x="8717" y="4036"/>
                    <a:pt x="8920" y="4083"/>
                  </a:cubicBezTo>
                  <a:cubicBezTo>
                    <a:pt x="9124" y="4129"/>
                    <a:pt x="8588" y="4223"/>
                    <a:pt x="8513" y="4281"/>
                  </a:cubicBezTo>
                  <a:cubicBezTo>
                    <a:pt x="8440" y="4340"/>
                    <a:pt x="9087" y="4422"/>
                    <a:pt x="9198" y="4539"/>
                  </a:cubicBezTo>
                  <a:cubicBezTo>
                    <a:pt x="9309" y="4656"/>
                    <a:pt x="9771" y="4597"/>
                    <a:pt x="9752" y="4433"/>
                  </a:cubicBezTo>
                  <a:cubicBezTo>
                    <a:pt x="9729" y="4230"/>
                    <a:pt x="10160" y="3615"/>
                    <a:pt x="10715" y="3486"/>
                  </a:cubicBezTo>
                  <a:cubicBezTo>
                    <a:pt x="11269" y="3357"/>
                    <a:pt x="10955" y="3240"/>
                    <a:pt x="11029" y="3042"/>
                  </a:cubicBezTo>
                  <a:cubicBezTo>
                    <a:pt x="11103" y="2843"/>
                    <a:pt x="11546" y="3007"/>
                    <a:pt x="11417" y="2843"/>
                  </a:cubicBezTo>
                  <a:cubicBezTo>
                    <a:pt x="11288" y="2679"/>
                    <a:pt x="11362" y="2609"/>
                    <a:pt x="11713" y="2399"/>
                  </a:cubicBezTo>
                  <a:cubicBezTo>
                    <a:pt x="12065" y="2188"/>
                    <a:pt x="12286" y="2340"/>
                    <a:pt x="12712" y="2211"/>
                  </a:cubicBezTo>
                  <a:cubicBezTo>
                    <a:pt x="13137" y="2083"/>
                    <a:pt x="13340" y="2305"/>
                    <a:pt x="12878" y="2328"/>
                  </a:cubicBezTo>
                  <a:cubicBezTo>
                    <a:pt x="12472" y="2349"/>
                    <a:pt x="12674" y="2644"/>
                    <a:pt x="13008" y="2726"/>
                  </a:cubicBezTo>
                  <a:cubicBezTo>
                    <a:pt x="13340" y="2808"/>
                    <a:pt x="13044" y="2878"/>
                    <a:pt x="13303" y="2913"/>
                  </a:cubicBezTo>
                  <a:cubicBezTo>
                    <a:pt x="13562" y="2948"/>
                    <a:pt x="13488" y="3194"/>
                    <a:pt x="13155" y="3416"/>
                  </a:cubicBezTo>
                  <a:cubicBezTo>
                    <a:pt x="12823" y="3638"/>
                    <a:pt x="13248" y="3685"/>
                    <a:pt x="13951" y="3521"/>
                  </a:cubicBezTo>
                  <a:cubicBezTo>
                    <a:pt x="14653" y="3357"/>
                    <a:pt x="14210" y="3662"/>
                    <a:pt x="14413" y="3790"/>
                  </a:cubicBezTo>
                  <a:cubicBezTo>
                    <a:pt x="14617" y="3919"/>
                    <a:pt x="15171" y="3697"/>
                    <a:pt x="15467" y="3474"/>
                  </a:cubicBezTo>
                  <a:cubicBezTo>
                    <a:pt x="15763" y="3252"/>
                    <a:pt x="16206" y="3289"/>
                    <a:pt x="16188" y="3170"/>
                  </a:cubicBezTo>
                  <a:cubicBezTo>
                    <a:pt x="16170" y="3042"/>
                    <a:pt x="15856" y="3007"/>
                    <a:pt x="15597" y="3077"/>
                  </a:cubicBezTo>
                  <a:cubicBezTo>
                    <a:pt x="15338" y="3147"/>
                    <a:pt x="14690" y="3100"/>
                    <a:pt x="14912" y="2972"/>
                  </a:cubicBezTo>
                  <a:cubicBezTo>
                    <a:pt x="15134" y="2843"/>
                    <a:pt x="15097" y="2738"/>
                    <a:pt x="14765" y="2761"/>
                  </a:cubicBezTo>
                  <a:cubicBezTo>
                    <a:pt x="14432" y="2784"/>
                    <a:pt x="13840" y="2679"/>
                    <a:pt x="14117" y="2609"/>
                  </a:cubicBezTo>
                  <a:cubicBezTo>
                    <a:pt x="14394" y="2539"/>
                    <a:pt x="13914" y="2305"/>
                    <a:pt x="13655" y="2317"/>
                  </a:cubicBezTo>
                  <a:cubicBezTo>
                    <a:pt x="13396" y="2328"/>
                    <a:pt x="13470" y="2141"/>
                    <a:pt x="13488" y="2013"/>
                  </a:cubicBezTo>
                  <a:cubicBezTo>
                    <a:pt x="13507" y="1884"/>
                    <a:pt x="12749" y="1825"/>
                    <a:pt x="12896" y="1779"/>
                  </a:cubicBezTo>
                  <a:cubicBezTo>
                    <a:pt x="13044" y="1732"/>
                    <a:pt x="12582" y="1627"/>
                    <a:pt x="12471" y="1720"/>
                  </a:cubicBezTo>
                  <a:cubicBezTo>
                    <a:pt x="12360" y="1814"/>
                    <a:pt x="12138" y="1790"/>
                    <a:pt x="12138" y="1650"/>
                  </a:cubicBezTo>
                  <a:cubicBezTo>
                    <a:pt x="12138" y="1510"/>
                    <a:pt x="11584" y="1545"/>
                    <a:pt x="11362" y="1556"/>
                  </a:cubicBezTo>
                  <a:cubicBezTo>
                    <a:pt x="11140" y="1568"/>
                    <a:pt x="11250" y="1252"/>
                    <a:pt x="11029" y="1147"/>
                  </a:cubicBezTo>
                  <a:cubicBezTo>
                    <a:pt x="10807" y="1042"/>
                    <a:pt x="10511" y="1358"/>
                    <a:pt x="10345" y="1334"/>
                  </a:cubicBezTo>
                  <a:cubicBezTo>
                    <a:pt x="10178" y="1311"/>
                    <a:pt x="10474" y="1100"/>
                    <a:pt x="10566" y="960"/>
                  </a:cubicBezTo>
                  <a:cubicBezTo>
                    <a:pt x="10659" y="820"/>
                    <a:pt x="9790" y="633"/>
                    <a:pt x="9697" y="773"/>
                  </a:cubicBezTo>
                  <a:cubicBezTo>
                    <a:pt x="9605" y="913"/>
                    <a:pt x="9438" y="562"/>
                    <a:pt x="9253" y="527"/>
                  </a:cubicBezTo>
                  <a:cubicBezTo>
                    <a:pt x="9068" y="492"/>
                    <a:pt x="9217" y="761"/>
                    <a:pt x="9050" y="785"/>
                  </a:cubicBezTo>
                  <a:cubicBezTo>
                    <a:pt x="8884" y="808"/>
                    <a:pt x="8662" y="913"/>
                    <a:pt x="8939" y="1030"/>
                  </a:cubicBezTo>
                  <a:cubicBezTo>
                    <a:pt x="9217" y="1147"/>
                    <a:pt x="9494" y="1732"/>
                    <a:pt x="9457" y="1825"/>
                  </a:cubicBezTo>
                  <a:cubicBezTo>
                    <a:pt x="9420" y="1919"/>
                    <a:pt x="8569" y="1405"/>
                    <a:pt x="8532" y="1159"/>
                  </a:cubicBezTo>
                  <a:cubicBezTo>
                    <a:pt x="8495" y="913"/>
                    <a:pt x="8070" y="714"/>
                    <a:pt x="7959" y="890"/>
                  </a:cubicBezTo>
                  <a:cubicBezTo>
                    <a:pt x="7848" y="1065"/>
                    <a:pt x="7533" y="1135"/>
                    <a:pt x="7626" y="1311"/>
                  </a:cubicBezTo>
                  <a:cubicBezTo>
                    <a:pt x="7719" y="1486"/>
                    <a:pt x="7404" y="1545"/>
                    <a:pt x="7404" y="1405"/>
                  </a:cubicBezTo>
                  <a:cubicBezTo>
                    <a:pt x="7404" y="1264"/>
                    <a:pt x="6942" y="1100"/>
                    <a:pt x="6775" y="1089"/>
                  </a:cubicBezTo>
                  <a:cubicBezTo>
                    <a:pt x="6609" y="1077"/>
                    <a:pt x="7201" y="1007"/>
                    <a:pt x="7479" y="925"/>
                  </a:cubicBezTo>
                  <a:cubicBezTo>
                    <a:pt x="7756" y="843"/>
                    <a:pt x="7238" y="726"/>
                    <a:pt x="6998" y="820"/>
                  </a:cubicBezTo>
                  <a:cubicBezTo>
                    <a:pt x="6757" y="913"/>
                    <a:pt x="6443" y="761"/>
                    <a:pt x="6295" y="890"/>
                  </a:cubicBezTo>
                  <a:cubicBezTo>
                    <a:pt x="6147" y="1019"/>
                    <a:pt x="5962" y="890"/>
                    <a:pt x="5703" y="855"/>
                  </a:cubicBezTo>
                  <a:cubicBezTo>
                    <a:pt x="5444" y="820"/>
                    <a:pt x="5222" y="1089"/>
                    <a:pt x="5037" y="1042"/>
                  </a:cubicBezTo>
                  <a:cubicBezTo>
                    <a:pt x="4852" y="995"/>
                    <a:pt x="4741" y="1276"/>
                    <a:pt x="5037" y="1568"/>
                  </a:cubicBezTo>
                  <a:cubicBezTo>
                    <a:pt x="5333" y="1861"/>
                    <a:pt x="5555" y="1475"/>
                    <a:pt x="5907" y="1521"/>
                  </a:cubicBezTo>
                  <a:close/>
                  <a:moveTo>
                    <a:pt x="20818" y="11517"/>
                  </a:moveTo>
                  <a:cubicBezTo>
                    <a:pt x="20769" y="11634"/>
                    <a:pt x="20436" y="11610"/>
                    <a:pt x="20448" y="11493"/>
                  </a:cubicBezTo>
                  <a:cubicBezTo>
                    <a:pt x="20460" y="11377"/>
                    <a:pt x="19930" y="11283"/>
                    <a:pt x="19906" y="11228"/>
                  </a:cubicBezTo>
                  <a:cubicBezTo>
                    <a:pt x="19881" y="11174"/>
                    <a:pt x="20127" y="11181"/>
                    <a:pt x="20325" y="11251"/>
                  </a:cubicBezTo>
                  <a:cubicBezTo>
                    <a:pt x="20522" y="11322"/>
                    <a:pt x="20658" y="11275"/>
                    <a:pt x="20880" y="11142"/>
                  </a:cubicBezTo>
                  <a:cubicBezTo>
                    <a:pt x="21102" y="11010"/>
                    <a:pt x="21410" y="11119"/>
                    <a:pt x="21447" y="11002"/>
                  </a:cubicBezTo>
                  <a:cubicBezTo>
                    <a:pt x="21484" y="10885"/>
                    <a:pt x="21089" y="10807"/>
                    <a:pt x="21015" y="10737"/>
                  </a:cubicBezTo>
                  <a:cubicBezTo>
                    <a:pt x="20941" y="10667"/>
                    <a:pt x="20658" y="10573"/>
                    <a:pt x="20387" y="10604"/>
                  </a:cubicBezTo>
                  <a:cubicBezTo>
                    <a:pt x="20116" y="10636"/>
                    <a:pt x="20103" y="10565"/>
                    <a:pt x="19942" y="10472"/>
                  </a:cubicBezTo>
                  <a:cubicBezTo>
                    <a:pt x="19782" y="10378"/>
                    <a:pt x="19290" y="10534"/>
                    <a:pt x="19290" y="10753"/>
                  </a:cubicBezTo>
                  <a:cubicBezTo>
                    <a:pt x="19290" y="10971"/>
                    <a:pt x="18981" y="10916"/>
                    <a:pt x="19092" y="10799"/>
                  </a:cubicBezTo>
                  <a:cubicBezTo>
                    <a:pt x="19203" y="10682"/>
                    <a:pt x="18944" y="10542"/>
                    <a:pt x="19191" y="10503"/>
                  </a:cubicBezTo>
                  <a:cubicBezTo>
                    <a:pt x="19437" y="10464"/>
                    <a:pt x="19302" y="10230"/>
                    <a:pt x="18845" y="10207"/>
                  </a:cubicBezTo>
                  <a:cubicBezTo>
                    <a:pt x="18389" y="10184"/>
                    <a:pt x="18217" y="10425"/>
                    <a:pt x="18328" y="10503"/>
                  </a:cubicBezTo>
                  <a:cubicBezTo>
                    <a:pt x="18439" y="10581"/>
                    <a:pt x="18019" y="10916"/>
                    <a:pt x="17834" y="10916"/>
                  </a:cubicBezTo>
                  <a:cubicBezTo>
                    <a:pt x="17649" y="10916"/>
                    <a:pt x="17859" y="10628"/>
                    <a:pt x="17847" y="10472"/>
                  </a:cubicBezTo>
                  <a:cubicBezTo>
                    <a:pt x="17834" y="10316"/>
                    <a:pt x="17662" y="10402"/>
                    <a:pt x="17316" y="10651"/>
                  </a:cubicBezTo>
                  <a:cubicBezTo>
                    <a:pt x="16972" y="10901"/>
                    <a:pt x="16713" y="11127"/>
                    <a:pt x="16516" y="11150"/>
                  </a:cubicBezTo>
                  <a:cubicBezTo>
                    <a:pt x="16318" y="11174"/>
                    <a:pt x="16342" y="10924"/>
                    <a:pt x="16663" y="10815"/>
                  </a:cubicBezTo>
                  <a:cubicBezTo>
                    <a:pt x="16984" y="10706"/>
                    <a:pt x="16996" y="10409"/>
                    <a:pt x="17205" y="10409"/>
                  </a:cubicBezTo>
                  <a:cubicBezTo>
                    <a:pt x="17415" y="10409"/>
                    <a:pt x="17415" y="10254"/>
                    <a:pt x="17107" y="10207"/>
                  </a:cubicBezTo>
                  <a:cubicBezTo>
                    <a:pt x="16799" y="10160"/>
                    <a:pt x="16749" y="10378"/>
                    <a:pt x="16650" y="10441"/>
                  </a:cubicBezTo>
                  <a:cubicBezTo>
                    <a:pt x="16552" y="10503"/>
                    <a:pt x="16047" y="10331"/>
                    <a:pt x="16059" y="10394"/>
                  </a:cubicBezTo>
                  <a:cubicBezTo>
                    <a:pt x="16071" y="10457"/>
                    <a:pt x="15788" y="10479"/>
                    <a:pt x="15911" y="10596"/>
                  </a:cubicBezTo>
                  <a:cubicBezTo>
                    <a:pt x="16034" y="10713"/>
                    <a:pt x="15850" y="10815"/>
                    <a:pt x="15726" y="10675"/>
                  </a:cubicBezTo>
                  <a:cubicBezTo>
                    <a:pt x="15603" y="10534"/>
                    <a:pt x="15295" y="10643"/>
                    <a:pt x="15147" y="10799"/>
                  </a:cubicBezTo>
                  <a:cubicBezTo>
                    <a:pt x="14999" y="10955"/>
                    <a:pt x="14801" y="10947"/>
                    <a:pt x="14949" y="11002"/>
                  </a:cubicBezTo>
                  <a:cubicBezTo>
                    <a:pt x="15097" y="11057"/>
                    <a:pt x="15085" y="11267"/>
                    <a:pt x="14863" y="11306"/>
                  </a:cubicBezTo>
                  <a:cubicBezTo>
                    <a:pt x="14641" y="11345"/>
                    <a:pt x="14727" y="10924"/>
                    <a:pt x="14555" y="10963"/>
                  </a:cubicBezTo>
                  <a:cubicBezTo>
                    <a:pt x="14382" y="11002"/>
                    <a:pt x="14493" y="10760"/>
                    <a:pt x="14727" y="10760"/>
                  </a:cubicBezTo>
                  <a:cubicBezTo>
                    <a:pt x="14961" y="10760"/>
                    <a:pt x="15196" y="10542"/>
                    <a:pt x="15171" y="10488"/>
                  </a:cubicBezTo>
                  <a:cubicBezTo>
                    <a:pt x="15130" y="10396"/>
                    <a:pt x="14875" y="10418"/>
                    <a:pt x="14875" y="10534"/>
                  </a:cubicBezTo>
                  <a:cubicBezTo>
                    <a:pt x="14875" y="10651"/>
                    <a:pt x="14506" y="10628"/>
                    <a:pt x="14197" y="10620"/>
                  </a:cubicBezTo>
                  <a:cubicBezTo>
                    <a:pt x="13890" y="10612"/>
                    <a:pt x="13901" y="10846"/>
                    <a:pt x="14247" y="10971"/>
                  </a:cubicBezTo>
                  <a:cubicBezTo>
                    <a:pt x="14592" y="11096"/>
                    <a:pt x="14185" y="11174"/>
                    <a:pt x="14012" y="11080"/>
                  </a:cubicBezTo>
                  <a:cubicBezTo>
                    <a:pt x="13840" y="10986"/>
                    <a:pt x="13569" y="11033"/>
                    <a:pt x="13384" y="11088"/>
                  </a:cubicBezTo>
                  <a:cubicBezTo>
                    <a:pt x="13199" y="11142"/>
                    <a:pt x="13828" y="11283"/>
                    <a:pt x="13852" y="11353"/>
                  </a:cubicBezTo>
                  <a:cubicBezTo>
                    <a:pt x="13877" y="11423"/>
                    <a:pt x="13532" y="11267"/>
                    <a:pt x="13457" y="11322"/>
                  </a:cubicBezTo>
                  <a:cubicBezTo>
                    <a:pt x="13384" y="11377"/>
                    <a:pt x="13039" y="11283"/>
                    <a:pt x="13014" y="11150"/>
                  </a:cubicBezTo>
                  <a:cubicBezTo>
                    <a:pt x="12989" y="11018"/>
                    <a:pt x="12434" y="11205"/>
                    <a:pt x="12743" y="11251"/>
                  </a:cubicBezTo>
                  <a:cubicBezTo>
                    <a:pt x="13051" y="11298"/>
                    <a:pt x="12940" y="11423"/>
                    <a:pt x="12940" y="11595"/>
                  </a:cubicBezTo>
                  <a:cubicBezTo>
                    <a:pt x="12940" y="11766"/>
                    <a:pt x="12582" y="11634"/>
                    <a:pt x="12656" y="11485"/>
                  </a:cubicBezTo>
                  <a:cubicBezTo>
                    <a:pt x="12730" y="11337"/>
                    <a:pt x="12434" y="11368"/>
                    <a:pt x="12188" y="11462"/>
                  </a:cubicBezTo>
                  <a:cubicBezTo>
                    <a:pt x="11941" y="11556"/>
                    <a:pt x="12225" y="11291"/>
                    <a:pt x="12126" y="11158"/>
                  </a:cubicBezTo>
                  <a:cubicBezTo>
                    <a:pt x="12028" y="11026"/>
                    <a:pt x="11805" y="11158"/>
                    <a:pt x="11546" y="11189"/>
                  </a:cubicBezTo>
                  <a:cubicBezTo>
                    <a:pt x="11288" y="11220"/>
                    <a:pt x="11152" y="11228"/>
                    <a:pt x="11313" y="11337"/>
                  </a:cubicBezTo>
                  <a:cubicBezTo>
                    <a:pt x="11473" y="11446"/>
                    <a:pt x="11448" y="11602"/>
                    <a:pt x="11238" y="11579"/>
                  </a:cubicBezTo>
                  <a:cubicBezTo>
                    <a:pt x="11029" y="11556"/>
                    <a:pt x="10943" y="11579"/>
                    <a:pt x="10967" y="11704"/>
                  </a:cubicBezTo>
                  <a:cubicBezTo>
                    <a:pt x="10992" y="11828"/>
                    <a:pt x="10696" y="11836"/>
                    <a:pt x="10671" y="11727"/>
                  </a:cubicBezTo>
                  <a:cubicBezTo>
                    <a:pt x="10647" y="11618"/>
                    <a:pt x="10227" y="11649"/>
                    <a:pt x="10104" y="11774"/>
                  </a:cubicBezTo>
                  <a:cubicBezTo>
                    <a:pt x="9981" y="11899"/>
                    <a:pt x="9635" y="11992"/>
                    <a:pt x="9673" y="12133"/>
                  </a:cubicBezTo>
                  <a:cubicBezTo>
                    <a:pt x="9709" y="12273"/>
                    <a:pt x="9981" y="12062"/>
                    <a:pt x="10203" y="12109"/>
                  </a:cubicBezTo>
                  <a:cubicBezTo>
                    <a:pt x="10425" y="12156"/>
                    <a:pt x="10190" y="12226"/>
                    <a:pt x="10314" y="12296"/>
                  </a:cubicBezTo>
                  <a:cubicBezTo>
                    <a:pt x="10437" y="12367"/>
                    <a:pt x="10412" y="12538"/>
                    <a:pt x="10240" y="12437"/>
                  </a:cubicBezTo>
                  <a:cubicBezTo>
                    <a:pt x="10067" y="12336"/>
                    <a:pt x="9845" y="12304"/>
                    <a:pt x="9808" y="12468"/>
                  </a:cubicBezTo>
                  <a:cubicBezTo>
                    <a:pt x="9771" y="12631"/>
                    <a:pt x="9586" y="12444"/>
                    <a:pt x="9438" y="12327"/>
                  </a:cubicBezTo>
                  <a:cubicBezTo>
                    <a:pt x="9290" y="12210"/>
                    <a:pt x="9143" y="12546"/>
                    <a:pt x="8982" y="12468"/>
                  </a:cubicBezTo>
                  <a:cubicBezTo>
                    <a:pt x="8822" y="12390"/>
                    <a:pt x="9303" y="12148"/>
                    <a:pt x="9179" y="12031"/>
                  </a:cubicBezTo>
                  <a:cubicBezTo>
                    <a:pt x="9056" y="11914"/>
                    <a:pt x="8969" y="12101"/>
                    <a:pt x="8686" y="12281"/>
                  </a:cubicBezTo>
                  <a:cubicBezTo>
                    <a:pt x="8403" y="12460"/>
                    <a:pt x="8021" y="12452"/>
                    <a:pt x="8157" y="12538"/>
                  </a:cubicBezTo>
                  <a:cubicBezTo>
                    <a:pt x="8292" y="12624"/>
                    <a:pt x="7873" y="12671"/>
                    <a:pt x="7799" y="12818"/>
                  </a:cubicBezTo>
                  <a:cubicBezTo>
                    <a:pt x="7725" y="12967"/>
                    <a:pt x="7146" y="13022"/>
                    <a:pt x="6775" y="13177"/>
                  </a:cubicBezTo>
                  <a:cubicBezTo>
                    <a:pt x="6406" y="13333"/>
                    <a:pt x="6850" y="13341"/>
                    <a:pt x="7059" y="13193"/>
                  </a:cubicBezTo>
                  <a:cubicBezTo>
                    <a:pt x="7269" y="13045"/>
                    <a:pt x="7343" y="13131"/>
                    <a:pt x="7676" y="12998"/>
                  </a:cubicBezTo>
                  <a:cubicBezTo>
                    <a:pt x="8009" y="12865"/>
                    <a:pt x="8366" y="12756"/>
                    <a:pt x="8489" y="12811"/>
                  </a:cubicBezTo>
                  <a:cubicBezTo>
                    <a:pt x="8612" y="12865"/>
                    <a:pt x="8822" y="12904"/>
                    <a:pt x="8982" y="12764"/>
                  </a:cubicBezTo>
                  <a:cubicBezTo>
                    <a:pt x="9143" y="12624"/>
                    <a:pt x="9340" y="12655"/>
                    <a:pt x="9500" y="12741"/>
                  </a:cubicBezTo>
                  <a:cubicBezTo>
                    <a:pt x="9660" y="12827"/>
                    <a:pt x="9229" y="12897"/>
                    <a:pt x="9426" y="13022"/>
                  </a:cubicBezTo>
                  <a:cubicBezTo>
                    <a:pt x="9623" y="13146"/>
                    <a:pt x="9192" y="13216"/>
                    <a:pt x="9192" y="13107"/>
                  </a:cubicBezTo>
                  <a:cubicBezTo>
                    <a:pt x="9192" y="12998"/>
                    <a:pt x="8946" y="12904"/>
                    <a:pt x="8859" y="13006"/>
                  </a:cubicBezTo>
                  <a:cubicBezTo>
                    <a:pt x="8772" y="13107"/>
                    <a:pt x="8625" y="13216"/>
                    <a:pt x="8465" y="13224"/>
                  </a:cubicBezTo>
                  <a:cubicBezTo>
                    <a:pt x="8305" y="13232"/>
                    <a:pt x="8132" y="13419"/>
                    <a:pt x="8132" y="13606"/>
                  </a:cubicBezTo>
                  <a:cubicBezTo>
                    <a:pt x="8132" y="13793"/>
                    <a:pt x="7848" y="13606"/>
                    <a:pt x="7824" y="13770"/>
                  </a:cubicBezTo>
                  <a:cubicBezTo>
                    <a:pt x="7799" y="13934"/>
                    <a:pt x="7404" y="14222"/>
                    <a:pt x="7059" y="14432"/>
                  </a:cubicBezTo>
                  <a:cubicBezTo>
                    <a:pt x="6715" y="14643"/>
                    <a:pt x="7035" y="14690"/>
                    <a:pt x="6924" y="14822"/>
                  </a:cubicBezTo>
                  <a:cubicBezTo>
                    <a:pt x="6813" y="14955"/>
                    <a:pt x="6406" y="14838"/>
                    <a:pt x="6271" y="14892"/>
                  </a:cubicBezTo>
                  <a:cubicBezTo>
                    <a:pt x="6134" y="14947"/>
                    <a:pt x="6344" y="15275"/>
                    <a:pt x="6160" y="15376"/>
                  </a:cubicBezTo>
                  <a:cubicBezTo>
                    <a:pt x="5975" y="15477"/>
                    <a:pt x="6160" y="15618"/>
                    <a:pt x="6160" y="15735"/>
                  </a:cubicBezTo>
                  <a:cubicBezTo>
                    <a:pt x="6160" y="15851"/>
                    <a:pt x="5679" y="15664"/>
                    <a:pt x="5642" y="15781"/>
                  </a:cubicBezTo>
                  <a:cubicBezTo>
                    <a:pt x="5605" y="15898"/>
                    <a:pt x="5185" y="15867"/>
                    <a:pt x="5062" y="15898"/>
                  </a:cubicBezTo>
                  <a:cubicBezTo>
                    <a:pt x="4939" y="15929"/>
                    <a:pt x="5309" y="16116"/>
                    <a:pt x="5531" y="16226"/>
                  </a:cubicBezTo>
                  <a:cubicBezTo>
                    <a:pt x="5753" y="16335"/>
                    <a:pt x="5321" y="16421"/>
                    <a:pt x="5272" y="16296"/>
                  </a:cubicBezTo>
                  <a:cubicBezTo>
                    <a:pt x="5222" y="16171"/>
                    <a:pt x="4914" y="16374"/>
                    <a:pt x="4532" y="16483"/>
                  </a:cubicBezTo>
                  <a:cubicBezTo>
                    <a:pt x="4150" y="16592"/>
                    <a:pt x="4310" y="16810"/>
                    <a:pt x="4014" y="16818"/>
                  </a:cubicBezTo>
                  <a:cubicBezTo>
                    <a:pt x="3718" y="16826"/>
                    <a:pt x="3804" y="17122"/>
                    <a:pt x="3607" y="17216"/>
                  </a:cubicBezTo>
                  <a:cubicBezTo>
                    <a:pt x="3410" y="17309"/>
                    <a:pt x="3460" y="16998"/>
                    <a:pt x="3151" y="16990"/>
                  </a:cubicBezTo>
                  <a:cubicBezTo>
                    <a:pt x="2843" y="16982"/>
                    <a:pt x="2867" y="17122"/>
                    <a:pt x="3052" y="17286"/>
                  </a:cubicBezTo>
                  <a:cubicBezTo>
                    <a:pt x="3237" y="17449"/>
                    <a:pt x="2769" y="17325"/>
                    <a:pt x="2596" y="17465"/>
                  </a:cubicBezTo>
                  <a:cubicBezTo>
                    <a:pt x="2424" y="17606"/>
                    <a:pt x="1930" y="17536"/>
                    <a:pt x="1795" y="17653"/>
                  </a:cubicBezTo>
                  <a:cubicBezTo>
                    <a:pt x="1659" y="17769"/>
                    <a:pt x="2164" y="17769"/>
                    <a:pt x="2238" y="17863"/>
                  </a:cubicBezTo>
                  <a:cubicBezTo>
                    <a:pt x="2312" y="17957"/>
                    <a:pt x="1795" y="17910"/>
                    <a:pt x="1523" y="17871"/>
                  </a:cubicBezTo>
                  <a:cubicBezTo>
                    <a:pt x="1253" y="17832"/>
                    <a:pt x="1326" y="18089"/>
                    <a:pt x="1080" y="18058"/>
                  </a:cubicBezTo>
                  <a:cubicBezTo>
                    <a:pt x="833" y="18027"/>
                    <a:pt x="525" y="18190"/>
                    <a:pt x="698" y="18300"/>
                  </a:cubicBezTo>
                  <a:cubicBezTo>
                    <a:pt x="870" y="18409"/>
                    <a:pt x="562" y="18424"/>
                    <a:pt x="389" y="18354"/>
                  </a:cubicBezTo>
                  <a:cubicBezTo>
                    <a:pt x="217" y="18284"/>
                    <a:pt x="69" y="18455"/>
                    <a:pt x="7" y="18588"/>
                  </a:cubicBezTo>
                  <a:cubicBezTo>
                    <a:pt x="-55" y="18720"/>
                    <a:pt x="340" y="18791"/>
                    <a:pt x="328" y="18853"/>
                  </a:cubicBezTo>
                  <a:cubicBezTo>
                    <a:pt x="316" y="18915"/>
                    <a:pt x="7" y="19017"/>
                    <a:pt x="229" y="19048"/>
                  </a:cubicBezTo>
                  <a:cubicBezTo>
                    <a:pt x="451" y="19079"/>
                    <a:pt x="291" y="19204"/>
                    <a:pt x="143" y="19243"/>
                  </a:cubicBezTo>
                  <a:cubicBezTo>
                    <a:pt x="-5" y="19282"/>
                    <a:pt x="-5" y="19376"/>
                    <a:pt x="143" y="19492"/>
                  </a:cubicBezTo>
                  <a:cubicBezTo>
                    <a:pt x="291" y="19610"/>
                    <a:pt x="-116" y="19633"/>
                    <a:pt x="81" y="19812"/>
                  </a:cubicBezTo>
                  <a:cubicBezTo>
                    <a:pt x="278" y="19991"/>
                    <a:pt x="426" y="19765"/>
                    <a:pt x="513" y="19898"/>
                  </a:cubicBezTo>
                  <a:cubicBezTo>
                    <a:pt x="599" y="20031"/>
                    <a:pt x="833" y="19914"/>
                    <a:pt x="1104" y="19757"/>
                  </a:cubicBezTo>
                  <a:cubicBezTo>
                    <a:pt x="1376" y="19602"/>
                    <a:pt x="1475" y="19929"/>
                    <a:pt x="1253" y="19921"/>
                  </a:cubicBezTo>
                  <a:cubicBezTo>
                    <a:pt x="1031" y="19914"/>
                    <a:pt x="772" y="19999"/>
                    <a:pt x="821" y="20140"/>
                  </a:cubicBezTo>
                  <a:cubicBezTo>
                    <a:pt x="870" y="20280"/>
                    <a:pt x="476" y="20256"/>
                    <a:pt x="488" y="20085"/>
                  </a:cubicBezTo>
                  <a:cubicBezTo>
                    <a:pt x="500" y="19914"/>
                    <a:pt x="32" y="20116"/>
                    <a:pt x="204" y="20241"/>
                  </a:cubicBezTo>
                  <a:cubicBezTo>
                    <a:pt x="377" y="20365"/>
                    <a:pt x="143" y="20436"/>
                    <a:pt x="143" y="20553"/>
                  </a:cubicBezTo>
                  <a:cubicBezTo>
                    <a:pt x="143" y="20670"/>
                    <a:pt x="476" y="20646"/>
                    <a:pt x="611" y="20513"/>
                  </a:cubicBezTo>
                  <a:cubicBezTo>
                    <a:pt x="747" y="20381"/>
                    <a:pt x="969" y="20412"/>
                    <a:pt x="1055" y="20545"/>
                  </a:cubicBezTo>
                  <a:cubicBezTo>
                    <a:pt x="1141" y="20677"/>
                    <a:pt x="846" y="20576"/>
                    <a:pt x="846" y="20755"/>
                  </a:cubicBezTo>
                  <a:cubicBezTo>
                    <a:pt x="846" y="20935"/>
                    <a:pt x="661" y="20779"/>
                    <a:pt x="500" y="20919"/>
                  </a:cubicBezTo>
                  <a:cubicBezTo>
                    <a:pt x="340" y="21060"/>
                    <a:pt x="1129" y="21317"/>
                    <a:pt x="1376" y="21356"/>
                  </a:cubicBezTo>
                  <a:cubicBezTo>
                    <a:pt x="1623" y="21395"/>
                    <a:pt x="1856" y="21566"/>
                    <a:pt x="2349" y="21519"/>
                  </a:cubicBezTo>
                  <a:cubicBezTo>
                    <a:pt x="2843" y="21472"/>
                    <a:pt x="3780" y="20896"/>
                    <a:pt x="3903" y="20794"/>
                  </a:cubicBezTo>
                  <a:cubicBezTo>
                    <a:pt x="4027" y="20693"/>
                    <a:pt x="4298" y="20810"/>
                    <a:pt x="4482" y="20716"/>
                  </a:cubicBezTo>
                  <a:cubicBezTo>
                    <a:pt x="4667" y="20623"/>
                    <a:pt x="4556" y="20381"/>
                    <a:pt x="4692" y="20335"/>
                  </a:cubicBezTo>
                  <a:cubicBezTo>
                    <a:pt x="4828" y="20288"/>
                    <a:pt x="4901" y="20592"/>
                    <a:pt x="5025" y="20623"/>
                  </a:cubicBezTo>
                  <a:cubicBezTo>
                    <a:pt x="5137" y="20651"/>
                    <a:pt x="5217" y="20706"/>
                    <a:pt x="5222" y="20862"/>
                  </a:cubicBezTo>
                  <a:cubicBezTo>
                    <a:pt x="5320" y="20853"/>
                    <a:pt x="5420" y="20856"/>
                    <a:pt x="5483" y="20885"/>
                  </a:cubicBezTo>
                  <a:cubicBezTo>
                    <a:pt x="5641" y="20960"/>
                    <a:pt x="5681" y="20635"/>
                    <a:pt x="5681" y="20535"/>
                  </a:cubicBezTo>
                  <a:cubicBezTo>
                    <a:pt x="5681" y="20434"/>
                    <a:pt x="5839" y="20234"/>
                    <a:pt x="5800" y="20108"/>
                  </a:cubicBezTo>
                  <a:cubicBezTo>
                    <a:pt x="5760" y="19984"/>
                    <a:pt x="6275" y="20084"/>
                    <a:pt x="6354" y="19984"/>
                  </a:cubicBezTo>
                  <a:cubicBezTo>
                    <a:pt x="6433" y="19883"/>
                    <a:pt x="6473" y="19533"/>
                    <a:pt x="6315" y="19483"/>
                  </a:cubicBezTo>
                  <a:cubicBezTo>
                    <a:pt x="6156" y="19432"/>
                    <a:pt x="6117" y="19232"/>
                    <a:pt x="6275" y="19232"/>
                  </a:cubicBezTo>
                  <a:cubicBezTo>
                    <a:pt x="6433" y="19232"/>
                    <a:pt x="6631" y="19157"/>
                    <a:pt x="6592" y="18956"/>
                  </a:cubicBezTo>
                  <a:cubicBezTo>
                    <a:pt x="6552" y="18756"/>
                    <a:pt x="6077" y="18781"/>
                    <a:pt x="6038" y="18581"/>
                  </a:cubicBezTo>
                  <a:cubicBezTo>
                    <a:pt x="5998" y="18381"/>
                    <a:pt x="6275" y="18330"/>
                    <a:pt x="6077" y="18080"/>
                  </a:cubicBezTo>
                  <a:cubicBezTo>
                    <a:pt x="5879" y="17829"/>
                    <a:pt x="6156" y="17679"/>
                    <a:pt x="6077" y="17554"/>
                  </a:cubicBezTo>
                  <a:cubicBezTo>
                    <a:pt x="5998" y="17428"/>
                    <a:pt x="5919" y="17278"/>
                    <a:pt x="6156" y="17028"/>
                  </a:cubicBezTo>
                  <a:cubicBezTo>
                    <a:pt x="6394" y="16777"/>
                    <a:pt x="6830" y="16652"/>
                    <a:pt x="6988" y="16677"/>
                  </a:cubicBezTo>
                  <a:cubicBezTo>
                    <a:pt x="7147" y="16702"/>
                    <a:pt x="7424" y="16802"/>
                    <a:pt x="7543" y="16652"/>
                  </a:cubicBezTo>
                  <a:cubicBezTo>
                    <a:pt x="7661" y="16501"/>
                    <a:pt x="7661" y="16376"/>
                    <a:pt x="7543" y="16351"/>
                  </a:cubicBezTo>
                  <a:cubicBezTo>
                    <a:pt x="7424" y="16326"/>
                    <a:pt x="7107" y="16276"/>
                    <a:pt x="7345" y="16076"/>
                  </a:cubicBezTo>
                  <a:cubicBezTo>
                    <a:pt x="7582" y="15875"/>
                    <a:pt x="7860" y="15624"/>
                    <a:pt x="7900" y="15400"/>
                  </a:cubicBezTo>
                  <a:cubicBezTo>
                    <a:pt x="7939" y="15174"/>
                    <a:pt x="7820" y="14998"/>
                    <a:pt x="7939" y="14923"/>
                  </a:cubicBezTo>
                  <a:cubicBezTo>
                    <a:pt x="8058" y="14848"/>
                    <a:pt x="8336" y="14923"/>
                    <a:pt x="8572" y="14823"/>
                  </a:cubicBezTo>
                  <a:cubicBezTo>
                    <a:pt x="8810" y="14723"/>
                    <a:pt x="8612" y="14598"/>
                    <a:pt x="8731" y="14522"/>
                  </a:cubicBezTo>
                  <a:cubicBezTo>
                    <a:pt x="8850" y="14447"/>
                    <a:pt x="9008" y="14197"/>
                    <a:pt x="9167" y="14122"/>
                  </a:cubicBezTo>
                  <a:cubicBezTo>
                    <a:pt x="9325" y="14047"/>
                    <a:pt x="9483" y="13946"/>
                    <a:pt x="9365" y="13846"/>
                  </a:cubicBezTo>
                  <a:cubicBezTo>
                    <a:pt x="9246" y="13746"/>
                    <a:pt x="9602" y="13646"/>
                    <a:pt x="9602" y="13470"/>
                  </a:cubicBezTo>
                  <a:cubicBezTo>
                    <a:pt x="9602" y="13295"/>
                    <a:pt x="9998" y="13170"/>
                    <a:pt x="10236" y="13170"/>
                  </a:cubicBezTo>
                  <a:cubicBezTo>
                    <a:pt x="10474" y="13170"/>
                    <a:pt x="10870" y="13170"/>
                    <a:pt x="10870" y="13019"/>
                  </a:cubicBezTo>
                  <a:cubicBezTo>
                    <a:pt x="10870" y="12869"/>
                    <a:pt x="10712" y="12543"/>
                    <a:pt x="11068" y="12644"/>
                  </a:cubicBezTo>
                  <a:cubicBezTo>
                    <a:pt x="11424" y="12744"/>
                    <a:pt x="11702" y="12619"/>
                    <a:pt x="11940" y="12744"/>
                  </a:cubicBezTo>
                  <a:cubicBezTo>
                    <a:pt x="12177" y="12869"/>
                    <a:pt x="12494" y="12844"/>
                    <a:pt x="12494" y="12644"/>
                  </a:cubicBezTo>
                  <a:cubicBezTo>
                    <a:pt x="12494" y="12443"/>
                    <a:pt x="12613" y="12118"/>
                    <a:pt x="12970" y="12243"/>
                  </a:cubicBezTo>
                  <a:cubicBezTo>
                    <a:pt x="12998" y="12253"/>
                    <a:pt x="13023" y="12264"/>
                    <a:pt x="13050" y="12275"/>
                  </a:cubicBezTo>
                  <a:cubicBezTo>
                    <a:pt x="13168" y="12107"/>
                    <a:pt x="13393" y="12001"/>
                    <a:pt x="13603" y="12017"/>
                  </a:cubicBezTo>
                  <a:cubicBezTo>
                    <a:pt x="13921" y="12043"/>
                    <a:pt x="14118" y="12393"/>
                    <a:pt x="14515" y="12443"/>
                  </a:cubicBezTo>
                  <a:cubicBezTo>
                    <a:pt x="14911" y="12493"/>
                    <a:pt x="15307" y="12594"/>
                    <a:pt x="15426" y="12468"/>
                  </a:cubicBezTo>
                  <a:cubicBezTo>
                    <a:pt x="15545" y="12343"/>
                    <a:pt x="15822" y="12543"/>
                    <a:pt x="16059" y="12493"/>
                  </a:cubicBezTo>
                  <a:cubicBezTo>
                    <a:pt x="16297" y="12443"/>
                    <a:pt x="16297" y="12769"/>
                    <a:pt x="16535" y="12569"/>
                  </a:cubicBezTo>
                  <a:cubicBezTo>
                    <a:pt x="16772" y="12368"/>
                    <a:pt x="16495" y="12243"/>
                    <a:pt x="16891" y="12268"/>
                  </a:cubicBezTo>
                  <a:cubicBezTo>
                    <a:pt x="17288" y="12293"/>
                    <a:pt x="17050" y="11992"/>
                    <a:pt x="17050" y="11817"/>
                  </a:cubicBezTo>
                  <a:cubicBezTo>
                    <a:pt x="17050" y="11642"/>
                    <a:pt x="17565" y="11617"/>
                    <a:pt x="17565" y="11466"/>
                  </a:cubicBezTo>
                  <a:cubicBezTo>
                    <a:pt x="17565" y="11316"/>
                    <a:pt x="18278" y="11441"/>
                    <a:pt x="18397" y="11341"/>
                  </a:cubicBezTo>
                  <a:cubicBezTo>
                    <a:pt x="18516" y="11241"/>
                    <a:pt x="18911" y="11166"/>
                    <a:pt x="19071" y="11341"/>
                  </a:cubicBezTo>
                  <a:cubicBezTo>
                    <a:pt x="19229" y="11516"/>
                    <a:pt x="19902" y="11566"/>
                    <a:pt x="19942" y="11717"/>
                  </a:cubicBezTo>
                  <a:cubicBezTo>
                    <a:pt x="19961" y="11790"/>
                    <a:pt x="19943" y="11904"/>
                    <a:pt x="19942" y="12011"/>
                  </a:cubicBezTo>
                  <a:cubicBezTo>
                    <a:pt x="20051" y="11942"/>
                    <a:pt x="20191" y="11891"/>
                    <a:pt x="20325" y="11891"/>
                  </a:cubicBezTo>
                  <a:cubicBezTo>
                    <a:pt x="20571" y="11891"/>
                    <a:pt x="20793" y="11657"/>
                    <a:pt x="21015" y="11688"/>
                  </a:cubicBezTo>
                  <a:cubicBezTo>
                    <a:pt x="21200" y="11714"/>
                    <a:pt x="21383" y="11694"/>
                    <a:pt x="21439" y="11499"/>
                  </a:cubicBezTo>
                  <a:cubicBezTo>
                    <a:pt x="21240" y="11421"/>
                    <a:pt x="20863" y="11410"/>
                    <a:pt x="20818" y="115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3" name="Shape 3379"/>
            <p:cNvSpPr/>
            <p:nvPr/>
          </p:nvSpPr>
          <p:spPr>
            <a:xfrm>
              <a:off x="21416154" y="2410562"/>
              <a:ext cx="186641" cy="576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7" h="16736" extrusionOk="0">
                  <a:moveTo>
                    <a:pt x="8253" y="440"/>
                  </a:moveTo>
                  <a:cubicBezTo>
                    <a:pt x="6917" y="3025"/>
                    <a:pt x="-1523" y="1775"/>
                    <a:pt x="241" y="7140"/>
                  </a:cubicBezTo>
                  <a:cubicBezTo>
                    <a:pt x="1767" y="11763"/>
                    <a:pt x="9014" y="9204"/>
                    <a:pt x="12260" y="14332"/>
                  </a:cubicBezTo>
                  <a:cubicBezTo>
                    <a:pt x="15500" y="19480"/>
                    <a:pt x="20077" y="15365"/>
                    <a:pt x="20077" y="11250"/>
                  </a:cubicBezTo>
                  <a:cubicBezTo>
                    <a:pt x="20077" y="7140"/>
                    <a:pt x="9588" y="-2120"/>
                    <a:pt x="8253" y="44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4" name="Shape 3380"/>
            <p:cNvSpPr/>
            <p:nvPr/>
          </p:nvSpPr>
          <p:spPr>
            <a:xfrm>
              <a:off x="17850116" y="3924635"/>
              <a:ext cx="1018562" cy="1009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1" h="21157" extrusionOk="0">
                  <a:moveTo>
                    <a:pt x="2629" y="18218"/>
                  </a:moveTo>
                  <a:cubicBezTo>
                    <a:pt x="2629" y="17846"/>
                    <a:pt x="1808" y="17920"/>
                    <a:pt x="1772" y="17585"/>
                  </a:cubicBezTo>
                  <a:cubicBezTo>
                    <a:pt x="1734" y="17251"/>
                    <a:pt x="1175" y="17437"/>
                    <a:pt x="615" y="17846"/>
                  </a:cubicBezTo>
                  <a:cubicBezTo>
                    <a:pt x="56" y="18254"/>
                    <a:pt x="-131" y="18329"/>
                    <a:pt x="93" y="18737"/>
                  </a:cubicBezTo>
                  <a:cubicBezTo>
                    <a:pt x="317" y="19146"/>
                    <a:pt x="652" y="18775"/>
                    <a:pt x="801" y="18366"/>
                  </a:cubicBezTo>
                  <a:cubicBezTo>
                    <a:pt x="950" y="17957"/>
                    <a:pt x="1324" y="18960"/>
                    <a:pt x="989" y="19629"/>
                  </a:cubicBezTo>
                  <a:cubicBezTo>
                    <a:pt x="652" y="20298"/>
                    <a:pt x="1031" y="21240"/>
                    <a:pt x="1473" y="21152"/>
                  </a:cubicBezTo>
                  <a:cubicBezTo>
                    <a:pt x="1846" y="21078"/>
                    <a:pt x="2331" y="19740"/>
                    <a:pt x="2891" y="19034"/>
                  </a:cubicBezTo>
                  <a:cubicBezTo>
                    <a:pt x="3450" y="18329"/>
                    <a:pt x="2629" y="18588"/>
                    <a:pt x="2629" y="18218"/>
                  </a:cubicBezTo>
                  <a:close/>
                  <a:moveTo>
                    <a:pt x="5204" y="16768"/>
                  </a:moveTo>
                  <a:cubicBezTo>
                    <a:pt x="5054" y="17177"/>
                    <a:pt x="4607" y="16991"/>
                    <a:pt x="4010" y="17103"/>
                  </a:cubicBezTo>
                  <a:cubicBezTo>
                    <a:pt x="3413" y="17214"/>
                    <a:pt x="3393" y="18631"/>
                    <a:pt x="3824" y="18775"/>
                  </a:cubicBezTo>
                  <a:cubicBezTo>
                    <a:pt x="4159" y="18886"/>
                    <a:pt x="4421" y="18886"/>
                    <a:pt x="4532" y="18440"/>
                  </a:cubicBezTo>
                  <a:cubicBezTo>
                    <a:pt x="4644" y="17995"/>
                    <a:pt x="5241" y="17846"/>
                    <a:pt x="5614" y="18031"/>
                  </a:cubicBezTo>
                  <a:cubicBezTo>
                    <a:pt x="5988" y="18218"/>
                    <a:pt x="6472" y="17474"/>
                    <a:pt x="6472" y="16916"/>
                  </a:cubicBezTo>
                  <a:cubicBezTo>
                    <a:pt x="6472" y="16359"/>
                    <a:pt x="5353" y="16359"/>
                    <a:pt x="5204" y="16768"/>
                  </a:cubicBezTo>
                  <a:close/>
                  <a:moveTo>
                    <a:pt x="13411" y="7108"/>
                  </a:moveTo>
                  <a:cubicBezTo>
                    <a:pt x="13038" y="7294"/>
                    <a:pt x="12776" y="8445"/>
                    <a:pt x="13188" y="8779"/>
                  </a:cubicBezTo>
                  <a:cubicBezTo>
                    <a:pt x="13597" y="9114"/>
                    <a:pt x="12516" y="9746"/>
                    <a:pt x="12553" y="10452"/>
                  </a:cubicBezTo>
                  <a:cubicBezTo>
                    <a:pt x="12590" y="11158"/>
                    <a:pt x="11881" y="11158"/>
                    <a:pt x="11769" y="11677"/>
                  </a:cubicBezTo>
                  <a:cubicBezTo>
                    <a:pt x="11657" y="12198"/>
                    <a:pt x="11247" y="12087"/>
                    <a:pt x="10613" y="12569"/>
                  </a:cubicBezTo>
                  <a:cubicBezTo>
                    <a:pt x="9979" y="13052"/>
                    <a:pt x="9643" y="12495"/>
                    <a:pt x="9792" y="12161"/>
                  </a:cubicBezTo>
                  <a:cubicBezTo>
                    <a:pt x="9941" y="11826"/>
                    <a:pt x="8822" y="12347"/>
                    <a:pt x="8859" y="13164"/>
                  </a:cubicBezTo>
                  <a:cubicBezTo>
                    <a:pt x="8897" y="13982"/>
                    <a:pt x="7815" y="14056"/>
                    <a:pt x="8076" y="14427"/>
                  </a:cubicBezTo>
                  <a:cubicBezTo>
                    <a:pt x="8338" y="14800"/>
                    <a:pt x="7256" y="15021"/>
                    <a:pt x="7292" y="14687"/>
                  </a:cubicBezTo>
                  <a:cubicBezTo>
                    <a:pt x="7330" y="14353"/>
                    <a:pt x="6620" y="14540"/>
                    <a:pt x="5764" y="14874"/>
                  </a:cubicBezTo>
                  <a:cubicBezTo>
                    <a:pt x="4906" y="15208"/>
                    <a:pt x="4382" y="14502"/>
                    <a:pt x="3898" y="14985"/>
                  </a:cubicBezTo>
                  <a:cubicBezTo>
                    <a:pt x="3413" y="15469"/>
                    <a:pt x="2592" y="16323"/>
                    <a:pt x="1958" y="16434"/>
                  </a:cubicBezTo>
                  <a:cubicBezTo>
                    <a:pt x="1324" y="16545"/>
                    <a:pt x="1690" y="17310"/>
                    <a:pt x="1958" y="17177"/>
                  </a:cubicBezTo>
                  <a:cubicBezTo>
                    <a:pt x="2406" y="16954"/>
                    <a:pt x="3115" y="17177"/>
                    <a:pt x="3339" y="16842"/>
                  </a:cubicBezTo>
                  <a:cubicBezTo>
                    <a:pt x="3563" y="16508"/>
                    <a:pt x="5390" y="16100"/>
                    <a:pt x="6509" y="16062"/>
                  </a:cubicBezTo>
                  <a:cubicBezTo>
                    <a:pt x="7628" y="16025"/>
                    <a:pt x="6957" y="16582"/>
                    <a:pt x="7032" y="17177"/>
                  </a:cubicBezTo>
                  <a:cubicBezTo>
                    <a:pt x="7106" y="17771"/>
                    <a:pt x="8039" y="17660"/>
                    <a:pt x="8524" y="17103"/>
                  </a:cubicBezTo>
                  <a:cubicBezTo>
                    <a:pt x="9008" y="16545"/>
                    <a:pt x="9382" y="16582"/>
                    <a:pt x="8971" y="16247"/>
                  </a:cubicBezTo>
                  <a:cubicBezTo>
                    <a:pt x="8561" y="15914"/>
                    <a:pt x="9047" y="15616"/>
                    <a:pt x="9345" y="16062"/>
                  </a:cubicBezTo>
                  <a:cubicBezTo>
                    <a:pt x="9643" y="16508"/>
                    <a:pt x="10575" y="16545"/>
                    <a:pt x="10949" y="15951"/>
                  </a:cubicBezTo>
                  <a:cubicBezTo>
                    <a:pt x="11322" y="15356"/>
                    <a:pt x="11433" y="16062"/>
                    <a:pt x="11881" y="16025"/>
                  </a:cubicBezTo>
                  <a:cubicBezTo>
                    <a:pt x="12329" y="15988"/>
                    <a:pt x="12590" y="14874"/>
                    <a:pt x="12628" y="15282"/>
                  </a:cubicBezTo>
                  <a:cubicBezTo>
                    <a:pt x="12665" y="15690"/>
                    <a:pt x="13374" y="15579"/>
                    <a:pt x="13821" y="15097"/>
                  </a:cubicBezTo>
                  <a:cubicBezTo>
                    <a:pt x="14269" y="14613"/>
                    <a:pt x="13859" y="13758"/>
                    <a:pt x="14157" y="13313"/>
                  </a:cubicBezTo>
                  <a:cubicBezTo>
                    <a:pt x="14455" y="12867"/>
                    <a:pt x="14754" y="11938"/>
                    <a:pt x="14455" y="11381"/>
                  </a:cubicBezTo>
                  <a:cubicBezTo>
                    <a:pt x="14157" y="10823"/>
                    <a:pt x="15127" y="10452"/>
                    <a:pt x="15612" y="10006"/>
                  </a:cubicBezTo>
                  <a:cubicBezTo>
                    <a:pt x="16097" y="9560"/>
                    <a:pt x="15052" y="7331"/>
                    <a:pt x="15015" y="6662"/>
                  </a:cubicBezTo>
                  <a:cubicBezTo>
                    <a:pt x="14978" y="5993"/>
                    <a:pt x="13784" y="6922"/>
                    <a:pt x="13411" y="7108"/>
                  </a:cubicBezTo>
                  <a:close/>
                  <a:moveTo>
                    <a:pt x="20275" y="2017"/>
                  </a:moveTo>
                  <a:cubicBezTo>
                    <a:pt x="20014" y="1684"/>
                    <a:pt x="19567" y="2204"/>
                    <a:pt x="19007" y="2315"/>
                  </a:cubicBezTo>
                  <a:cubicBezTo>
                    <a:pt x="18447" y="2426"/>
                    <a:pt x="16694" y="977"/>
                    <a:pt x="16246" y="308"/>
                  </a:cubicBezTo>
                  <a:cubicBezTo>
                    <a:pt x="15798" y="-360"/>
                    <a:pt x="15052" y="197"/>
                    <a:pt x="15426" y="680"/>
                  </a:cubicBezTo>
                  <a:cubicBezTo>
                    <a:pt x="15799" y="1163"/>
                    <a:pt x="15350" y="1311"/>
                    <a:pt x="15350" y="1981"/>
                  </a:cubicBezTo>
                  <a:cubicBezTo>
                    <a:pt x="15350" y="2649"/>
                    <a:pt x="14903" y="2649"/>
                    <a:pt x="14978" y="3095"/>
                  </a:cubicBezTo>
                  <a:cubicBezTo>
                    <a:pt x="15052" y="3541"/>
                    <a:pt x="14380" y="3467"/>
                    <a:pt x="13933" y="3541"/>
                  </a:cubicBezTo>
                  <a:cubicBezTo>
                    <a:pt x="13486" y="3616"/>
                    <a:pt x="13971" y="4062"/>
                    <a:pt x="13448" y="4285"/>
                  </a:cubicBezTo>
                  <a:cubicBezTo>
                    <a:pt x="12926" y="4508"/>
                    <a:pt x="12963" y="4879"/>
                    <a:pt x="13224" y="5028"/>
                  </a:cubicBezTo>
                  <a:cubicBezTo>
                    <a:pt x="13486" y="5176"/>
                    <a:pt x="13299" y="5659"/>
                    <a:pt x="13224" y="5993"/>
                  </a:cubicBezTo>
                  <a:cubicBezTo>
                    <a:pt x="13149" y="6328"/>
                    <a:pt x="13559" y="6068"/>
                    <a:pt x="13859" y="5733"/>
                  </a:cubicBezTo>
                  <a:cubicBezTo>
                    <a:pt x="14157" y="5399"/>
                    <a:pt x="14468" y="5894"/>
                    <a:pt x="14530" y="5584"/>
                  </a:cubicBezTo>
                  <a:cubicBezTo>
                    <a:pt x="14605" y="5214"/>
                    <a:pt x="13747" y="5028"/>
                    <a:pt x="13784" y="4655"/>
                  </a:cubicBezTo>
                  <a:cubicBezTo>
                    <a:pt x="13821" y="4285"/>
                    <a:pt x="14380" y="4767"/>
                    <a:pt x="14829" y="4544"/>
                  </a:cubicBezTo>
                  <a:cubicBezTo>
                    <a:pt x="15276" y="4321"/>
                    <a:pt x="16171" y="4508"/>
                    <a:pt x="16731" y="4990"/>
                  </a:cubicBezTo>
                  <a:cubicBezTo>
                    <a:pt x="17290" y="5473"/>
                    <a:pt x="17440" y="5288"/>
                    <a:pt x="17552" y="4693"/>
                  </a:cubicBezTo>
                  <a:cubicBezTo>
                    <a:pt x="17663" y="4098"/>
                    <a:pt x="18521" y="3839"/>
                    <a:pt x="19379" y="3839"/>
                  </a:cubicBezTo>
                  <a:cubicBezTo>
                    <a:pt x="20238" y="3839"/>
                    <a:pt x="20312" y="3429"/>
                    <a:pt x="20051" y="3244"/>
                  </a:cubicBezTo>
                  <a:cubicBezTo>
                    <a:pt x="19790" y="3058"/>
                    <a:pt x="21469" y="1981"/>
                    <a:pt x="21431" y="1684"/>
                  </a:cubicBezTo>
                  <a:cubicBezTo>
                    <a:pt x="21394" y="1386"/>
                    <a:pt x="20536" y="2352"/>
                    <a:pt x="20275" y="201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5" name="Shape 3381"/>
            <p:cNvSpPr/>
            <p:nvPr/>
          </p:nvSpPr>
          <p:spPr>
            <a:xfrm>
              <a:off x="14562985" y="3307053"/>
              <a:ext cx="3591339" cy="2466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6" h="21358" extrusionOk="0">
                  <a:moveTo>
                    <a:pt x="12477" y="20436"/>
                  </a:moveTo>
                  <a:cubicBezTo>
                    <a:pt x="12339" y="20436"/>
                    <a:pt x="11988" y="20727"/>
                    <a:pt x="12127" y="21141"/>
                  </a:cubicBezTo>
                  <a:cubicBezTo>
                    <a:pt x="12265" y="21556"/>
                    <a:pt x="12722" y="21280"/>
                    <a:pt x="12733" y="21095"/>
                  </a:cubicBezTo>
                  <a:cubicBezTo>
                    <a:pt x="12743" y="20911"/>
                    <a:pt x="12952" y="20622"/>
                    <a:pt x="12924" y="20482"/>
                  </a:cubicBezTo>
                  <a:cubicBezTo>
                    <a:pt x="12903" y="20374"/>
                    <a:pt x="12616" y="20436"/>
                    <a:pt x="12477" y="20436"/>
                  </a:cubicBezTo>
                  <a:close/>
                  <a:moveTo>
                    <a:pt x="16273" y="18348"/>
                  </a:moveTo>
                  <a:cubicBezTo>
                    <a:pt x="16156" y="18962"/>
                    <a:pt x="16429" y="19274"/>
                    <a:pt x="16465" y="19238"/>
                  </a:cubicBezTo>
                  <a:cubicBezTo>
                    <a:pt x="16571" y="19131"/>
                    <a:pt x="17007" y="17811"/>
                    <a:pt x="16911" y="17626"/>
                  </a:cubicBezTo>
                  <a:cubicBezTo>
                    <a:pt x="16815" y="17442"/>
                    <a:pt x="16390" y="17733"/>
                    <a:pt x="16273" y="18348"/>
                  </a:cubicBezTo>
                  <a:close/>
                  <a:moveTo>
                    <a:pt x="21483" y="3809"/>
                  </a:moveTo>
                  <a:cubicBezTo>
                    <a:pt x="21494" y="3533"/>
                    <a:pt x="21270" y="3625"/>
                    <a:pt x="21196" y="3702"/>
                  </a:cubicBezTo>
                  <a:cubicBezTo>
                    <a:pt x="21122" y="3779"/>
                    <a:pt x="20909" y="3702"/>
                    <a:pt x="20845" y="3886"/>
                  </a:cubicBezTo>
                  <a:cubicBezTo>
                    <a:pt x="20781" y="4070"/>
                    <a:pt x="20675" y="3963"/>
                    <a:pt x="20526" y="3994"/>
                  </a:cubicBezTo>
                  <a:cubicBezTo>
                    <a:pt x="20378" y="4024"/>
                    <a:pt x="20165" y="3932"/>
                    <a:pt x="20175" y="3794"/>
                  </a:cubicBezTo>
                  <a:cubicBezTo>
                    <a:pt x="20186" y="3656"/>
                    <a:pt x="20090" y="3518"/>
                    <a:pt x="20101" y="3349"/>
                  </a:cubicBezTo>
                  <a:cubicBezTo>
                    <a:pt x="20112" y="3180"/>
                    <a:pt x="19952" y="3257"/>
                    <a:pt x="19846" y="3103"/>
                  </a:cubicBezTo>
                  <a:cubicBezTo>
                    <a:pt x="19739" y="2950"/>
                    <a:pt x="19527" y="2842"/>
                    <a:pt x="19484" y="2873"/>
                  </a:cubicBezTo>
                  <a:cubicBezTo>
                    <a:pt x="19442" y="2904"/>
                    <a:pt x="19314" y="2704"/>
                    <a:pt x="19133" y="2689"/>
                  </a:cubicBezTo>
                  <a:cubicBezTo>
                    <a:pt x="18952" y="2673"/>
                    <a:pt x="18974" y="2504"/>
                    <a:pt x="18995" y="2397"/>
                  </a:cubicBezTo>
                  <a:cubicBezTo>
                    <a:pt x="19016" y="2290"/>
                    <a:pt x="18846" y="1952"/>
                    <a:pt x="18814" y="1767"/>
                  </a:cubicBezTo>
                  <a:cubicBezTo>
                    <a:pt x="18782" y="1583"/>
                    <a:pt x="18655" y="1553"/>
                    <a:pt x="18602" y="1153"/>
                  </a:cubicBezTo>
                  <a:cubicBezTo>
                    <a:pt x="18549" y="754"/>
                    <a:pt x="18400" y="862"/>
                    <a:pt x="18432" y="678"/>
                  </a:cubicBezTo>
                  <a:cubicBezTo>
                    <a:pt x="18464" y="494"/>
                    <a:pt x="18251" y="401"/>
                    <a:pt x="18198" y="294"/>
                  </a:cubicBezTo>
                  <a:cubicBezTo>
                    <a:pt x="18145" y="186"/>
                    <a:pt x="17921" y="232"/>
                    <a:pt x="17762" y="110"/>
                  </a:cubicBezTo>
                  <a:cubicBezTo>
                    <a:pt x="17602" y="-13"/>
                    <a:pt x="17507" y="79"/>
                    <a:pt x="17358" y="17"/>
                  </a:cubicBezTo>
                  <a:cubicBezTo>
                    <a:pt x="17209" y="-44"/>
                    <a:pt x="16868" y="79"/>
                    <a:pt x="16826" y="79"/>
                  </a:cubicBezTo>
                  <a:cubicBezTo>
                    <a:pt x="16784" y="79"/>
                    <a:pt x="16518" y="2"/>
                    <a:pt x="16369" y="294"/>
                  </a:cubicBezTo>
                  <a:cubicBezTo>
                    <a:pt x="16220" y="586"/>
                    <a:pt x="16337" y="570"/>
                    <a:pt x="16401" y="570"/>
                  </a:cubicBezTo>
                  <a:cubicBezTo>
                    <a:pt x="16465" y="570"/>
                    <a:pt x="16497" y="846"/>
                    <a:pt x="16507" y="939"/>
                  </a:cubicBezTo>
                  <a:cubicBezTo>
                    <a:pt x="16518" y="1031"/>
                    <a:pt x="16401" y="1169"/>
                    <a:pt x="16348" y="1200"/>
                  </a:cubicBezTo>
                  <a:cubicBezTo>
                    <a:pt x="16295" y="1231"/>
                    <a:pt x="16146" y="1568"/>
                    <a:pt x="16124" y="1691"/>
                  </a:cubicBezTo>
                  <a:cubicBezTo>
                    <a:pt x="16103" y="1814"/>
                    <a:pt x="15933" y="2121"/>
                    <a:pt x="15954" y="2228"/>
                  </a:cubicBezTo>
                  <a:cubicBezTo>
                    <a:pt x="15975" y="2336"/>
                    <a:pt x="15869" y="2443"/>
                    <a:pt x="15795" y="2458"/>
                  </a:cubicBezTo>
                  <a:cubicBezTo>
                    <a:pt x="15720" y="2474"/>
                    <a:pt x="15518" y="2689"/>
                    <a:pt x="15455" y="2719"/>
                  </a:cubicBezTo>
                  <a:cubicBezTo>
                    <a:pt x="15391" y="2750"/>
                    <a:pt x="15136" y="2689"/>
                    <a:pt x="15104" y="2581"/>
                  </a:cubicBezTo>
                  <a:cubicBezTo>
                    <a:pt x="15094" y="2546"/>
                    <a:pt x="15062" y="2518"/>
                    <a:pt x="15024" y="2495"/>
                  </a:cubicBezTo>
                  <a:lnTo>
                    <a:pt x="14736" y="3325"/>
                  </a:lnTo>
                  <a:lnTo>
                    <a:pt x="14713" y="3593"/>
                  </a:lnTo>
                  <a:cubicBezTo>
                    <a:pt x="14713" y="3593"/>
                    <a:pt x="14528" y="3660"/>
                    <a:pt x="14667" y="3860"/>
                  </a:cubicBezTo>
                  <a:cubicBezTo>
                    <a:pt x="14805" y="4061"/>
                    <a:pt x="14829" y="3894"/>
                    <a:pt x="15037" y="3894"/>
                  </a:cubicBezTo>
                  <a:cubicBezTo>
                    <a:pt x="15245" y="3894"/>
                    <a:pt x="15338" y="4128"/>
                    <a:pt x="15385" y="3961"/>
                  </a:cubicBezTo>
                  <a:cubicBezTo>
                    <a:pt x="15431" y="3794"/>
                    <a:pt x="15616" y="3693"/>
                    <a:pt x="15732" y="3894"/>
                  </a:cubicBezTo>
                  <a:cubicBezTo>
                    <a:pt x="15848" y="4094"/>
                    <a:pt x="16218" y="4429"/>
                    <a:pt x="16195" y="4596"/>
                  </a:cubicBezTo>
                  <a:cubicBezTo>
                    <a:pt x="16172" y="4763"/>
                    <a:pt x="15964" y="4730"/>
                    <a:pt x="15825" y="4663"/>
                  </a:cubicBezTo>
                  <a:cubicBezTo>
                    <a:pt x="15686" y="4596"/>
                    <a:pt x="15500" y="4797"/>
                    <a:pt x="15362" y="4797"/>
                  </a:cubicBezTo>
                  <a:cubicBezTo>
                    <a:pt x="15222" y="4797"/>
                    <a:pt x="15060" y="4864"/>
                    <a:pt x="14921" y="5065"/>
                  </a:cubicBezTo>
                  <a:cubicBezTo>
                    <a:pt x="14782" y="5265"/>
                    <a:pt x="14805" y="5466"/>
                    <a:pt x="14597" y="5499"/>
                  </a:cubicBezTo>
                  <a:cubicBezTo>
                    <a:pt x="14389" y="5533"/>
                    <a:pt x="14296" y="5499"/>
                    <a:pt x="14064" y="5733"/>
                  </a:cubicBezTo>
                  <a:cubicBezTo>
                    <a:pt x="13833" y="5968"/>
                    <a:pt x="13578" y="5867"/>
                    <a:pt x="13485" y="5800"/>
                  </a:cubicBezTo>
                  <a:cubicBezTo>
                    <a:pt x="13393" y="5733"/>
                    <a:pt x="13230" y="5700"/>
                    <a:pt x="13137" y="5934"/>
                  </a:cubicBezTo>
                  <a:cubicBezTo>
                    <a:pt x="13045" y="6168"/>
                    <a:pt x="13253" y="6268"/>
                    <a:pt x="13230" y="6536"/>
                  </a:cubicBezTo>
                  <a:cubicBezTo>
                    <a:pt x="13207" y="6804"/>
                    <a:pt x="12976" y="6737"/>
                    <a:pt x="12790" y="7038"/>
                  </a:cubicBezTo>
                  <a:cubicBezTo>
                    <a:pt x="12605" y="7339"/>
                    <a:pt x="12304" y="7473"/>
                    <a:pt x="12142" y="7439"/>
                  </a:cubicBezTo>
                  <a:cubicBezTo>
                    <a:pt x="11980" y="7406"/>
                    <a:pt x="11632" y="7272"/>
                    <a:pt x="11331" y="7473"/>
                  </a:cubicBezTo>
                  <a:cubicBezTo>
                    <a:pt x="11030" y="7673"/>
                    <a:pt x="10821" y="7974"/>
                    <a:pt x="10705" y="7941"/>
                  </a:cubicBezTo>
                  <a:cubicBezTo>
                    <a:pt x="10590" y="7907"/>
                    <a:pt x="10590" y="7706"/>
                    <a:pt x="10428" y="7740"/>
                  </a:cubicBezTo>
                  <a:cubicBezTo>
                    <a:pt x="10265" y="7774"/>
                    <a:pt x="10173" y="7706"/>
                    <a:pt x="10057" y="7606"/>
                  </a:cubicBezTo>
                  <a:cubicBezTo>
                    <a:pt x="9941" y="7506"/>
                    <a:pt x="9849" y="7673"/>
                    <a:pt x="9663" y="7473"/>
                  </a:cubicBezTo>
                  <a:cubicBezTo>
                    <a:pt x="9478" y="7272"/>
                    <a:pt x="9154" y="7305"/>
                    <a:pt x="9015" y="7272"/>
                  </a:cubicBezTo>
                  <a:cubicBezTo>
                    <a:pt x="8876" y="7239"/>
                    <a:pt x="8343" y="7272"/>
                    <a:pt x="8157" y="7239"/>
                  </a:cubicBezTo>
                  <a:cubicBezTo>
                    <a:pt x="7972" y="7205"/>
                    <a:pt x="7717" y="7305"/>
                    <a:pt x="7694" y="7172"/>
                  </a:cubicBezTo>
                  <a:cubicBezTo>
                    <a:pt x="7671" y="7038"/>
                    <a:pt x="7532" y="6937"/>
                    <a:pt x="7486" y="6637"/>
                  </a:cubicBezTo>
                  <a:cubicBezTo>
                    <a:pt x="7439" y="6335"/>
                    <a:pt x="7324" y="6235"/>
                    <a:pt x="7208" y="6202"/>
                  </a:cubicBezTo>
                  <a:cubicBezTo>
                    <a:pt x="7092" y="6168"/>
                    <a:pt x="7078" y="5992"/>
                    <a:pt x="6976" y="5968"/>
                  </a:cubicBezTo>
                  <a:cubicBezTo>
                    <a:pt x="6927" y="5956"/>
                    <a:pt x="6868" y="5733"/>
                    <a:pt x="6706" y="5733"/>
                  </a:cubicBezTo>
                  <a:cubicBezTo>
                    <a:pt x="6545" y="5733"/>
                    <a:pt x="5978" y="5637"/>
                    <a:pt x="5897" y="5446"/>
                  </a:cubicBezTo>
                  <a:cubicBezTo>
                    <a:pt x="5816" y="5255"/>
                    <a:pt x="5978" y="5212"/>
                    <a:pt x="5978" y="5021"/>
                  </a:cubicBezTo>
                  <a:cubicBezTo>
                    <a:pt x="5978" y="4830"/>
                    <a:pt x="6066" y="4575"/>
                    <a:pt x="6000" y="4500"/>
                  </a:cubicBezTo>
                  <a:cubicBezTo>
                    <a:pt x="5934" y="4426"/>
                    <a:pt x="5823" y="4256"/>
                    <a:pt x="5808" y="4107"/>
                  </a:cubicBezTo>
                  <a:cubicBezTo>
                    <a:pt x="5794" y="3958"/>
                    <a:pt x="5617" y="3757"/>
                    <a:pt x="5499" y="3746"/>
                  </a:cubicBezTo>
                  <a:cubicBezTo>
                    <a:pt x="5382" y="3735"/>
                    <a:pt x="5286" y="3629"/>
                    <a:pt x="5176" y="3491"/>
                  </a:cubicBezTo>
                  <a:cubicBezTo>
                    <a:pt x="5065" y="3353"/>
                    <a:pt x="4962" y="3363"/>
                    <a:pt x="4918" y="3013"/>
                  </a:cubicBezTo>
                  <a:cubicBezTo>
                    <a:pt x="4915" y="2990"/>
                    <a:pt x="4910" y="2971"/>
                    <a:pt x="4906" y="2950"/>
                  </a:cubicBezTo>
                  <a:cubicBezTo>
                    <a:pt x="4862" y="2944"/>
                    <a:pt x="4805" y="2919"/>
                    <a:pt x="4769" y="2919"/>
                  </a:cubicBezTo>
                  <a:cubicBezTo>
                    <a:pt x="4740" y="2919"/>
                    <a:pt x="4706" y="2884"/>
                    <a:pt x="4675" y="2838"/>
                  </a:cubicBezTo>
                  <a:cubicBezTo>
                    <a:pt x="4646" y="2984"/>
                    <a:pt x="4550" y="3057"/>
                    <a:pt x="4550" y="3172"/>
                  </a:cubicBezTo>
                  <a:cubicBezTo>
                    <a:pt x="4550" y="3299"/>
                    <a:pt x="4513" y="3459"/>
                    <a:pt x="4396" y="3459"/>
                  </a:cubicBezTo>
                  <a:cubicBezTo>
                    <a:pt x="4278" y="3459"/>
                    <a:pt x="4168" y="3586"/>
                    <a:pt x="4160" y="3852"/>
                  </a:cubicBezTo>
                  <a:cubicBezTo>
                    <a:pt x="4153" y="4118"/>
                    <a:pt x="4263" y="4150"/>
                    <a:pt x="4212" y="4267"/>
                  </a:cubicBezTo>
                  <a:cubicBezTo>
                    <a:pt x="4160" y="4384"/>
                    <a:pt x="3946" y="4500"/>
                    <a:pt x="3873" y="4447"/>
                  </a:cubicBezTo>
                  <a:cubicBezTo>
                    <a:pt x="3799" y="4394"/>
                    <a:pt x="3660" y="4426"/>
                    <a:pt x="3542" y="4405"/>
                  </a:cubicBezTo>
                  <a:cubicBezTo>
                    <a:pt x="3424" y="4384"/>
                    <a:pt x="3336" y="4171"/>
                    <a:pt x="3299" y="4405"/>
                  </a:cubicBezTo>
                  <a:cubicBezTo>
                    <a:pt x="3262" y="4639"/>
                    <a:pt x="3019" y="5329"/>
                    <a:pt x="3078" y="5403"/>
                  </a:cubicBezTo>
                  <a:cubicBezTo>
                    <a:pt x="3137" y="5478"/>
                    <a:pt x="3181" y="5648"/>
                    <a:pt x="3078" y="5648"/>
                  </a:cubicBezTo>
                  <a:cubicBezTo>
                    <a:pt x="2975" y="5648"/>
                    <a:pt x="2872" y="5627"/>
                    <a:pt x="2821" y="5552"/>
                  </a:cubicBezTo>
                  <a:cubicBezTo>
                    <a:pt x="2769" y="5478"/>
                    <a:pt x="2601" y="5656"/>
                    <a:pt x="2482" y="5648"/>
                  </a:cubicBezTo>
                  <a:cubicBezTo>
                    <a:pt x="2427" y="5644"/>
                    <a:pt x="2196" y="5794"/>
                    <a:pt x="2276" y="5851"/>
                  </a:cubicBezTo>
                  <a:cubicBezTo>
                    <a:pt x="2355" y="5909"/>
                    <a:pt x="2355" y="6185"/>
                    <a:pt x="2355" y="6300"/>
                  </a:cubicBezTo>
                  <a:cubicBezTo>
                    <a:pt x="2355" y="6415"/>
                    <a:pt x="2531" y="6761"/>
                    <a:pt x="2499" y="6876"/>
                  </a:cubicBezTo>
                  <a:cubicBezTo>
                    <a:pt x="2467" y="6991"/>
                    <a:pt x="2308" y="7118"/>
                    <a:pt x="2308" y="7267"/>
                  </a:cubicBezTo>
                  <a:cubicBezTo>
                    <a:pt x="2308" y="7417"/>
                    <a:pt x="2340" y="7555"/>
                    <a:pt x="2284" y="7590"/>
                  </a:cubicBezTo>
                  <a:cubicBezTo>
                    <a:pt x="2228" y="7624"/>
                    <a:pt x="2052" y="7728"/>
                    <a:pt x="1965" y="7820"/>
                  </a:cubicBezTo>
                  <a:cubicBezTo>
                    <a:pt x="1877" y="7912"/>
                    <a:pt x="1733" y="7912"/>
                    <a:pt x="1686" y="8050"/>
                  </a:cubicBezTo>
                  <a:cubicBezTo>
                    <a:pt x="1638" y="8188"/>
                    <a:pt x="1566" y="8308"/>
                    <a:pt x="1399" y="8281"/>
                  </a:cubicBezTo>
                  <a:cubicBezTo>
                    <a:pt x="1255" y="8257"/>
                    <a:pt x="1183" y="8223"/>
                    <a:pt x="1071" y="8419"/>
                  </a:cubicBezTo>
                  <a:cubicBezTo>
                    <a:pt x="960" y="8614"/>
                    <a:pt x="936" y="8534"/>
                    <a:pt x="856" y="8626"/>
                  </a:cubicBezTo>
                  <a:cubicBezTo>
                    <a:pt x="777" y="8718"/>
                    <a:pt x="697" y="8557"/>
                    <a:pt x="633" y="8522"/>
                  </a:cubicBezTo>
                  <a:cubicBezTo>
                    <a:pt x="569" y="8488"/>
                    <a:pt x="481" y="8626"/>
                    <a:pt x="418" y="8626"/>
                  </a:cubicBezTo>
                  <a:cubicBezTo>
                    <a:pt x="354" y="8626"/>
                    <a:pt x="298" y="8775"/>
                    <a:pt x="218" y="8810"/>
                  </a:cubicBezTo>
                  <a:cubicBezTo>
                    <a:pt x="138" y="8845"/>
                    <a:pt x="59" y="8810"/>
                    <a:pt x="59" y="8948"/>
                  </a:cubicBezTo>
                  <a:cubicBezTo>
                    <a:pt x="59" y="9033"/>
                    <a:pt x="44" y="9132"/>
                    <a:pt x="0" y="9206"/>
                  </a:cubicBezTo>
                  <a:lnTo>
                    <a:pt x="0" y="9206"/>
                  </a:lnTo>
                  <a:lnTo>
                    <a:pt x="57" y="9656"/>
                  </a:lnTo>
                  <a:cubicBezTo>
                    <a:pt x="57" y="9656"/>
                    <a:pt x="398" y="9820"/>
                    <a:pt x="412" y="9985"/>
                  </a:cubicBezTo>
                  <a:cubicBezTo>
                    <a:pt x="426" y="10149"/>
                    <a:pt x="483" y="10682"/>
                    <a:pt x="483" y="10682"/>
                  </a:cubicBezTo>
                  <a:cubicBezTo>
                    <a:pt x="483" y="10682"/>
                    <a:pt x="479" y="10682"/>
                    <a:pt x="473" y="10683"/>
                  </a:cubicBezTo>
                  <a:cubicBezTo>
                    <a:pt x="611" y="10840"/>
                    <a:pt x="800" y="11007"/>
                    <a:pt x="800" y="11067"/>
                  </a:cubicBezTo>
                  <a:cubicBezTo>
                    <a:pt x="800" y="11136"/>
                    <a:pt x="816" y="11343"/>
                    <a:pt x="984" y="11458"/>
                  </a:cubicBezTo>
                  <a:cubicBezTo>
                    <a:pt x="1090" y="11531"/>
                    <a:pt x="1199" y="11609"/>
                    <a:pt x="1265" y="11674"/>
                  </a:cubicBezTo>
                  <a:cubicBezTo>
                    <a:pt x="1273" y="11644"/>
                    <a:pt x="1278" y="11625"/>
                    <a:pt x="1278" y="11625"/>
                  </a:cubicBezTo>
                  <a:lnTo>
                    <a:pt x="1420" y="11604"/>
                  </a:lnTo>
                  <a:cubicBezTo>
                    <a:pt x="1420" y="11604"/>
                    <a:pt x="1462" y="11642"/>
                    <a:pt x="1501" y="11704"/>
                  </a:cubicBezTo>
                  <a:cubicBezTo>
                    <a:pt x="1536" y="11538"/>
                    <a:pt x="1781" y="11356"/>
                    <a:pt x="1909" y="11366"/>
                  </a:cubicBezTo>
                  <a:cubicBezTo>
                    <a:pt x="2044" y="11378"/>
                    <a:pt x="2355" y="11735"/>
                    <a:pt x="2323" y="11861"/>
                  </a:cubicBezTo>
                  <a:cubicBezTo>
                    <a:pt x="2292" y="11988"/>
                    <a:pt x="2068" y="12449"/>
                    <a:pt x="1965" y="12483"/>
                  </a:cubicBezTo>
                  <a:cubicBezTo>
                    <a:pt x="1926" y="12496"/>
                    <a:pt x="1868" y="12503"/>
                    <a:pt x="1811" y="12506"/>
                  </a:cubicBezTo>
                  <a:cubicBezTo>
                    <a:pt x="1802" y="12581"/>
                    <a:pt x="1789" y="12651"/>
                    <a:pt x="1789" y="12691"/>
                  </a:cubicBezTo>
                  <a:cubicBezTo>
                    <a:pt x="1789" y="12794"/>
                    <a:pt x="1917" y="12957"/>
                    <a:pt x="1988" y="13142"/>
                  </a:cubicBezTo>
                  <a:cubicBezTo>
                    <a:pt x="2059" y="13326"/>
                    <a:pt x="1874" y="13449"/>
                    <a:pt x="1775" y="13326"/>
                  </a:cubicBezTo>
                  <a:cubicBezTo>
                    <a:pt x="1676" y="13203"/>
                    <a:pt x="1633" y="13449"/>
                    <a:pt x="1690" y="13551"/>
                  </a:cubicBezTo>
                  <a:cubicBezTo>
                    <a:pt x="1746" y="13654"/>
                    <a:pt x="1718" y="13941"/>
                    <a:pt x="1818" y="13962"/>
                  </a:cubicBezTo>
                  <a:cubicBezTo>
                    <a:pt x="1917" y="13982"/>
                    <a:pt x="2002" y="14269"/>
                    <a:pt x="2116" y="14269"/>
                  </a:cubicBezTo>
                  <a:cubicBezTo>
                    <a:pt x="2229" y="14269"/>
                    <a:pt x="2329" y="14535"/>
                    <a:pt x="2329" y="14535"/>
                  </a:cubicBezTo>
                  <a:cubicBezTo>
                    <a:pt x="2329" y="14535"/>
                    <a:pt x="2485" y="14679"/>
                    <a:pt x="2485" y="14761"/>
                  </a:cubicBezTo>
                  <a:cubicBezTo>
                    <a:pt x="2485" y="14771"/>
                    <a:pt x="2482" y="14781"/>
                    <a:pt x="2478" y="14792"/>
                  </a:cubicBezTo>
                  <a:cubicBezTo>
                    <a:pt x="2602" y="14774"/>
                    <a:pt x="2684" y="14768"/>
                    <a:pt x="2698" y="14694"/>
                  </a:cubicBezTo>
                  <a:cubicBezTo>
                    <a:pt x="2714" y="14613"/>
                    <a:pt x="2874" y="14613"/>
                    <a:pt x="2985" y="14774"/>
                  </a:cubicBezTo>
                  <a:cubicBezTo>
                    <a:pt x="3097" y="14936"/>
                    <a:pt x="3552" y="15350"/>
                    <a:pt x="3719" y="15546"/>
                  </a:cubicBezTo>
                  <a:cubicBezTo>
                    <a:pt x="3887" y="15742"/>
                    <a:pt x="4277" y="15960"/>
                    <a:pt x="4413" y="15949"/>
                  </a:cubicBezTo>
                  <a:cubicBezTo>
                    <a:pt x="4548" y="15937"/>
                    <a:pt x="4676" y="16087"/>
                    <a:pt x="4883" y="16076"/>
                  </a:cubicBezTo>
                  <a:cubicBezTo>
                    <a:pt x="4914" y="16074"/>
                    <a:pt x="4941" y="16076"/>
                    <a:pt x="4966" y="16078"/>
                  </a:cubicBezTo>
                  <a:cubicBezTo>
                    <a:pt x="4995" y="16033"/>
                    <a:pt x="5045" y="16032"/>
                    <a:pt x="5083" y="15950"/>
                  </a:cubicBezTo>
                  <a:cubicBezTo>
                    <a:pt x="5140" y="15827"/>
                    <a:pt x="5225" y="16053"/>
                    <a:pt x="5197" y="16216"/>
                  </a:cubicBezTo>
                  <a:cubicBezTo>
                    <a:pt x="5183" y="16292"/>
                    <a:pt x="5195" y="16377"/>
                    <a:pt x="5217" y="16444"/>
                  </a:cubicBezTo>
                  <a:cubicBezTo>
                    <a:pt x="5245" y="16386"/>
                    <a:pt x="5274" y="16308"/>
                    <a:pt x="5298" y="16225"/>
                  </a:cubicBezTo>
                  <a:cubicBezTo>
                    <a:pt x="5370" y="15972"/>
                    <a:pt x="5481" y="15983"/>
                    <a:pt x="5553" y="15903"/>
                  </a:cubicBezTo>
                  <a:cubicBezTo>
                    <a:pt x="5625" y="15822"/>
                    <a:pt x="5697" y="15857"/>
                    <a:pt x="5848" y="15972"/>
                  </a:cubicBezTo>
                  <a:cubicBezTo>
                    <a:pt x="5991" y="16080"/>
                    <a:pt x="6049" y="15852"/>
                    <a:pt x="6263" y="16135"/>
                  </a:cubicBezTo>
                  <a:cubicBezTo>
                    <a:pt x="6308" y="16107"/>
                    <a:pt x="6365" y="16073"/>
                    <a:pt x="6389" y="16073"/>
                  </a:cubicBezTo>
                  <a:cubicBezTo>
                    <a:pt x="6431" y="16073"/>
                    <a:pt x="6489" y="15950"/>
                    <a:pt x="6559" y="15847"/>
                  </a:cubicBezTo>
                  <a:cubicBezTo>
                    <a:pt x="6630" y="15745"/>
                    <a:pt x="6616" y="15622"/>
                    <a:pt x="6701" y="15642"/>
                  </a:cubicBezTo>
                  <a:cubicBezTo>
                    <a:pt x="6787" y="15663"/>
                    <a:pt x="6829" y="15499"/>
                    <a:pt x="7014" y="15355"/>
                  </a:cubicBezTo>
                  <a:cubicBezTo>
                    <a:pt x="7198" y="15212"/>
                    <a:pt x="7354" y="15438"/>
                    <a:pt x="7440" y="15335"/>
                  </a:cubicBezTo>
                  <a:cubicBezTo>
                    <a:pt x="7525" y="15232"/>
                    <a:pt x="7624" y="15191"/>
                    <a:pt x="7624" y="15294"/>
                  </a:cubicBezTo>
                  <a:cubicBezTo>
                    <a:pt x="7624" y="15397"/>
                    <a:pt x="7738" y="15520"/>
                    <a:pt x="7766" y="15642"/>
                  </a:cubicBezTo>
                  <a:cubicBezTo>
                    <a:pt x="7792" y="15752"/>
                    <a:pt x="7941" y="15797"/>
                    <a:pt x="7973" y="15804"/>
                  </a:cubicBezTo>
                  <a:cubicBezTo>
                    <a:pt x="7999" y="15784"/>
                    <a:pt x="8021" y="15766"/>
                    <a:pt x="8033" y="15753"/>
                  </a:cubicBezTo>
                  <a:cubicBezTo>
                    <a:pt x="8121" y="15661"/>
                    <a:pt x="8272" y="15765"/>
                    <a:pt x="8272" y="15903"/>
                  </a:cubicBezTo>
                  <a:cubicBezTo>
                    <a:pt x="8272" y="16041"/>
                    <a:pt x="8280" y="16190"/>
                    <a:pt x="8352" y="16190"/>
                  </a:cubicBezTo>
                  <a:cubicBezTo>
                    <a:pt x="8424" y="16190"/>
                    <a:pt x="8496" y="16190"/>
                    <a:pt x="8496" y="16444"/>
                  </a:cubicBezTo>
                  <a:cubicBezTo>
                    <a:pt x="8496" y="16697"/>
                    <a:pt x="8559" y="16985"/>
                    <a:pt x="8408" y="17204"/>
                  </a:cubicBezTo>
                  <a:cubicBezTo>
                    <a:pt x="8256" y="17423"/>
                    <a:pt x="8081" y="17814"/>
                    <a:pt x="8113" y="17929"/>
                  </a:cubicBezTo>
                  <a:cubicBezTo>
                    <a:pt x="8145" y="18044"/>
                    <a:pt x="8065" y="18263"/>
                    <a:pt x="8177" y="18183"/>
                  </a:cubicBezTo>
                  <a:cubicBezTo>
                    <a:pt x="8288" y="18102"/>
                    <a:pt x="8543" y="18183"/>
                    <a:pt x="8503" y="18275"/>
                  </a:cubicBezTo>
                  <a:cubicBezTo>
                    <a:pt x="8464" y="18367"/>
                    <a:pt x="8512" y="18689"/>
                    <a:pt x="8615" y="18701"/>
                  </a:cubicBezTo>
                  <a:cubicBezTo>
                    <a:pt x="8719" y="18712"/>
                    <a:pt x="8783" y="18793"/>
                    <a:pt x="8751" y="18931"/>
                  </a:cubicBezTo>
                  <a:cubicBezTo>
                    <a:pt x="8719" y="19069"/>
                    <a:pt x="8663" y="19276"/>
                    <a:pt x="8751" y="19276"/>
                  </a:cubicBezTo>
                  <a:cubicBezTo>
                    <a:pt x="8839" y="19276"/>
                    <a:pt x="8966" y="19276"/>
                    <a:pt x="8950" y="19415"/>
                  </a:cubicBezTo>
                  <a:cubicBezTo>
                    <a:pt x="8934" y="19553"/>
                    <a:pt x="9014" y="19679"/>
                    <a:pt x="9173" y="19587"/>
                  </a:cubicBezTo>
                  <a:cubicBezTo>
                    <a:pt x="9267" y="19533"/>
                    <a:pt x="9314" y="19484"/>
                    <a:pt x="9335" y="19538"/>
                  </a:cubicBezTo>
                  <a:cubicBezTo>
                    <a:pt x="9399" y="19535"/>
                    <a:pt x="9403" y="19744"/>
                    <a:pt x="9513" y="19783"/>
                  </a:cubicBezTo>
                  <a:cubicBezTo>
                    <a:pt x="9626" y="19824"/>
                    <a:pt x="9569" y="19435"/>
                    <a:pt x="9527" y="19373"/>
                  </a:cubicBezTo>
                  <a:cubicBezTo>
                    <a:pt x="9484" y="19312"/>
                    <a:pt x="9541" y="19045"/>
                    <a:pt x="9584" y="19107"/>
                  </a:cubicBezTo>
                  <a:cubicBezTo>
                    <a:pt x="9626" y="19168"/>
                    <a:pt x="9754" y="19107"/>
                    <a:pt x="9825" y="18984"/>
                  </a:cubicBezTo>
                  <a:cubicBezTo>
                    <a:pt x="9896" y="18861"/>
                    <a:pt x="10038" y="19086"/>
                    <a:pt x="10095" y="18943"/>
                  </a:cubicBezTo>
                  <a:cubicBezTo>
                    <a:pt x="10152" y="18799"/>
                    <a:pt x="10279" y="19045"/>
                    <a:pt x="10407" y="18943"/>
                  </a:cubicBezTo>
                  <a:cubicBezTo>
                    <a:pt x="10535" y="18841"/>
                    <a:pt x="10592" y="19025"/>
                    <a:pt x="10648" y="18881"/>
                  </a:cubicBezTo>
                  <a:cubicBezTo>
                    <a:pt x="10705" y="18738"/>
                    <a:pt x="10890" y="18553"/>
                    <a:pt x="10932" y="18615"/>
                  </a:cubicBezTo>
                  <a:cubicBezTo>
                    <a:pt x="10975" y="18676"/>
                    <a:pt x="11003" y="18799"/>
                    <a:pt x="11230" y="18841"/>
                  </a:cubicBezTo>
                  <a:cubicBezTo>
                    <a:pt x="11458" y="18881"/>
                    <a:pt x="11330" y="19045"/>
                    <a:pt x="11330" y="19148"/>
                  </a:cubicBezTo>
                  <a:cubicBezTo>
                    <a:pt x="11330" y="19251"/>
                    <a:pt x="11585" y="19517"/>
                    <a:pt x="11685" y="19537"/>
                  </a:cubicBezTo>
                  <a:cubicBezTo>
                    <a:pt x="11703" y="19541"/>
                    <a:pt x="11729" y="19573"/>
                    <a:pt x="11758" y="19622"/>
                  </a:cubicBezTo>
                  <a:cubicBezTo>
                    <a:pt x="11827" y="19574"/>
                    <a:pt x="11951" y="19655"/>
                    <a:pt x="11978" y="19538"/>
                  </a:cubicBezTo>
                  <a:cubicBezTo>
                    <a:pt x="12010" y="19399"/>
                    <a:pt x="12127" y="19437"/>
                    <a:pt x="12174" y="19553"/>
                  </a:cubicBezTo>
                  <a:cubicBezTo>
                    <a:pt x="12222" y="19668"/>
                    <a:pt x="12275" y="19691"/>
                    <a:pt x="12382" y="19553"/>
                  </a:cubicBezTo>
                  <a:cubicBezTo>
                    <a:pt x="12488" y="19415"/>
                    <a:pt x="12541" y="19691"/>
                    <a:pt x="12477" y="19768"/>
                  </a:cubicBezTo>
                  <a:cubicBezTo>
                    <a:pt x="12414" y="19844"/>
                    <a:pt x="12456" y="20082"/>
                    <a:pt x="12557" y="20221"/>
                  </a:cubicBezTo>
                  <a:cubicBezTo>
                    <a:pt x="12658" y="20359"/>
                    <a:pt x="12674" y="20136"/>
                    <a:pt x="12653" y="19998"/>
                  </a:cubicBezTo>
                  <a:cubicBezTo>
                    <a:pt x="12632" y="19860"/>
                    <a:pt x="12823" y="19722"/>
                    <a:pt x="13158" y="19561"/>
                  </a:cubicBezTo>
                  <a:cubicBezTo>
                    <a:pt x="13493" y="19399"/>
                    <a:pt x="13854" y="19046"/>
                    <a:pt x="13860" y="18970"/>
                  </a:cubicBezTo>
                  <a:cubicBezTo>
                    <a:pt x="13865" y="18893"/>
                    <a:pt x="14099" y="19108"/>
                    <a:pt x="14211" y="18985"/>
                  </a:cubicBezTo>
                  <a:cubicBezTo>
                    <a:pt x="14322" y="18862"/>
                    <a:pt x="14726" y="18847"/>
                    <a:pt x="14833" y="18839"/>
                  </a:cubicBezTo>
                  <a:cubicBezTo>
                    <a:pt x="14939" y="18831"/>
                    <a:pt x="14934" y="18701"/>
                    <a:pt x="15045" y="18571"/>
                  </a:cubicBezTo>
                  <a:cubicBezTo>
                    <a:pt x="15157" y="18440"/>
                    <a:pt x="15130" y="18378"/>
                    <a:pt x="15258" y="18325"/>
                  </a:cubicBezTo>
                  <a:cubicBezTo>
                    <a:pt x="15385" y="18271"/>
                    <a:pt x="15465" y="18102"/>
                    <a:pt x="15465" y="18010"/>
                  </a:cubicBezTo>
                  <a:cubicBezTo>
                    <a:pt x="15465" y="17918"/>
                    <a:pt x="15704" y="17887"/>
                    <a:pt x="15710" y="17787"/>
                  </a:cubicBezTo>
                  <a:cubicBezTo>
                    <a:pt x="15715" y="17688"/>
                    <a:pt x="15891" y="17657"/>
                    <a:pt x="15891" y="17534"/>
                  </a:cubicBezTo>
                  <a:cubicBezTo>
                    <a:pt x="15891" y="17412"/>
                    <a:pt x="15997" y="17434"/>
                    <a:pt x="16045" y="17342"/>
                  </a:cubicBezTo>
                  <a:cubicBezTo>
                    <a:pt x="16093" y="17250"/>
                    <a:pt x="16007" y="16981"/>
                    <a:pt x="16093" y="16943"/>
                  </a:cubicBezTo>
                  <a:cubicBezTo>
                    <a:pt x="16177" y="16904"/>
                    <a:pt x="16061" y="16759"/>
                    <a:pt x="16045" y="16690"/>
                  </a:cubicBezTo>
                  <a:cubicBezTo>
                    <a:pt x="16029" y="16621"/>
                    <a:pt x="16204" y="16605"/>
                    <a:pt x="16294" y="16521"/>
                  </a:cubicBezTo>
                  <a:cubicBezTo>
                    <a:pt x="16385" y="16436"/>
                    <a:pt x="16443" y="16306"/>
                    <a:pt x="16459" y="16160"/>
                  </a:cubicBezTo>
                  <a:cubicBezTo>
                    <a:pt x="16475" y="16014"/>
                    <a:pt x="16624" y="15884"/>
                    <a:pt x="16693" y="15845"/>
                  </a:cubicBezTo>
                  <a:cubicBezTo>
                    <a:pt x="16762" y="15807"/>
                    <a:pt x="16789" y="15600"/>
                    <a:pt x="16768" y="15423"/>
                  </a:cubicBezTo>
                  <a:cubicBezTo>
                    <a:pt x="16746" y="15247"/>
                    <a:pt x="16890" y="15292"/>
                    <a:pt x="16826" y="15223"/>
                  </a:cubicBezTo>
                  <a:cubicBezTo>
                    <a:pt x="16762" y="15154"/>
                    <a:pt x="16853" y="14963"/>
                    <a:pt x="16980" y="14909"/>
                  </a:cubicBezTo>
                  <a:cubicBezTo>
                    <a:pt x="17108" y="14855"/>
                    <a:pt x="16900" y="14771"/>
                    <a:pt x="16831" y="14848"/>
                  </a:cubicBezTo>
                  <a:cubicBezTo>
                    <a:pt x="16762" y="14924"/>
                    <a:pt x="16688" y="14625"/>
                    <a:pt x="16624" y="14740"/>
                  </a:cubicBezTo>
                  <a:cubicBezTo>
                    <a:pt x="16560" y="14855"/>
                    <a:pt x="16380" y="14671"/>
                    <a:pt x="16497" y="14633"/>
                  </a:cubicBezTo>
                  <a:cubicBezTo>
                    <a:pt x="16613" y="14594"/>
                    <a:pt x="16794" y="14402"/>
                    <a:pt x="16874" y="14364"/>
                  </a:cubicBezTo>
                  <a:cubicBezTo>
                    <a:pt x="16954" y="14325"/>
                    <a:pt x="16757" y="14072"/>
                    <a:pt x="16656" y="14080"/>
                  </a:cubicBezTo>
                  <a:cubicBezTo>
                    <a:pt x="16555" y="14088"/>
                    <a:pt x="16443" y="13742"/>
                    <a:pt x="16337" y="13742"/>
                  </a:cubicBezTo>
                  <a:cubicBezTo>
                    <a:pt x="16231" y="13742"/>
                    <a:pt x="16417" y="13635"/>
                    <a:pt x="16539" y="13727"/>
                  </a:cubicBezTo>
                  <a:cubicBezTo>
                    <a:pt x="16661" y="13819"/>
                    <a:pt x="16805" y="13896"/>
                    <a:pt x="16858" y="13819"/>
                  </a:cubicBezTo>
                  <a:cubicBezTo>
                    <a:pt x="16911" y="13742"/>
                    <a:pt x="16651" y="13435"/>
                    <a:pt x="16555" y="13328"/>
                  </a:cubicBezTo>
                  <a:cubicBezTo>
                    <a:pt x="16459" y="13220"/>
                    <a:pt x="16550" y="13074"/>
                    <a:pt x="16491" y="13013"/>
                  </a:cubicBezTo>
                  <a:cubicBezTo>
                    <a:pt x="16433" y="12952"/>
                    <a:pt x="16305" y="12560"/>
                    <a:pt x="16263" y="12384"/>
                  </a:cubicBezTo>
                  <a:cubicBezTo>
                    <a:pt x="16220" y="12207"/>
                    <a:pt x="15997" y="12176"/>
                    <a:pt x="15944" y="12061"/>
                  </a:cubicBezTo>
                  <a:cubicBezTo>
                    <a:pt x="15891" y="11946"/>
                    <a:pt x="15949" y="11677"/>
                    <a:pt x="16114" y="11577"/>
                  </a:cubicBezTo>
                  <a:cubicBezTo>
                    <a:pt x="16278" y="11478"/>
                    <a:pt x="16209" y="11278"/>
                    <a:pt x="16284" y="11301"/>
                  </a:cubicBezTo>
                  <a:cubicBezTo>
                    <a:pt x="16359" y="11324"/>
                    <a:pt x="16422" y="11278"/>
                    <a:pt x="16481" y="11102"/>
                  </a:cubicBezTo>
                  <a:cubicBezTo>
                    <a:pt x="16539" y="10925"/>
                    <a:pt x="16640" y="11033"/>
                    <a:pt x="16699" y="10940"/>
                  </a:cubicBezTo>
                  <a:cubicBezTo>
                    <a:pt x="16757" y="10848"/>
                    <a:pt x="17017" y="10856"/>
                    <a:pt x="17108" y="10764"/>
                  </a:cubicBezTo>
                  <a:cubicBezTo>
                    <a:pt x="17198" y="10672"/>
                    <a:pt x="17023" y="10388"/>
                    <a:pt x="16900" y="10434"/>
                  </a:cubicBezTo>
                  <a:cubicBezTo>
                    <a:pt x="16778" y="10479"/>
                    <a:pt x="16635" y="10411"/>
                    <a:pt x="16550" y="10227"/>
                  </a:cubicBezTo>
                  <a:cubicBezTo>
                    <a:pt x="16465" y="10042"/>
                    <a:pt x="16241" y="10564"/>
                    <a:pt x="16071" y="10679"/>
                  </a:cubicBezTo>
                  <a:cubicBezTo>
                    <a:pt x="15901" y="10794"/>
                    <a:pt x="15790" y="10472"/>
                    <a:pt x="15848" y="10265"/>
                  </a:cubicBezTo>
                  <a:cubicBezTo>
                    <a:pt x="15906" y="10058"/>
                    <a:pt x="15715" y="10065"/>
                    <a:pt x="15476" y="10080"/>
                  </a:cubicBezTo>
                  <a:cubicBezTo>
                    <a:pt x="15237" y="10096"/>
                    <a:pt x="15327" y="9466"/>
                    <a:pt x="15471" y="9436"/>
                  </a:cubicBezTo>
                  <a:cubicBezTo>
                    <a:pt x="15614" y="9405"/>
                    <a:pt x="15827" y="9628"/>
                    <a:pt x="15917" y="9244"/>
                  </a:cubicBezTo>
                  <a:cubicBezTo>
                    <a:pt x="16007" y="8860"/>
                    <a:pt x="16135" y="9160"/>
                    <a:pt x="16337" y="8822"/>
                  </a:cubicBezTo>
                  <a:cubicBezTo>
                    <a:pt x="16539" y="8484"/>
                    <a:pt x="16773" y="8277"/>
                    <a:pt x="16948" y="8476"/>
                  </a:cubicBezTo>
                  <a:cubicBezTo>
                    <a:pt x="17124" y="8676"/>
                    <a:pt x="16762" y="8991"/>
                    <a:pt x="16704" y="9182"/>
                  </a:cubicBezTo>
                  <a:cubicBezTo>
                    <a:pt x="16646" y="9374"/>
                    <a:pt x="16757" y="9436"/>
                    <a:pt x="16651" y="9581"/>
                  </a:cubicBezTo>
                  <a:cubicBezTo>
                    <a:pt x="16544" y="9728"/>
                    <a:pt x="16693" y="9766"/>
                    <a:pt x="16900" y="9574"/>
                  </a:cubicBezTo>
                  <a:cubicBezTo>
                    <a:pt x="17108" y="9382"/>
                    <a:pt x="17363" y="9152"/>
                    <a:pt x="17565" y="9037"/>
                  </a:cubicBezTo>
                  <a:cubicBezTo>
                    <a:pt x="17619" y="9006"/>
                    <a:pt x="17678" y="8998"/>
                    <a:pt x="17738" y="9005"/>
                  </a:cubicBezTo>
                  <a:cubicBezTo>
                    <a:pt x="17767" y="8894"/>
                    <a:pt x="17801" y="8805"/>
                    <a:pt x="17840" y="8777"/>
                  </a:cubicBezTo>
                  <a:cubicBezTo>
                    <a:pt x="17979" y="8677"/>
                    <a:pt x="18442" y="8376"/>
                    <a:pt x="18512" y="8242"/>
                  </a:cubicBezTo>
                  <a:cubicBezTo>
                    <a:pt x="18581" y="8108"/>
                    <a:pt x="18651" y="7874"/>
                    <a:pt x="18743" y="7874"/>
                  </a:cubicBezTo>
                  <a:cubicBezTo>
                    <a:pt x="18836" y="7874"/>
                    <a:pt x="18836" y="8008"/>
                    <a:pt x="18975" y="8008"/>
                  </a:cubicBezTo>
                  <a:cubicBezTo>
                    <a:pt x="19114" y="8008"/>
                    <a:pt x="19276" y="8075"/>
                    <a:pt x="19206" y="7907"/>
                  </a:cubicBezTo>
                  <a:cubicBezTo>
                    <a:pt x="19137" y="7740"/>
                    <a:pt x="19184" y="7740"/>
                    <a:pt x="19346" y="7706"/>
                  </a:cubicBezTo>
                  <a:cubicBezTo>
                    <a:pt x="19508" y="7673"/>
                    <a:pt x="19484" y="7439"/>
                    <a:pt x="19601" y="7439"/>
                  </a:cubicBezTo>
                  <a:cubicBezTo>
                    <a:pt x="19716" y="7439"/>
                    <a:pt x="19693" y="7038"/>
                    <a:pt x="19809" y="7038"/>
                  </a:cubicBezTo>
                  <a:cubicBezTo>
                    <a:pt x="19925" y="7038"/>
                    <a:pt x="19971" y="7272"/>
                    <a:pt x="20110" y="7205"/>
                  </a:cubicBezTo>
                  <a:cubicBezTo>
                    <a:pt x="20136" y="7192"/>
                    <a:pt x="20171" y="7202"/>
                    <a:pt x="20209" y="7226"/>
                  </a:cubicBezTo>
                  <a:cubicBezTo>
                    <a:pt x="20239" y="7192"/>
                    <a:pt x="20268" y="7160"/>
                    <a:pt x="20297" y="7130"/>
                  </a:cubicBezTo>
                  <a:cubicBezTo>
                    <a:pt x="20283" y="6921"/>
                    <a:pt x="20300" y="6733"/>
                    <a:pt x="20271" y="6634"/>
                  </a:cubicBezTo>
                  <a:cubicBezTo>
                    <a:pt x="20218" y="6450"/>
                    <a:pt x="20271" y="6312"/>
                    <a:pt x="20250" y="6204"/>
                  </a:cubicBezTo>
                  <a:cubicBezTo>
                    <a:pt x="20228" y="6097"/>
                    <a:pt x="20218" y="5836"/>
                    <a:pt x="20303" y="5836"/>
                  </a:cubicBezTo>
                  <a:cubicBezTo>
                    <a:pt x="20388" y="5836"/>
                    <a:pt x="20494" y="5529"/>
                    <a:pt x="20600" y="5636"/>
                  </a:cubicBezTo>
                  <a:cubicBezTo>
                    <a:pt x="20707" y="5744"/>
                    <a:pt x="20919" y="5774"/>
                    <a:pt x="20919" y="5636"/>
                  </a:cubicBezTo>
                  <a:cubicBezTo>
                    <a:pt x="20919" y="5498"/>
                    <a:pt x="21068" y="5483"/>
                    <a:pt x="21090" y="5298"/>
                  </a:cubicBezTo>
                  <a:cubicBezTo>
                    <a:pt x="21111" y="5114"/>
                    <a:pt x="21270" y="5068"/>
                    <a:pt x="21302" y="4899"/>
                  </a:cubicBezTo>
                  <a:cubicBezTo>
                    <a:pt x="21334" y="4731"/>
                    <a:pt x="21387" y="4331"/>
                    <a:pt x="21494" y="4239"/>
                  </a:cubicBezTo>
                  <a:cubicBezTo>
                    <a:pt x="21600" y="4147"/>
                    <a:pt x="21472" y="4086"/>
                    <a:pt x="21483" y="380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6" name="Shape 3382"/>
            <p:cNvSpPr/>
            <p:nvPr/>
          </p:nvSpPr>
          <p:spPr>
            <a:xfrm>
              <a:off x="17113005" y="5757459"/>
              <a:ext cx="558939" cy="800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7" h="21330" extrusionOk="0">
                  <a:moveTo>
                    <a:pt x="20544" y="18588"/>
                  </a:moveTo>
                  <a:cubicBezTo>
                    <a:pt x="21336" y="17926"/>
                    <a:pt x="20016" y="16178"/>
                    <a:pt x="20016" y="15045"/>
                  </a:cubicBezTo>
                  <a:cubicBezTo>
                    <a:pt x="20016" y="13910"/>
                    <a:pt x="17839" y="14240"/>
                    <a:pt x="18433" y="14949"/>
                  </a:cubicBezTo>
                  <a:cubicBezTo>
                    <a:pt x="19027" y="15658"/>
                    <a:pt x="17313" y="15091"/>
                    <a:pt x="17179" y="15800"/>
                  </a:cubicBezTo>
                  <a:cubicBezTo>
                    <a:pt x="17048" y="16508"/>
                    <a:pt x="15793" y="15942"/>
                    <a:pt x="15861" y="16508"/>
                  </a:cubicBezTo>
                  <a:cubicBezTo>
                    <a:pt x="15928" y="17076"/>
                    <a:pt x="14542" y="16508"/>
                    <a:pt x="13881" y="16178"/>
                  </a:cubicBezTo>
                  <a:cubicBezTo>
                    <a:pt x="13221" y="15847"/>
                    <a:pt x="12298" y="17076"/>
                    <a:pt x="11308" y="17265"/>
                  </a:cubicBezTo>
                  <a:cubicBezTo>
                    <a:pt x="10319" y="17455"/>
                    <a:pt x="9794" y="18960"/>
                    <a:pt x="10450" y="18919"/>
                  </a:cubicBezTo>
                  <a:cubicBezTo>
                    <a:pt x="11243" y="18873"/>
                    <a:pt x="11637" y="18115"/>
                    <a:pt x="12429" y="18164"/>
                  </a:cubicBezTo>
                  <a:cubicBezTo>
                    <a:pt x="13221" y="18210"/>
                    <a:pt x="12958" y="17596"/>
                    <a:pt x="14079" y="17738"/>
                  </a:cubicBezTo>
                  <a:cubicBezTo>
                    <a:pt x="15200" y="17880"/>
                    <a:pt x="14408" y="20291"/>
                    <a:pt x="15928" y="20479"/>
                  </a:cubicBezTo>
                  <a:cubicBezTo>
                    <a:pt x="17444" y="20669"/>
                    <a:pt x="17510" y="21330"/>
                    <a:pt x="18235" y="21330"/>
                  </a:cubicBezTo>
                  <a:cubicBezTo>
                    <a:pt x="18959" y="21330"/>
                    <a:pt x="18105" y="19818"/>
                    <a:pt x="18170" y="19298"/>
                  </a:cubicBezTo>
                  <a:cubicBezTo>
                    <a:pt x="18235" y="18777"/>
                    <a:pt x="19752" y="19251"/>
                    <a:pt x="20544" y="18588"/>
                  </a:cubicBezTo>
                  <a:close/>
                  <a:moveTo>
                    <a:pt x="14607" y="14902"/>
                  </a:moveTo>
                  <a:cubicBezTo>
                    <a:pt x="14871" y="15375"/>
                    <a:pt x="16783" y="14619"/>
                    <a:pt x="16256" y="14146"/>
                  </a:cubicBezTo>
                  <a:cubicBezTo>
                    <a:pt x="15730" y="13674"/>
                    <a:pt x="14411" y="14548"/>
                    <a:pt x="14607" y="14902"/>
                  </a:cubicBezTo>
                  <a:close/>
                  <a:moveTo>
                    <a:pt x="2865" y="13956"/>
                  </a:moveTo>
                  <a:cubicBezTo>
                    <a:pt x="1942" y="14807"/>
                    <a:pt x="-264" y="16220"/>
                    <a:pt x="26" y="16604"/>
                  </a:cubicBezTo>
                  <a:cubicBezTo>
                    <a:pt x="423" y="17123"/>
                    <a:pt x="2865" y="14524"/>
                    <a:pt x="4053" y="13910"/>
                  </a:cubicBezTo>
                  <a:cubicBezTo>
                    <a:pt x="5239" y="13296"/>
                    <a:pt x="5042" y="12776"/>
                    <a:pt x="4646" y="12209"/>
                  </a:cubicBezTo>
                  <a:cubicBezTo>
                    <a:pt x="4249" y="11641"/>
                    <a:pt x="3788" y="13106"/>
                    <a:pt x="2865" y="13956"/>
                  </a:cubicBezTo>
                  <a:close/>
                  <a:moveTo>
                    <a:pt x="10648" y="13059"/>
                  </a:moveTo>
                  <a:cubicBezTo>
                    <a:pt x="10979" y="13011"/>
                    <a:pt x="11771" y="13059"/>
                    <a:pt x="11836" y="12586"/>
                  </a:cubicBezTo>
                  <a:cubicBezTo>
                    <a:pt x="11902" y="12114"/>
                    <a:pt x="12628" y="13437"/>
                    <a:pt x="12034" y="13862"/>
                  </a:cubicBezTo>
                  <a:cubicBezTo>
                    <a:pt x="11440" y="14288"/>
                    <a:pt x="11440" y="15469"/>
                    <a:pt x="12364" y="15611"/>
                  </a:cubicBezTo>
                  <a:cubicBezTo>
                    <a:pt x="13288" y="15754"/>
                    <a:pt x="15002" y="13485"/>
                    <a:pt x="14739" y="13059"/>
                  </a:cubicBezTo>
                  <a:cubicBezTo>
                    <a:pt x="14476" y="12633"/>
                    <a:pt x="13683" y="13342"/>
                    <a:pt x="13881" y="12776"/>
                  </a:cubicBezTo>
                  <a:cubicBezTo>
                    <a:pt x="14079" y="12209"/>
                    <a:pt x="11506" y="10742"/>
                    <a:pt x="10517" y="10884"/>
                  </a:cubicBezTo>
                  <a:cubicBezTo>
                    <a:pt x="9527" y="11027"/>
                    <a:pt x="9871" y="13170"/>
                    <a:pt x="10648" y="13059"/>
                  </a:cubicBezTo>
                  <a:close/>
                  <a:moveTo>
                    <a:pt x="6955" y="8474"/>
                  </a:moveTo>
                  <a:cubicBezTo>
                    <a:pt x="7153" y="9136"/>
                    <a:pt x="7615" y="10507"/>
                    <a:pt x="9065" y="10175"/>
                  </a:cubicBezTo>
                  <a:cubicBezTo>
                    <a:pt x="10517" y="9845"/>
                    <a:pt x="6811" y="7999"/>
                    <a:pt x="6955" y="8474"/>
                  </a:cubicBezTo>
                  <a:close/>
                  <a:moveTo>
                    <a:pt x="11176" y="8049"/>
                  </a:moveTo>
                  <a:cubicBezTo>
                    <a:pt x="12431" y="7906"/>
                    <a:pt x="14146" y="9041"/>
                    <a:pt x="13881" y="9467"/>
                  </a:cubicBezTo>
                  <a:cubicBezTo>
                    <a:pt x="13617" y="9891"/>
                    <a:pt x="13947" y="11262"/>
                    <a:pt x="14542" y="10884"/>
                  </a:cubicBezTo>
                  <a:cubicBezTo>
                    <a:pt x="15135" y="10507"/>
                    <a:pt x="16059" y="10978"/>
                    <a:pt x="15465" y="11592"/>
                  </a:cubicBezTo>
                  <a:cubicBezTo>
                    <a:pt x="14871" y="12209"/>
                    <a:pt x="16388" y="12822"/>
                    <a:pt x="16585" y="13579"/>
                  </a:cubicBezTo>
                  <a:cubicBezTo>
                    <a:pt x="16783" y="14335"/>
                    <a:pt x="17444" y="13720"/>
                    <a:pt x="17313" y="13154"/>
                  </a:cubicBezTo>
                  <a:cubicBezTo>
                    <a:pt x="17182" y="12586"/>
                    <a:pt x="17444" y="12633"/>
                    <a:pt x="18302" y="12209"/>
                  </a:cubicBezTo>
                  <a:cubicBezTo>
                    <a:pt x="19160" y="11783"/>
                    <a:pt x="18235" y="11073"/>
                    <a:pt x="17708" y="10270"/>
                  </a:cubicBezTo>
                  <a:cubicBezTo>
                    <a:pt x="17182" y="9467"/>
                    <a:pt x="15200" y="9750"/>
                    <a:pt x="15200" y="8993"/>
                  </a:cubicBezTo>
                  <a:cubicBezTo>
                    <a:pt x="15200" y="8238"/>
                    <a:pt x="13750" y="8001"/>
                    <a:pt x="13683" y="7576"/>
                  </a:cubicBezTo>
                  <a:cubicBezTo>
                    <a:pt x="13617" y="7150"/>
                    <a:pt x="11705" y="6724"/>
                    <a:pt x="10584" y="7197"/>
                  </a:cubicBezTo>
                  <a:cubicBezTo>
                    <a:pt x="9462" y="7671"/>
                    <a:pt x="10252" y="6346"/>
                    <a:pt x="9461" y="5732"/>
                  </a:cubicBezTo>
                  <a:cubicBezTo>
                    <a:pt x="8669" y="5118"/>
                    <a:pt x="10055" y="4219"/>
                    <a:pt x="10979" y="3463"/>
                  </a:cubicBezTo>
                  <a:cubicBezTo>
                    <a:pt x="11902" y="2708"/>
                    <a:pt x="10715" y="1431"/>
                    <a:pt x="10846" y="864"/>
                  </a:cubicBezTo>
                  <a:cubicBezTo>
                    <a:pt x="10979" y="297"/>
                    <a:pt x="10912" y="108"/>
                    <a:pt x="10450" y="297"/>
                  </a:cubicBezTo>
                  <a:cubicBezTo>
                    <a:pt x="9990" y="486"/>
                    <a:pt x="8075" y="-270"/>
                    <a:pt x="7219" y="108"/>
                  </a:cubicBezTo>
                  <a:cubicBezTo>
                    <a:pt x="6361" y="486"/>
                    <a:pt x="7153" y="3605"/>
                    <a:pt x="6756" y="3842"/>
                  </a:cubicBezTo>
                  <a:cubicBezTo>
                    <a:pt x="6361" y="4077"/>
                    <a:pt x="5848" y="3336"/>
                    <a:pt x="5699" y="3653"/>
                  </a:cubicBezTo>
                  <a:cubicBezTo>
                    <a:pt x="5502" y="4077"/>
                    <a:pt x="5767" y="5827"/>
                    <a:pt x="6294" y="5827"/>
                  </a:cubicBezTo>
                  <a:cubicBezTo>
                    <a:pt x="6824" y="5827"/>
                    <a:pt x="7219" y="6300"/>
                    <a:pt x="6889" y="7056"/>
                  </a:cubicBezTo>
                  <a:cubicBezTo>
                    <a:pt x="6559" y="7812"/>
                    <a:pt x="7877" y="7906"/>
                    <a:pt x="9131" y="7576"/>
                  </a:cubicBezTo>
                  <a:cubicBezTo>
                    <a:pt x="10386" y="7245"/>
                    <a:pt x="9923" y="8190"/>
                    <a:pt x="11176" y="804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7" name="Shape 3383"/>
            <p:cNvSpPr/>
            <p:nvPr/>
          </p:nvSpPr>
          <p:spPr>
            <a:xfrm>
              <a:off x="18527466" y="7052390"/>
              <a:ext cx="743158" cy="482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4" h="21523" extrusionOk="0">
                  <a:moveTo>
                    <a:pt x="20090" y="2794"/>
                  </a:moveTo>
                  <a:cubicBezTo>
                    <a:pt x="19285" y="2002"/>
                    <a:pt x="18579" y="1451"/>
                    <a:pt x="19585" y="2950"/>
                  </a:cubicBezTo>
                  <a:cubicBezTo>
                    <a:pt x="20593" y="4452"/>
                    <a:pt x="20051" y="5726"/>
                    <a:pt x="20643" y="5480"/>
                  </a:cubicBezTo>
                  <a:cubicBezTo>
                    <a:pt x="21600" y="5086"/>
                    <a:pt x="20895" y="3584"/>
                    <a:pt x="20090" y="2794"/>
                  </a:cubicBezTo>
                  <a:close/>
                  <a:moveTo>
                    <a:pt x="18377" y="5796"/>
                  </a:moveTo>
                  <a:cubicBezTo>
                    <a:pt x="18377" y="6506"/>
                    <a:pt x="17573" y="6903"/>
                    <a:pt x="16313" y="7691"/>
                  </a:cubicBezTo>
                  <a:cubicBezTo>
                    <a:pt x="15056" y="8481"/>
                    <a:pt x="12769" y="6786"/>
                    <a:pt x="12688" y="7929"/>
                  </a:cubicBezTo>
                  <a:cubicBezTo>
                    <a:pt x="12639" y="8640"/>
                    <a:pt x="14099" y="9906"/>
                    <a:pt x="15458" y="9906"/>
                  </a:cubicBezTo>
                  <a:cubicBezTo>
                    <a:pt x="16817" y="9906"/>
                    <a:pt x="18982" y="7771"/>
                    <a:pt x="18982" y="7139"/>
                  </a:cubicBezTo>
                  <a:cubicBezTo>
                    <a:pt x="18982" y="6509"/>
                    <a:pt x="19838" y="5402"/>
                    <a:pt x="19486" y="4769"/>
                  </a:cubicBezTo>
                  <a:cubicBezTo>
                    <a:pt x="19134" y="4137"/>
                    <a:pt x="18377" y="5084"/>
                    <a:pt x="18377" y="5796"/>
                  </a:cubicBezTo>
                  <a:close/>
                  <a:moveTo>
                    <a:pt x="15507" y="19861"/>
                  </a:moveTo>
                  <a:cubicBezTo>
                    <a:pt x="15156" y="19623"/>
                    <a:pt x="14249" y="18676"/>
                    <a:pt x="14299" y="18043"/>
                  </a:cubicBezTo>
                  <a:cubicBezTo>
                    <a:pt x="14349" y="17413"/>
                    <a:pt x="13292" y="17490"/>
                    <a:pt x="12588" y="16779"/>
                  </a:cubicBezTo>
                  <a:cubicBezTo>
                    <a:pt x="11883" y="16068"/>
                    <a:pt x="12134" y="13777"/>
                    <a:pt x="11380" y="13223"/>
                  </a:cubicBezTo>
                  <a:cubicBezTo>
                    <a:pt x="10624" y="12669"/>
                    <a:pt x="10069" y="10932"/>
                    <a:pt x="10976" y="11010"/>
                  </a:cubicBezTo>
                  <a:cubicBezTo>
                    <a:pt x="11881" y="11090"/>
                    <a:pt x="12034" y="10298"/>
                    <a:pt x="11329" y="9274"/>
                  </a:cubicBezTo>
                  <a:cubicBezTo>
                    <a:pt x="10624" y="8245"/>
                    <a:pt x="8056" y="7851"/>
                    <a:pt x="7954" y="6350"/>
                  </a:cubicBezTo>
                  <a:cubicBezTo>
                    <a:pt x="7854" y="4847"/>
                    <a:pt x="3273" y="1292"/>
                    <a:pt x="1259" y="579"/>
                  </a:cubicBezTo>
                  <a:cubicBezTo>
                    <a:pt x="901" y="454"/>
                    <a:pt x="470" y="248"/>
                    <a:pt x="0" y="0"/>
                  </a:cubicBezTo>
                  <a:lnTo>
                    <a:pt x="0" y="16865"/>
                  </a:lnTo>
                  <a:cubicBezTo>
                    <a:pt x="467" y="17357"/>
                    <a:pt x="1048" y="17751"/>
                    <a:pt x="1812" y="17808"/>
                  </a:cubicBezTo>
                  <a:cubicBezTo>
                    <a:pt x="4027" y="17965"/>
                    <a:pt x="3475" y="15989"/>
                    <a:pt x="3876" y="15989"/>
                  </a:cubicBezTo>
                  <a:cubicBezTo>
                    <a:pt x="4280" y="15989"/>
                    <a:pt x="4431" y="14883"/>
                    <a:pt x="4884" y="14014"/>
                  </a:cubicBezTo>
                  <a:cubicBezTo>
                    <a:pt x="5337" y="13147"/>
                    <a:pt x="7301" y="13855"/>
                    <a:pt x="8459" y="15276"/>
                  </a:cubicBezTo>
                  <a:cubicBezTo>
                    <a:pt x="9617" y="16700"/>
                    <a:pt x="10976" y="20889"/>
                    <a:pt x="12184" y="20493"/>
                  </a:cubicBezTo>
                  <a:cubicBezTo>
                    <a:pt x="13393" y="20098"/>
                    <a:pt x="14652" y="21600"/>
                    <a:pt x="15760" y="21519"/>
                  </a:cubicBezTo>
                  <a:cubicBezTo>
                    <a:pt x="16868" y="21440"/>
                    <a:pt x="15860" y="20098"/>
                    <a:pt x="15507" y="1986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8" name="Shape 3384"/>
            <p:cNvSpPr/>
            <p:nvPr/>
          </p:nvSpPr>
          <p:spPr>
            <a:xfrm>
              <a:off x="14901657" y="6295353"/>
              <a:ext cx="125283" cy="230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7" h="19960" extrusionOk="0">
                  <a:moveTo>
                    <a:pt x="4624" y="1"/>
                  </a:moveTo>
                  <a:cubicBezTo>
                    <a:pt x="1962" y="155"/>
                    <a:pt x="2553" y="2922"/>
                    <a:pt x="1072" y="4920"/>
                  </a:cubicBezTo>
                  <a:cubicBezTo>
                    <a:pt x="-405" y="6922"/>
                    <a:pt x="-103" y="8916"/>
                    <a:pt x="485" y="11839"/>
                  </a:cubicBezTo>
                  <a:cubicBezTo>
                    <a:pt x="1072" y="14765"/>
                    <a:pt x="485" y="17840"/>
                    <a:pt x="5514" y="19529"/>
                  </a:cubicBezTo>
                  <a:cubicBezTo>
                    <a:pt x="11289" y="21473"/>
                    <a:pt x="20601" y="16454"/>
                    <a:pt x="20903" y="12148"/>
                  </a:cubicBezTo>
                  <a:cubicBezTo>
                    <a:pt x="21195" y="7843"/>
                    <a:pt x="6861" y="-127"/>
                    <a:pt x="4624" y="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89" name="Shape 3385"/>
            <p:cNvSpPr/>
            <p:nvPr/>
          </p:nvSpPr>
          <p:spPr>
            <a:xfrm>
              <a:off x="12690318" y="7590283"/>
              <a:ext cx="433748" cy="851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0" h="20854" extrusionOk="0">
                  <a:moveTo>
                    <a:pt x="17765" y="257"/>
                  </a:moveTo>
                  <a:cubicBezTo>
                    <a:pt x="17382" y="-455"/>
                    <a:pt x="17078" y="518"/>
                    <a:pt x="16737" y="691"/>
                  </a:cubicBezTo>
                  <a:cubicBezTo>
                    <a:pt x="16393" y="864"/>
                    <a:pt x="16223" y="1386"/>
                    <a:pt x="16306" y="1734"/>
                  </a:cubicBezTo>
                  <a:cubicBezTo>
                    <a:pt x="16393" y="2081"/>
                    <a:pt x="15278" y="2428"/>
                    <a:pt x="14594" y="2385"/>
                  </a:cubicBezTo>
                  <a:cubicBezTo>
                    <a:pt x="13908" y="2341"/>
                    <a:pt x="12793" y="2559"/>
                    <a:pt x="13136" y="3036"/>
                  </a:cubicBezTo>
                  <a:cubicBezTo>
                    <a:pt x="13478" y="3514"/>
                    <a:pt x="12623" y="3427"/>
                    <a:pt x="13050" y="3817"/>
                  </a:cubicBezTo>
                  <a:cubicBezTo>
                    <a:pt x="13478" y="4209"/>
                    <a:pt x="12109" y="4687"/>
                    <a:pt x="10906" y="4729"/>
                  </a:cubicBezTo>
                  <a:cubicBezTo>
                    <a:pt x="9707" y="4773"/>
                    <a:pt x="8164" y="5860"/>
                    <a:pt x="6879" y="5772"/>
                  </a:cubicBezTo>
                  <a:cubicBezTo>
                    <a:pt x="5592" y="5685"/>
                    <a:pt x="4306" y="6206"/>
                    <a:pt x="3192" y="6120"/>
                  </a:cubicBezTo>
                  <a:cubicBezTo>
                    <a:pt x="2076" y="6032"/>
                    <a:pt x="2849" y="7293"/>
                    <a:pt x="1991" y="8075"/>
                  </a:cubicBezTo>
                  <a:cubicBezTo>
                    <a:pt x="1134" y="8856"/>
                    <a:pt x="1563" y="9767"/>
                    <a:pt x="2334" y="10722"/>
                  </a:cubicBezTo>
                  <a:cubicBezTo>
                    <a:pt x="3105" y="11678"/>
                    <a:pt x="3707" y="12460"/>
                    <a:pt x="1648" y="13719"/>
                  </a:cubicBezTo>
                  <a:cubicBezTo>
                    <a:pt x="-408" y="14979"/>
                    <a:pt x="-238" y="16368"/>
                    <a:pt x="534" y="17237"/>
                  </a:cubicBezTo>
                  <a:cubicBezTo>
                    <a:pt x="1306" y="18105"/>
                    <a:pt x="1306" y="19408"/>
                    <a:pt x="2421" y="20017"/>
                  </a:cubicBezTo>
                  <a:cubicBezTo>
                    <a:pt x="3536" y="20625"/>
                    <a:pt x="6622" y="21145"/>
                    <a:pt x="7563" y="20668"/>
                  </a:cubicBezTo>
                  <a:cubicBezTo>
                    <a:pt x="8506" y="20191"/>
                    <a:pt x="9498" y="20733"/>
                    <a:pt x="10563" y="20103"/>
                  </a:cubicBezTo>
                  <a:cubicBezTo>
                    <a:pt x="11591" y="19495"/>
                    <a:pt x="13307" y="16152"/>
                    <a:pt x="14763" y="13936"/>
                  </a:cubicBezTo>
                  <a:cubicBezTo>
                    <a:pt x="16220" y="11722"/>
                    <a:pt x="18107" y="8811"/>
                    <a:pt x="17935" y="8204"/>
                  </a:cubicBezTo>
                  <a:cubicBezTo>
                    <a:pt x="17765" y="7596"/>
                    <a:pt x="18965" y="7205"/>
                    <a:pt x="18450" y="6553"/>
                  </a:cubicBezTo>
                  <a:cubicBezTo>
                    <a:pt x="17935" y="5902"/>
                    <a:pt x="18621" y="5121"/>
                    <a:pt x="19221" y="5642"/>
                  </a:cubicBezTo>
                  <a:cubicBezTo>
                    <a:pt x="19822" y="6163"/>
                    <a:pt x="20678" y="6163"/>
                    <a:pt x="20936" y="5469"/>
                  </a:cubicBezTo>
                  <a:cubicBezTo>
                    <a:pt x="21192" y="4773"/>
                    <a:pt x="19906" y="3687"/>
                    <a:pt x="19822" y="2689"/>
                  </a:cubicBezTo>
                  <a:cubicBezTo>
                    <a:pt x="19736" y="1690"/>
                    <a:pt x="18022" y="735"/>
                    <a:pt x="17765" y="25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0" name="Shape 3386"/>
            <p:cNvSpPr/>
            <p:nvPr/>
          </p:nvSpPr>
          <p:spPr>
            <a:xfrm>
              <a:off x="12670396" y="5717614"/>
              <a:ext cx="712814" cy="4221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7" h="20982" extrusionOk="0">
                  <a:moveTo>
                    <a:pt x="19639" y="20579"/>
                  </a:moveTo>
                  <a:cubicBezTo>
                    <a:pt x="20238" y="21600"/>
                    <a:pt x="21414" y="20409"/>
                    <a:pt x="21476" y="20001"/>
                  </a:cubicBezTo>
                  <a:cubicBezTo>
                    <a:pt x="21539" y="19591"/>
                    <a:pt x="18964" y="19427"/>
                    <a:pt x="19639" y="20579"/>
                  </a:cubicBezTo>
                  <a:close/>
                  <a:moveTo>
                    <a:pt x="15237" y="834"/>
                  </a:moveTo>
                  <a:cubicBezTo>
                    <a:pt x="14308" y="1174"/>
                    <a:pt x="11984" y="919"/>
                    <a:pt x="11674" y="1174"/>
                  </a:cubicBezTo>
                  <a:cubicBezTo>
                    <a:pt x="11363" y="1431"/>
                    <a:pt x="9197" y="3987"/>
                    <a:pt x="8887" y="5178"/>
                  </a:cubicBezTo>
                  <a:cubicBezTo>
                    <a:pt x="8577" y="6370"/>
                    <a:pt x="8112" y="6540"/>
                    <a:pt x="7648" y="5945"/>
                  </a:cubicBezTo>
                  <a:cubicBezTo>
                    <a:pt x="7184" y="5348"/>
                    <a:pt x="5272" y="5519"/>
                    <a:pt x="5119" y="5262"/>
                  </a:cubicBezTo>
                  <a:cubicBezTo>
                    <a:pt x="4963" y="5007"/>
                    <a:pt x="3570" y="4753"/>
                    <a:pt x="2898" y="4922"/>
                  </a:cubicBezTo>
                  <a:cubicBezTo>
                    <a:pt x="2227" y="5092"/>
                    <a:pt x="1865" y="4411"/>
                    <a:pt x="1557" y="4582"/>
                  </a:cubicBezTo>
                  <a:cubicBezTo>
                    <a:pt x="1246" y="4750"/>
                    <a:pt x="936" y="5348"/>
                    <a:pt x="783" y="5688"/>
                  </a:cubicBezTo>
                  <a:cubicBezTo>
                    <a:pt x="627" y="6027"/>
                    <a:pt x="936" y="6966"/>
                    <a:pt x="834" y="7308"/>
                  </a:cubicBezTo>
                  <a:cubicBezTo>
                    <a:pt x="807" y="7395"/>
                    <a:pt x="475" y="7684"/>
                    <a:pt x="0" y="8059"/>
                  </a:cubicBezTo>
                  <a:cubicBezTo>
                    <a:pt x="163" y="8718"/>
                    <a:pt x="258" y="9402"/>
                    <a:pt x="154" y="9897"/>
                  </a:cubicBezTo>
                  <a:cubicBezTo>
                    <a:pt x="-61" y="10913"/>
                    <a:pt x="127" y="13291"/>
                    <a:pt x="688" y="14656"/>
                  </a:cubicBezTo>
                  <a:cubicBezTo>
                    <a:pt x="1249" y="16021"/>
                    <a:pt x="1035" y="18533"/>
                    <a:pt x="1301" y="19019"/>
                  </a:cubicBezTo>
                  <a:cubicBezTo>
                    <a:pt x="1569" y="19503"/>
                    <a:pt x="3652" y="19416"/>
                    <a:pt x="4586" y="18401"/>
                  </a:cubicBezTo>
                  <a:cubicBezTo>
                    <a:pt x="5521" y="17390"/>
                    <a:pt x="6163" y="17211"/>
                    <a:pt x="6912" y="17211"/>
                  </a:cubicBezTo>
                  <a:cubicBezTo>
                    <a:pt x="7659" y="17211"/>
                    <a:pt x="8647" y="16154"/>
                    <a:pt x="8887" y="15625"/>
                  </a:cubicBezTo>
                  <a:cubicBezTo>
                    <a:pt x="9128" y="15096"/>
                    <a:pt x="10223" y="15052"/>
                    <a:pt x="10677" y="15142"/>
                  </a:cubicBezTo>
                  <a:cubicBezTo>
                    <a:pt x="11131" y="15229"/>
                    <a:pt x="11585" y="14393"/>
                    <a:pt x="12093" y="13555"/>
                  </a:cubicBezTo>
                  <a:cubicBezTo>
                    <a:pt x="12600" y="12716"/>
                    <a:pt x="14204" y="12366"/>
                    <a:pt x="15913" y="11484"/>
                  </a:cubicBezTo>
                  <a:cubicBezTo>
                    <a:pt x="17622" y="10604"/>
                    <a:pt x="17247" y="9280"/>
                    <a:pt x="17648" y="8486"/>
                  </a:cubicBezTo>
                  <a:cubicBezTo>
                    <a:pt x="17984" y="7823"/>
                    <a:pt x="18454" y="8016"/>
                    <a:pt x="19194" y="7529"/>
                  </a:cubicBezTo>
                  <a:cubicBezTo>
                    <a:pt x="18363" y="4724"/>
                    <a:pt x="17442" y="1579"/>
                    <a:pt x="16980" y="0"/>
                  </a:cubicBezTo>
                  <a:cubicBezTo>
                    <a:pt x="16158" y="417"/>
                    <a:pt x="15495" y="740"/>
                    <a:pt x="15237" y="83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1" name="Shape 3387"/>
            <p:cNvSpPr/>
            <p:nvPr/>
          </p:nvSpPr>
          <p:spPr>
            <a:xfrm>
              <a:off x="14204388" y="10100455"/>
              <a:ext cx="121481" cy="77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61" h="16951" extrusionOk="0">
                  <a:moveTo>
                    <a:pt x="5560" y="714"/>
                  </a:moveTo>
                  <a:cubicBezTo>
                    <a:pt x="4496" y="-3262"/>
                    <a:pt x="-4365" y="10429"/>
                    <a:pt x="2724" y="15500"/>
                  </a:cubicBezTo>
                  <a:cubicBezTo>
                    <a:pt x="5910" y="17763"/>
                    <a:pt x="7326" y="12649"/>
                    <a:pt x="9451" y="15500"/>
                  </a:cubicBezTo>
                  <a:cubicBezTo>
                    <a:pt x="11567" y="18338"/>
                    <a:pt x="15816" y="17205"/>
                    <a:pt x="16527" y="10382"/>
                  </a:cubicBezTo>
                  <a:cubicBezTo>
                    <a:pt x="17235" y="3552"/>
                    <a:pt x="6621" y="4694"/>
                    <a:pt x="5560" y="71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2" name="Shape 3388"/>
            <p:cNvSpPr/>
            <p:nvPr/>
          </p:nvSpPr>
          <p:spPr>
            <a:xfrm>
              <a:off x="19364190" y="7211765"/>
              <a:ext cx="468546" cy="327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0177" extrusionOk="0">
                  <a:moveTo>
                    <a:pt x="16196" y="11094"/>
                  </a:moveTo>
                  <a:cubicBezTo>
                    <a:pt x="15605" y="12895"/>
                    <a:pt x="17967" y="16005"/>
                    <a:pt x="18321" y="16085"/>
                  </a:cubicBezTo>
                  <a:cubicBezTo>
                    <a:pt x="18674" y="16168"/>
                    <a:pt x="16652" y="9708"/>
                    <a:pt x="16196" y="11094"/>
                  </a:cubicBezTo>
                  <a:close/>
                  <a:moveTo>
                    <a:pt x="18261" y="18377"/>
                  </a:moveTo>
                  <a:cubicBezTo>
                    <a:pt x="18379" y="18786"/>
                    <a:pt x="19915" y="20750"/>
                    <a:pt x="20681" y="20013"/>
                  </a:cubicBezTo>
                  <a:cubicBezTo>
                    <a:pt x="21448" y="19276"/>
                    <a:pt x="18060" y="17676"/>
                    <a:pt x="18261" y="18377"/>
                  </a:cubicBezTo>
                  <a:close/>
                  <a:moveTo>
                    <a:pt x="13422" y="14777"/>
                  </a:moveTo>
                  <a:cubicBezTo>
                    <a:pt x="13658" y="16414"/>
                    <a:pt x="15428" y="17395"/>
                    <a:pt x="16138" y="16824"/>
                  </a:cubicBezTo>
                  <a:cubicBezTo>
                    <a:pt x="16844" y="16250"/>
                    <a:pt x="13179" y="13085"/>
                    <a:pt x="13422" y="14777"/>
                  </a:cubicBezTo>
                  <a:close/>
                  <a:moveTo>
                    <a:pt x="13893" y="11258"/>
                  </a:moveTo>
                  <a:cubicBezTo>
                    <a:pt x="14544" y="10687"/>
                    <a:pt x="10241" y="7418"/>
                    <a:pt x="10174" y="8475"/>
                  </a:cubicBezTo>
                  <a:cubicBezTo>
                    <a:pt x="10117" y="9458"/>
                    <a:pt x="13245" y="11832"/>
                    <a:pt x="13893" y="11258"/>
                  </a:cubicBezTo>
                  <a:close/>
                  <a:moveTo>
                    <a:pt x="5042" y="4713"/>
                  </a:moveTo>
                  <a:cubicBezTo>
                    <a:pt x="4983" y="5121"/>
                    <a:pt x="6871" y="7659"/>
                    <a:pt x="7285" y="7249"/>
                  </a:cubicBezTo>
                  <a:cubicBezTo>
                    <a:pt x="7697" y="6841"/>
                    <a:pt x="5149" y="3974"/>
                    <a:pt x="5042" y="4713"/>
                  </a:cubicBezTo>
                  <a:close/>
                  <a:moveTo>
                    <a:pt x="8" y="130"/>
                  </a:moveTo>
                  <a:cubicBezTo>
                    <a:pt x="-152" y="1113"/>
                    <a:pt x="2373" y="6306"/>
                    <a:pt x="3311" y="5478"/>
                  </a:cubicBezTo>
                  <a:cubicBezTo>
                    <a:pt x="5042" y="3953"/>
                    <a:pt x="164" y="-850"/>
                    <a:pt x="8" y="13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3" name="Shape 3389"/>
            <p:cNvSpPr/>
            <p:nvPr/>
          </p:nvSpPr>
          <p:spPr>
            <a:xfrm>
              <a:off x="19364190" y="7211765"/>
              <a:ext cx="468546" cy="327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0177" extrusionOk="0">
                  <a:moveTo>
                    <a:pt x="16196" y="11094"/>
                  </a:moveTo>
                  <a:cubicBezTo>
                    <a:pt x="15605" y="12895"/>
                    <a:pt x="17967" y="16005"/>
                    <a:pt x="18321" y="16085"/>
                  </a:cubicBezTo>
                  <a:cubicBezTo>
                    <a:pt x="18674" y="16168"/>
                    <a:pt x="16652" y="9708"/>
                    <a:pt x="16196" y="11094"/>
                  </a:cubicBezTo>
                  <a:close/>
                  <a:moveTo>
                    <a:pt x="18261" y="18377"/>
                  </a:moveTo>
                  <a:cubicBezTo>
                    <a:pt x="18379" y="18786"/>
                    <a:pt x="19915" y="20750"/>
                    <a:pt x="20681" y="20013"/>
                  </a:cubicBezTo>
                  <a:cubicBezTo>
                    <a:pt x="21448" y="19276"/>
                    <a:pt x="18060" y="17676"/>
                    <a:pt x="18261" y="18377"/>
                  </a:cubicBezTo>
                  <a:close/>
                  <a:moveTo>
                    <a:pt x="13422" y="14777"/>
                  </a:moveTo>
                  <a:cubicBezTo>
                    <a:pt x="13658" y="16414"/>
                    <a:pt x="15428" y="17395"/>
                    <a:pt x="16138" y="16824"/>
                  </a:cubicBezTo>
                  <a:cubicBezTo>
                    <a:pt x="16844" y="16250"/>
                    <a:pt x="13179" y="13085"/>
                    <a:pt x="13422" y="14777"/>
                  </a:cubicBezTo>
                  <a:close/>
                  <a:moveTo>
                    <a:pt x="13893" y="11258"/>
                  </a:moveTo>
                  <a:cubicBezTo>
                    <a:pt x="14544" y="10687"/>
                    <a:pt x="10241" y="7418"/>
                    <a:pt x="10174" y="8475"/>
                  </a:cubicBezTo>
                  <a:cubicBezTo>
                    <a:pt x="10117" y="9458"/>
                    <a:pt x="13245" y="11832"/>
                    <a:pt x="13893" y="11258"/>
                  </a:cubicBezTo>
                  <a:close/>
                  <a:moveTo>
                    <a:pt x="5042" y="4713"/>
                  </a:moveTo>
                  <a:cubicBezTo>
                    <a:pt x="4983" y="5121"/>
                    <a:pt x="6871" y="7659"/>
                    <a:pt x="7285" y="7249"/>
                  </a:cubicBezTo>
                  <a:cubicBezTo>
                    <a:pt x="7697" y="6841"/>
                    <a:pt x="5149" y="3974"/>
                    <a:pt x="5042" y="4713"/>
                  </a:cubicBezTo>
                  <a:close/>
                  <a:moveTo>
                    <a:pt x="8" y="130"/>
                  </a:moveTo>
                  <a:cubicBezTo>
                    <a:pt x="-152" y="1113"/>
                    <a:pt x="2373" y="6306"/>
                    <a:pt x="3311" y="5478"/>
                  </a:cubicBezTo>
                  <a:cubicBezTo>
                    <a:pt x="5042" y="3953"/>
                    <a:pt x="164" y="-850"/>
                    <a:pt x="8" y="13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4" name="Shape 3390"/>
            <p:cNvSpPr/>
            <p:nvPr/>
          </p:nvSpPr>
          <p:spPr>
            <a:xfrm>
              <a:off x="16834093" y="7530518"/>
              <a:ext cx="2449163" cy="21783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1498" extrusionOk="0">
                  <a:moveTo>
                    <a:pt x="17620" y="19683"/>
                  </a:moveTo>
                  <a:cubicBezTo>
                    <a:pt x="17306" y="19722"/>
                    <a:pt x="16834" y="19360"/>
                    <a:pt x="16724" y="19394"/>
                  </a:cubicBezTo>
                  <a:cubicBezTo>
                    <a:pt x="16595" y="19434"/>
                    <a:pt x="17131" y="20339"/>
                    <a:pt x="16968" y="20575"/>
                  </a:cubicBezTo>
                  <a:cubicBezTo>
                    <a:pt x="16805" y="20811"/>
                    <a:pt x="17446" y="21454"/>
                    <a:pt x="17667" y="21494"/>
                  </a:cubicBezTo>
                  <a:cubicBezTo>
                    <a:pt x="17888" y="21533"/>
                    <a:pt x="17806" y="21244"/>
                    <a:pt x="17958" y="21257"/>
                  </a:cubicBezTo>
                  <a:cubicBezTo>
                    <a:pt x="18109" y="21271"/>
                    <a:pt x="18051" y="21087"/>
                    <a:pt x="18074" y="20955"/>
                  </a:cubicBezTo>
                  <a:cubicBezTo>
                    <a:pt x="18098" y="20825"/>
                    <a:pt x="18249" y="21100"/>
                    <a:pt x="18377" y="21021"/>
                  </a:cubicBezTo>
                  <a:cubicBezTo>
                    <a:pt x="18505" y="20943"/>
                    <a:pt x="18342" y="20378"/>
                    <a:pt x="18529" y="20378"/>
                  </a:cubicBezTo>
                  <a:cubicBezTo>
                    <a:pt x="18715" y="20378"/>
                    <a:pt x="18564" y="19696"/>
                    <a:pt x="18505" y="19473"/>
                  </a:cubicBezTo>
                  <a:cubicBezTo>
                    <a:pt x="18447" y="19249"/>
                    <a:pt x="17935" y="19643"/>
                    <a:pt x="17620" y="19683"/>
                  </a:cubicBezTo>
                  <a:close/>
                  <a:moveTo>
                    <a:pt x="12357" y="16035"/>
                  </a:moveTo>
                  <a:cubicBezTo>
                    <a:pt x="12485" y="16166"/>
                    <a:pt x="12916" y="16126"/>
                    <a:pt x="12986" y="15943"/>
                  </a:cubicBezTo>
                  <a:cubicBezTo>
                    <a:pt x="13056" y="15759"/>
                    <a:pt x="12242" y="15917"/>
                    <a:pt x="12357" y="16035"/>
                  </a:cubicBezTo>
                  <a:close/>
                  <a:moveTo>
                    <a:pt x="9737" y="497"/>
                  </a:moveTo>
                  <a:cubicBezTo>
                    <a:pt x="9714" y="340"/>
                    <a:pt x="8885" y="522"/>
                    <a:pt x="9062" y="681"/>
                  </a:cubicBezTo>
                  <a:cubicBezTo>
                    <a:pt x="9178" y="786"/>
                    <a:pt x="9761" y="655"/>
                    <a:pt x="9737" y="497"/>
                  </a:cubicBezTo>
                  <a:close/>
                  <a:moveTo>
                    <a:pt x="21405" y="10772"/>
                  </a:moveTo>
                  <a:cubicBezTo>
                    <a:pt x="21498" y="10694"/>
                    <a:pt x="21358" y="10274"/>
                    <a:pt x="21276" y="10339"/>
                  </a:cubicBezTo>
                  <a:cubicBezTo>
                    <a:pt x="21195" y="10405"/>
                    <a:pt x="21195" y="9683"/>
                    <a:pt x="21253" y="9355"/>
                  </a:cubicBezTo>
                  <a:cubicBezTo>
                    <a:pt x="21311" y="9027"/>
                    <a:pt x="21276" y="9066"/>
                    <a:pt x="21125" y="9237"/>
                  </a:cubicBezTo>
                  <a:cubicBezTo>
                    <a:pt x="20974" y="9408"/>
                    <a:pt x="20811" y="8909"/>
                    <a:pt x="20776" y="8778"/>
                  </a:cubicBezTo>
                  <a:cubicBezTo>
                    <a:pt x="20741" y="8647"/>
                    <a:pt x="20566" y="8279"/>
                    <a:pt x="20368" y="8331"/>
                  </a:cubicBezTo>
                  <a:cubicBezTo>
                    <a:pt x="20170" y="8384"/>
                    <a:pt x="20298" y="8016"/>
                    <a:pt x="20112" y="8056"/>
                  </a:cubicBezTo>
                  <a:cubicBezTo>
                    <a:pt x="19926" y="8095"/>
                    <a:pt x="19891" y="7754"/>
                    <a:pt x="19926" y="7439"/>
                  </a:cubicBezTo>
                  <a:cubicBezTo>
                    <a:pt x="19961" y="7124"/>
                    <a:pt x="19798" y="7374"/>
                    <a:pt x="19716" y="7243"/>
                  </a:cubicBezTo>
                  <a:cubicBezTo>
                    <a:pt x="19635" y="7111"/>
                    <a:pt x="19542" y="7216"/>
                    <a:pt x="19413" y="7268"/>
                  </a:cubicBezTo>
                  <a:cubicBezTo>
                    <a:pt x="19285" y="7321"/>
                    <a:pt x="19250" y="6993"/>
                    <a:pt x="19285" y="6862"/>
                  </a:cubicBezTo>
                  <a:cubicBezTo>
                    <a:pt x="19320" y="6731"/>
                    <a:pt x="19262" y="6573"/>
                    <a:pt x="19087" y="6429"/>
                  </a:cubicBezTo>
                  <a:cubicBezTo>
                    <a:pt x="18913" y="6284"/>
                    <a:pt x="18901" y="6166"/>
                    <a:pt x="18913" y="5995"/>
                  </a:cubicBezTo>
                  <a:cubicBezTo>
                    <a:pt x="18924" y="5825"/>
                    <a:pt x="17923" y="5247"/>
                    <a:pt x="17702" y="5195"/>
                  </a:cubicBezTo>
                  <a:cubicBezTo>
                    <a:pt x="17481" y="5143"/>
                    <a:pt x="17667" y="4880"/>
                    <a:pt x="17574" y="4789"/>
                  </a:cubicBezTo>
                  <a:cubicBezTo>
                    <a:pt x="17481" y="4697"/>
                    <a:pt x="17446" y="4355"/>
                    <a:pt x="17446" y="4067"/>
                  </a:cubicBezTo>
                  <a:cubicBezTo>
                    <a:pt x="17446" y="3778"/>
                    <a:pt x="17120" y="3686"/>
                    <a:pt x="17131" y="3450"/>
                  </a:cubicBezTo>
                  <a:cubicBezTo>
                    <a:pt x="17143" y="3213"/>
                    <a:pt x="17038" y="2990"/>
                    <a:pt x="17061" y="2728"/>
                  </a:cubicBezTo>
                  <a:cubicBezTo>
                    <a:pt x="17085" y="2465"/>
                    <a:pt x="16724" y="2400"/>
                    <a:pt x="16712" y="2256"/>
                  </a:cubicBezTo>
                  <a:cubicBezTo>
                    <a:pt x="16701" y="2111"/>
                    <a:pt x="16502" y="2242"/>
                    <a:pt x="16305" y="2269"/>
                  </a:cubicBezTo>
                  <a:cubicBezTo>
                    <a:pt x="16107" y="2295"/>
                    <a:pt x="16118" y="1980"/>
                    <a:pt x="16141" y="1678"/>
                  </a:cubicBezTo>
                  <a:cubicBezTo>
                    <a:pt x="16165" y="1376"/>
                    <a:pt x="16060" y="878"/>
                    <a:pt x="15897" y="733"/>
                  </a:cubicBezTo>
                  <a:cubicBezTo>
                    <a:pt x="15734" y="589"/>
                    <a:pt x="15722" y="90"/>
                    <a:pt x="15641" y="11"/>
                  </a:cubicBezTo>
                  <a:cubicBezTo>
                    <a:pt x="15559" y="-67"/>
                    <a:pt x="15291" y="274"/>
                    <a:pt x="15303" y="445"/>
                  </a:cubicBezTo>
                  <a:cubicBezTo>
                    <a:pt x="15315" y="615"/>
                    <a:pt x="15280" y="812"/>
                    <a:pt x="15175" y="917"/>
                  </a:cubicBezTo>
                  <a:cubicBezTo>
                    <a:pt x="15070" y="1022"/>
                    <a:pt x="15245" y="1429"/>
                    <a:pt x="15105" y="1573"/>
                  </a:cubicBezTo>
                  <a:cubicBezTo>
                    <a:pt x="14965" y="1718"/>
                    <a:pt x="15094" y="2295"/>
                    <a:pt x="15059" y="2623"/>
                  </a:cubicBezTo>
                  <a:cubicBezTo>
                    <a:pt x="15024" y="2951"/>
                    <a:pt x="15035" y="3305"/>
                    <a:pt x="14896" y="3528"/>
                  </a:cubicBezTo>
                  <a:cubicBezTo>
                    <a:pt x="14756" y="3751"/>
                    <a:pt x="14733" y="4106"/>
                    <a:pt x="14453" y="4224"/>
                  </a:cubicBezTo>
                  <a:cubicBezTo>
                    <a:pt x="14174" y="4342"/>
                    <a:pt x="13801" y="4093"/>
                    <a:pt x="13812" y="3922"/>
                  </a:cubicBezTo>
                  <a:cubicBezTo>
                    <a:pt x="13824" y="3751"/>
                    <a:pt x="13510" y="3647"/>
                    <a:pt x="13347" y="3673"/>
                  </a:cubicBezTo>
                  <a:cubicBezTo>
                    <a:pt x="13184" y="3699"/>
                    <a:pt x="13091" y="3437"/>
                    <a:pt x="12834" y="3213"/>
                  </a:cubicBezTo>
                  <a:cubicBezTo>
                    <a:pt x="12578" y="2990"/>
                    <a:pt x="12380" y="3266"/>
                    <a:pt x="12299" y="3004"/>
                  </a:cubicBezTo>
                  <a:cubicBezTo>
                    <a:pt x="12217" y="2741"/>
                    <a:pt x="12136" y="2702"/>
                    <a:pt x="11949" y="2557"/>
                  </a:cubicBezTo>
                  <a:cubicBezTo>
                    <a:pt x="11764" y="2413"/>
                    <a:pt x="11821" y="2413"/>
                    <a:pt x="11996" y="2269"/>
                  </a:cubicBezTo>
                  <a:cubicBezTo>
                    <a:pt x="12171" y="2125"/>
                    <a:pt x="12136" y="1941"/>
                    <a:pt x="12043" y="1770"/>
                  </a:cubicBezTo>
                  <a:cubicBezTo>
                    <a:pt x="11949" y="1599"/>
                    <a:pt x="12147" y="1639"/>
                    <a:pt x="12380" y="1494"/>
                  </a:cubicBezTo>
                  <a:cubicBezTo>
                    <a:pt x="12613" y="1350"/>
                    <a:pt x="12380" y="1180"/>
                    <a:pt x="12555" y="1101"/>
                  </a:cubicBezTo>
                  <a:cubicBezTo>
                    <a:pt x="12730" y="1022"/>
                    <a:pt x="12625" y="851"/>
                    <a:pt x="12439" y="812"/>
                  </a:cubicBezTo>
                  <a:cubicBezTo>
                    <a:pt x="12252" y="773"/>
                    <a:pt x="12311" y="1022"/>
                    <a:pt x="12241" y="1048"/>
                  </a:cubicBezTo>
                  <a:cubicBezTo>
                    <a:pt x="12171" y="1075"/>
                    <a:pt x="12101" y="720"/>
                    <a:pt x="12043" y="733"/>
                  </a:cubicBezTo>
                  <a:cubicBezTo>
                    <a:pt x="11984" y="746"/>
                    <a:pt x="11764" y="1087"/>
                    <a:pt x="11647" y="917"/>
                  </a:cubicBezTo>
                  <a:cubicBezTo>
                    <a:pt x="11530" y="746"/>
                    <a:pt x="10878" y="602"/>
                    <a:pt x="10622" y="563"/>
                  </a:cubicBezTo>
                  <a:cubicBezTo>
                    <a:pt x="10366" y="523"/>
                    <a:pt x="10285" y="156"/>
                    <a:pt x="10133" y="222"/>
                  </a:cubicBezTo>
                  <a:cubicBezTo>
                    <a:pt x="9982" y="287"/>
                    <a:pt x="10156" y="405"/>
                    <a:pt x="10331" y="615"/>
                  </a:cubicBezTo>
                  <a:cubicBezTo>
                    <a:pt x="10506" y="825"/>
                    <a:pt x="9749" y="969"/>
                    <a:pt x="9528" y="891"/>
                  </a:cubicBezTo>
                  <a:cubicBezTo>
                    <a:pt x="9306" y="812"/>
                    <a:pt x="9563" y="1075"/>
                    <a:pt x="9376" y="1061"/>
                  </a:cubicBezTo>
                  <a:cubicBezTo>
                    <a:pt x="9190" y="1048"/>
                    <a:pt x="9155" y="1416"/>
                    <a:pt x="9004" y="1599"/>
                  </a:cubicBezTo>
                  <a:cubicBezTo>
                    <a:pt x="8852" y="1783"/>
                    <a:pt x="8957" y="1915"/>
                    <a:pt x="8794" y="2032"/>
                  </a:cubicBezTo>
                  <a:cubicBezTo>
                    <a:pt x="8631" y="2151"/>
                    <a:pt x="8619" y="2282"/>
                    <a:pt x="8817" y="2531"/>
                  </a:cubicBezTo>
                  <a:cubicBezTo>
                    <a:pt x="9015" y="2780"/>
                    <a:pt x="8724" y="2794"/>
                    <a:pt x="8549" y="2597"/>
                  </a:cubicBezTo>
                  <a:cubicBezTo>
                    <a:pt x="8375" y="2400"/>
                    <a:pt x="8200" y="2400"/>
                    <a:pt x="8212" y="2623"/>
                  </a:cubicBezTo>
                  <a:cubicBezTo>
                    <a:pt x="8223" y="2846"/>
                    <a:pt x="8002" y="2741"/>
                    <a:pt x="8037" y="2492"/>
                  </a:cubicBezTo>
                  <a:cubicBezTo>
                    <a:pt x="8072" y="2242"/>
                    <a:pt x="7793" y="2361"/>
                    <a:pt x="7746" y="2216"/>
                  </a:cubicBezTo>
                  <a:cubicBezTo>
                    <a:pt x="7699" y="2072"/>
                    <a:pt x="7455" y="1836"/>
                    <a:pt x="7303" y="1849"/>
                  </a:cubicBezTo>
                  <a:cubicBezTo>
                    <a:pt x="7152" y="1862"/>
                    <a:pt x="7152" y="2046"/>
                    <a:pt x="7001" y="2046"/>
                  </a:cubicBezTo>
                  <a:cubicBezTo>
                    <a:pt x="6849" y="2046"/>
                    <a:pt x="6814" y="2137"/>
                    <a:pt x="6838" y="2321"/>
                  </a:cubicBezTo>
                  <a:cubicBezTo>
                    <a:pt x="6861" y="2505"/>
                    <a:pt x="6605" y="2308"/>
                    <a:pt x="6430" y="2334"/>
                  </a:cubicBezTo>
                  <a:cubicBezTo>
                    <a:pt x="6256" y="2361"/>
                    <a:pt x="6430" y="2584"/>
                    <a:pt x="6337" y="2597"/>
                  </a:cubicBezTo>
                  <a:cubicBezTo>
                    <a:pt x="6244" y="2610"/>
                    <a:pt x="6244" y="2794"/>
                    <a:pt x="6093" y="2794"/>
                  </a:cubicBezTo>
                  <a:cubicBezTo>
                    <a:pt x="5941" y="2794"/>
                    <a:pt x="5964" y="3174"/>
                    <a:pt x="5988" y="3371"/>
                  </a:cubicBezTo>
                  <a:cubicBezTo>
                    <a:pt x="6011" y="3568"/>
                    <a:pt x="5755" y="3279"/>
                    <a:pt x="5604" y="3332"/>
                  </a:cubicBezTo>
                  <a:cubicBezTo>
                    <a:pt x="5452" y="3384"/>
                    <a:pt x="5638" y="3555"/>
                    <a:pt x="5685" y="3778"/>
                  </a:cubicBezTo>
                  <a:cubicBezTo>
                    <a:pt x="5732" y="4001"/>
                    <a:pt x="5604" y="3988"/>
                    <a:pt x="5522" y="4080"/>
                  </a:cubicBezTo>
                  <a:cubicBezTo>
                    <a:pt x="5441" y="4172"/>
                    <a:pt x="5312" y="3830"/>
                    <a:pt x="5312" y="3633"/>
                  </a:cubicBezTo>
                  <a:cubicBezTo>
                    <a:pt x="5312" y="3437"/>
                    <a:pt x="5114" y="3620"/>
                    <a:pt x="4905" y="3870"/>
                  </a:cubicBezTo>
                  <a:cubicBezTo>
                    <a:pt x="4695" y="4119"/>
                    <a:pt x="4975" y="4500"/>
                    <a:pt x="4882" y="4565"/>
                  </a:cubicBezTo>
                  <a:cubicBezTo>
                    <a:pt x="4788" y="4631"/>
                    <a:pt x="4369" y="5077"/>
                    <a:pt x="4125" y="5405"/>
                  </a:cubicBezTo>
                  <a:cubicBezTo>
                    <a:pt x="3880" y="5733"/>
                    <a:pt x="3356" y="5536"/>
                    <a:pt x="3193" y="5694"/>
                  </a:cubicBezTo>
                  <a:cubicBezTo>
                    <a:pt x="3030" y="5851"/>
                    <a:pt x="2856" y="5733"/>
                    <a:pt x="2692" y="5877"/>
                  </a:cubicBezTo>
                  <a:cubicBezTo>
                    <a:pt x="2529" y="6022"/>
                    <a:pt x="2227" y="6297"/>
                    <a:pt x="2192" y="6127"/>
                  </a:cubicBezTo>
                  <a:cubicBezTo>
                    <a:pt x="2157" y="5956"/>
                    <a:pt x="1738" y="6088"/>
                    <a:pt x="1563" y="6297"/>
                  </a:cubicBezTo>
                  <a:cubicBezTo>
                    <a:pt x="1388" y="6508"/>
                    <a:pt x="1109" y="6691"/>
                    <a:pt x="911" y="6704"/>
                  </a:cubicBezTo>
                  <a:cubicBezTo>
                    <a:pt x="713" y="6717"/>
                    <a:pt x="713" y="7058"/>
                    <a:pt x="632" y="7137"/>
                  </a:cubicBezTo>
                  <a:cubicBezTo>
                    <a:pt x="550" y="7216"/>
                    <a:pt x="573" y="6862"/>
                    <a:pt x="573" y="6770"/>
                  </a:cubicBezTo>
                  <a:cubicBezTo>
                    <a:pt x="573" y="6678"/>
                    <a:pt x="387" y="6928"/>
                    <a:pt x="305" y="7203"/>
                  </a:cubicBezTo>
                  <a:cubicBezTo>
                    <a:pt x="224" y="7479"/>
                    <a:pt x="503" y="7583"/>
                    <a:pt x="329" y="7872"/>
                  </a:cubicBezTo>
                  <a:cubicBezTo>
                    <a:pt x="154" y="8161"/>
                    <a:pt x="-9" y="8449"/>
                    <a:pt x="236" y="8817"/>
                  </a:cubicBezTo>
                  <a:cubicBezTo>
                    <a:pt x="480" y="9185"/>
                    <a:pt x="620" y="9421"/>
                    <a:pt x="538" y="9604"/>
                  </a:cubicBezTo>
                  <a:cubicBezTo>
                    <a:pt x="457" y="9788"/>
                    <a:pt x="282" y="9237"/>
                    <a:pt x="224" y="9303"/>
                  </a:cubicBezTo>
                  <a:cubicBezTo>
                    <a:pt x="166" y="9368"/>
                    <a:pt x="445" y="9604"/>
                    <a:pt x="375" y="9722"/>
                  </a:cubicBezTo>
                  <a:cubicBezTo>
                    <a:pt x="305" y="9840"/>
                    <a:pt x="55" y="9276"/>
                    <a:pt x="3" y="9408"/>
                  </a:cubicBezTo>
                  <a:cubicBezTo>
                    <a:pt x="-44" y="9526"/>
                    <a:pt x="527" y="10418"/>
                    <a:pt x="538" y="10746"/>
                  </a:cubicBezTo>
                  <a:cubicBezTo>
                    <a:pt x="550" y="11074"/>
                    <a:pt x="1004" y="11389"/>
                    <a:pt x="981" y="11862"/>
                  </a:cubicBezTo>
                  <a:cubicBezTo>
                    <a:pt x="958" y="12334"/>
                    <a:pt x="1377" y="13095"/>
                    <a:pt x="1447" y="13213"/>
                  </a:cubicBezTo>
                  <a:cubicBezTo>
                    <a:pt x="1516" y="13331"/>
                    <a:pt x="1283" y="13646"/>
                    <a:pt x="1330" y="14001"/>
                  </a:cubicBezTo>
                  <a:cubicBezTo>
                    <a:pt x="1377" y="14355"/>
                    <a:pt x="1225" y="14486"/>
                    <a:pt x="1027" y="14486"/>
                  </a:cubicBezTo>
                  <a:cubicBezTo>
                    <a:pt x="830" y="14486"/>
                    <a:pt x="946" y="14854"/>
                    <a:pt x="1167" y="14880"/>
                  </a:cubicBezTo>
                  <a:cubicBezTo>
                    <a:pt x="1388" y="14906"/>
                    <a:pt x="1307" y="15077"/>
                    <a:pt x="1551" y="15261"/>
                  </a:cubicBezTo>
                  <a:cubicBezTo>
                    <a:pt x="1796" y="15444"/>
                    <a:pt x="2378" y="15378"/>
                    <a:pt x="2576" y="15378"/>
                  </a:cubicBezTo>
                  <a:cubicBezTo>
                    <a:pt x="2774" y="15378"/>
                    <a:pt x="2832" y="15037"/>
                    <a:pt x="3100" y="15024"/>
                  </a:cubicBezTo>
                  <a:cubicBezTo>
                    <a:pt x="3368" y="15011"/>
                    <a:pt x="3344" y="14919"/>
                    <a:pt x="3473" y="14735"/>
                  </a:cubicBezTo>
                  <a:cubicBezTo>
                    <a:pt x="3601" y="14552"/>
                    <a:pt x="4206" y="14604"/>
                    <a:pt x="4823" y="14644"/>
                  </a:cubicBezTo>
                  <a:cubicBezTo>
                    <a:pt x="5441" y="14683"/>
                    <a:pt x="5708" y="14473"/>
                    <a:pt x="5802" y="14184"/>
                  </a:cubicBezTo>
                  <a:cubicBezTo>
                    <a:pt x="5881" y="13938"/>
                    <a:pt x="6325" y="13922"/>
                    <a:pt x="6500" y="13738"/>
                  </a:cubicBezTo>
                  <a:cubicBezTo>
                    <a:pt x="6675" y="13554"/>
                    <a:pt x="6826" y="13541"/>
                    <a:pt x="7280" y="13567"/>
                  </a:cubicBezTo>
                  <a:cubicBezTo>
                    <a:pt x="7734" y="13594"/>
                    <a:pt x="8154" y="13318"/>
                    <a:pt x="8445" y="13187"/>
                  </a:cubicBezTo>
                  <a:cubicBezTo>
                    <a:pt x="8736" y="13056"/>
                    <a:pt x="9272" y="13108"/>
                    <a:pt x="9551" y="13029"/>
                  </a:cubicBezTo>
                  <a:cubicBezTo>
                    <a:pt x="9830" y="12951"/>
                    <a:pt x="9877" y="13423"/>
                    <a:pt x="10191" y="13384"/>
                  </a:cubicBezTo>
                  <a:cubicBezTo>
                    <a:pt x="10506" y="13344"/>
                    <a:pt x="10646" y="13489"/>
                    <a:pt x="10808" y="13476"/>
                  </a:cubicBezTo>
                  <a:cubicBezTo>
                    <a:pt x="10971" y="13463"/>
                    <a:pt x="10948" y="13607"/>
                    <a:pt x="11111" y="13646"/>
                  </a:cubicBezTo>
                  <a:cubicBezTo>
                    <a:pt x="11274" y="13686"/>
                    <a:pt x="11251" y="13843"/>
                    <a:pt x="11146" y="14014"/>
                  </a:cubicBezTo>
                  <a:cubicBezTo>
                    <a:pt x="11041" y="14184"/>
                    <a:pt x="11391" y="14171"/>
                    <a:pt x="11612" y="14512"/>
                  </a:cubicBezTo>
                  <a:cubicBezTo>
                    <a:pt x="11833" y="14854"/>
                    <a:pt x="11624" y="14906"/>
                    <a:pt x="11740" y="15169"/>
                  </a:cubicBezTo>
                  <a:cubicBezTo>
                    <a:pt x="11856" y="15431"/>
                    <a:pt x="11938" y="15365"/>
                    <a:pt x="12171" y="14998"/>
                  </a:cubicBezTo>
                  <a:cubicBezTo>
                    <a:pt x="12404" y="14630"/>
                    <a:pt x="12660" y="14867"/>
                    <a:pt x="12695" y="14552"/>
                  </a:cubicBezTo>
                  <a:cubicBezTo>
                    <a:pt x="12730" y="14237"/>
                    <a:pt x="12975" y="13869"/>
                    <a:pt x="13137" y="14027"/>
                  </a:cubicBezTo>
                  <a:cubicBezTo>
                    <a:pt x="13300" y="14184"/>
                    <a:pt x="13021" y="14263"/>
                    <a:pt x="12916" y="14867"/>
                  </a:cubicBezTo>
                  <a:cubicBezTo>
                    <a:pt x="12811" y="15470"/>
                    <a:pt x="12625" y="15155"/>
                    <a:pt x="12590" y="15326"/>
                  </a:cubicBezTo>
                  <a:cubicBezTo>
                    <a:pt x="12555" y="15497"/>
                    <a:pt x="13079" y="15589"/>
                    <a:pt x="13079" y="15273"/>
                  </a:cubicBezTo>
                  <a:cubicBezTo>
                    <a:pt x="13079" y="14958"/>
                    <a:pt x="13172" y="14814"/>
                    <a:pt x="13370" y="15103"/>
                  </a:cubicBezTo>
                  <a:cubicBezTo>
                    <a:pt x="13568" y="15392"/>
                    <a:pt x="13254" y="15628"/>
                    <a:pt x="13300" y="15759"/>
                  </a:cubicBezTo>
                  <a:cubicBezTo>
                    <a:pt x="13347" y="15890"/>
                    <a:pt x="13568" y="15719"/>
                    <a:pt x="13685" y="15733"/>
                  </a:cubicBezTo>
                  <a:cubicBezTo>
                    <a:pt x="13892" y="15756"/>
                    <a:pt x="14174" y="16271"/>
                    <a:pt x="14127" y="16546"/>
                  </a:cubicBezTo>
                  <a:cubicBezTo>
                    <a:pt x="14080" y="16822"/>
                    <a:pt x="14011" y="17084"/>
                    <a:pt x="14407" y="17308"/>
                  </a:cubicBezTo>
                  <a:cubicBezTo>
                    <a:pt x="14802" y="17531"/>
                    <a:pt x="14651" y="17570"/>
                    <a:pt x="14942" y="17570"/>
                  </a:cubicBezTo>
                  <a:cubicBezTo>
                    <a:pt x="15233" y="17570"/>
                    <a:pt x="15839" y="17832"/>
                    <a:pt x="16002" y="17990"/>
                  </a:cubicBezTo>
                  <a:cubicBezTo>
                    <a:pt x="16165" y="18147"/>
                    <a:pt x="16584" y="17872"/>
                    <a:pt x="16665" y="17557"/>
                  </a:cubicBezTo>
                  <a:cubicBezTo>
                    <a:pt x="16747" y="17242"/>
                    <a:pt x="17050" y="17544"/>
                    <a:pt x="16887" y="17649"/>
                  </a:cubicBezTo>
                  <a:cubicBezTo>
                    <a:pt x="16724" y="17754"/>
                    <a:pt x="16968" y="18003"/>
                    <a:pt x="16980" y="17832"/>
                  </a:cubicBezTo>
                  <a:cubicBezTo>
                    <a:pt x="16991" y="17662"/>
                    <a:pt x="17061" y="17517"/>
                    <a:pt x="17120" y="17715"/>
                  </a:cubicBezTo>
                  <a:cubicBezTo>
                    <a:pt x="17178" y="17911"/>
                    <a:pt x="17388" y="17911"/>
                    <a:pt x="17469" y="18069"/>
                  </a:cubicBezTo>
                  <a:cubicBezTo>
                    <a:pt x="17551" y="18226"/>
                    <a:pt x="17644" y="18344"/>
                    <a:pt x="17644" y="18213"/>
                  </a:cubicBezTo>
                  <a:cubicBezTo>
                    <a:pt x="17644" y="18082"/>
                    <a:pt x="17690" y="17963"/>
                    <a:pt x="17877" y="17885"/>
                  </a:cubicBezTo>
                  <a:cubicBezTo>
                    <a:pt x="18063" y="17806"/>
                    <a:pt x="18179" y="17662"/>
                    <a:pt x="18377" y="17478"/>
                  </a:cubicBezTo>
                  <a:cubicBezTo>
                    <a:pt x="18575" y="17294"/>
                    <a:pt x="19390" y="17255"/>
                    <a:pt x="19472" y="17255"/>
                  </a:cubicBezTo>
                  <a:cubicBezTo>
                    <a:pt x="19553" y="17255"/>
                    <a:pt x="19600" y="16468"/>
                    <a:pt x="19646" y="16061"/>
                  </a:cubicBezTo>
                  <a:cubicBezTo>
                    <a:pt x="19693" y="15654"/>
                    <a:pt x="19996" y="15589"/>
                    <a:pt x="20042" y="15155"/>
                  </a:cubicBezTo>
                  <a:cubicBezTo>
                    <a:pt x="20089" y="14722"/>
                    <a:pt x="20496" y="13922"/>
                    <a:pt x="20601" y="13883"/>
                  </a:cubicBezTo>
                  <a:cubicBezTo>
                    <a:pt x="20706" y="13843"/>
                    <a:pt x="20904" y="13725"/>
                    <a:pt x="20916" y="13476"/>
                  </a:cubicBezTo>
                  <a:cubicBezTo>
                    <a:pt x="20927" y="13226"/>
                    <a:pt x="21195" y="12951"/>
                    <a:pt x="21195" y="12649"/>
                  </a:cubicBezTo>
                  <a:cubicBezTo>
                    <a:pt x="21195" y="12347"/>
                    <a:pt x="21347" y="11993"/>
                    <a:pt x="21323" y="11901"/>
                  </a:cubicBezTo>
                  <a:cubicBezTo>
                    <a:pt x="21300" y="11809"/>
                    <a:pt x="21207" y="11520"/>
                    <a:pt x="21382" y="11310"/>
                  </a:cubicBezTo>
                  <a:cubicBezTo>
                    <a:pt x="21556" y="11100"/>
                    <a:pt x="21311" y="10851"/>
                    <a:pt x="21405" y="1077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5" name="Shape 3391"/>
            <p:cNvSpPr/>
            <p:nvPr/>
          </p:nvSpPr>
          <p:spPr>
            <a:xfrm>
              <a:off x="20081380" y="9084434"/>
              <a:ext cx="725702" cy="89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0" h="21548" extrusionOk="0">
                  <a:moveTo>
                    <a:pt x="19204" y="5271"/>
                  </a:moveTo>
                  <a:cubicBezTo>
                    <a:pt x="18859" y="5753"/>
                    <a:pt x="18169" y="5142"/>
                    <a:pt x="17517" y="5142"/>
                  </a:cubicBezTo>
                  <a:cubicBezTo>
                    <a:pt x="16865" y="5142"/>
                    <a:pt x="16481" y="4757"/>
                    <a:pt x="16481" y="4274"/>
                  </a:cubicBezTo>
                  <a:cubicBezTo>
                    <a:pt x="16481" y="3792"/>
                    <a:pt x="16328" y="3085"/>
                    <a:pt x="15714" y="3117"/>
                  </a:cubicBezTo>
                  <a:cubicBezTo>
                    <a:pt x="15101" y="3150"/>
                    <a:pt x="15906" y="3663"/>
                    <a:pt x="15676" y="3921"/>
                  </a:cubicBezTo>
                  <a:cubicBezTo>
                    <a:pt x="15446" y="4178"/>
                    <a:pt x="15292" y="3632"/>
                    <a:pt x="14985" y="3632"/>
                  </a:cubicBezTo>
                  <a:cubicBezTo>
                    <a:pt x="14680" y="3632"/>
                    <a:pt x="14334" y="3278"/>
                    <a:pt x="14334" y="2635"/>
                  </a:cubicBezTo>
                  <a:cubicBezTo>
                    <a:pt x="14334" y="1992"/>
                    <a:pt x="13682" y="2057"/>
                    <a:pt x="13682" y="1317"/>
                  </a:cubicBezTo>
                  <a:cubicBezTo>
                    <a:pt x="13682" y="578"/>
                    <a:pt x="12301" y="0"/>
                    <a:pt x="11534" y="0"/>
                  </a:cubicBezTo>
                  <a:cubicBezTo>
                    <a:pt x="10767" y="0"/>
                    <a:pt x="11687" y="1156"/>
                    <a:pt x="12071" y="1543"/>
                  </a:cubicBezTo>
                  <a:cubicBezTo>
                    <a:pt x="12454" y="1928"/>
                    <a:pt x="13298" y="2282"/>
                    <a:pt x="13260" y="2571"/>
                  </a:cubicBezTo>
                  <a:cubicBezTo>
                    <a:pt x="13221" y="2860"/>
                    <a:pt x="13835" y="3600"/>
                    <a:pt x="14296" y="3728"/>
                  </a:cubicBezTo>
                  <a:cubicBezTo>
                    <a:pt x="14755" y="3857"/>
                    <a:pt x="14026" y="4982"/>
                    <a:pt x="14026" y="5881"/>
                  </a:cubicBezTo>
                  <a:cubicBezTo>
                    <a:pt x="14026" y="6782"/>
                    <a:pt x="13183" y="6622"/>
                    <a:pt x="12608" y="7200"/>
                  </a:cubicBezTo>
                  <a:cubicBezTo>
                    <a:pt x="12032" y="7778"/>
                    <a:pt x="14065" y="8357"/>
                    <a:pt x="14909" y="8935"/>
                  </a:cubicBezTo>
                  <a:cubicBezTo>
                    <a:pt x="15753" y="9514"/>
                    <a:pt x="14185" y="10936"/>
                    <a:pt x="14410" y="11250"/>
                  </a:cubicBezTo>
                  <a:cubicBezTo>
                    <a:pt x="14525" y="11410"/>
                    <a:pt x="15101" y="11636"/>
                    <a:pt x="15983" y="11443"/>
                  </a:cubicBezTo>
                  <a:cubicBezTo>
                    <a:pt x="16865" y="11250"/>
                    <a:pt x="17287" y="9643"/>
                    <a:pt x="17901" y="9193"/>
                  </a:cubicBezTo>
                  <a:cubicBezTo>
                    <a:pt x="18513" y="8743"/>
                    <a:pt x="18130" y="8035"/>
                    <a:pt x="18438" y="7682"/>
                  </a:cubicBezTo>
                  <a:cubicBezTo>
                    <a:pt x="18744" y="7328"/>
                    <a:pt x="19165" y="7361"/>
                    <a:pt x="19588" y="7361"/>
                  </a:cubicBezTo>
                  <a:cubicBezTo>
                    <a:pt x="20009" y="7361"/>
                    <a:pt x="19779" y="6493"/>
                    <a:pt x="20316" y="6493"/>
                  </a:cubicBezTo>
                  <a:cubicBezTo>
                    <a:pt x="20853" y="6493"/>
                    <a:pt x="20585" y="5881"/>
                    <a:pt x="20892" y="5207"/>
                  </a:cubicBezTo>
                  <a:cubicBezTo>
                    <a:pt x="21198" y="4532"/>
                    <a:pt x="19549" y="4789"/>
                    <a:pt x="19204" y="5271"/>
                  </a:cubicBezTo>
                  <a:close/>
                  <a:moveTo>
                    <a:pt x="1870" y="21536"/>
                  </a:moveTo>
                  <a:cubicBezTo>
                    <a:pt x="2138" y="21600"/>
                    <a:pt x="3020" y="21407"/>
                    <a:pt x="2521" y="20894"/>
                  </a:cubicBezTo>
                  <a:cubicBezTo>
                    <a:pt x="2023" y="20379"/>
                    <a:pt x="1235" y="21384"/>
                    <a:pt x="1870" y="21536"/>
                  </a:cubicBezTo>
                  <a:close/>
                  <a:moveTo>
                    <a:pt x="12953" y="10446"/>
                  </a:moveTo>
                  <a:cubicBezTo>
                    <a:pt x="12416" y="10125"/>
                    <a:pt x="12148" y="10575"/>
                    <a:pt x="11572" y="10800"/>
                  </a:cubicBezTo>
                  <a:cubicBezTo>
                    <a:pt x="10997" y="11025"/>
                    <a:pt x="10614" y="9739"/>
                    <a:pt x="9885" y="10222"/>
                  </a:cubicBezTo>
                  <a:cubicBezTo>
                    <a:pt x="9156" y="10704"/>
                    <a:pt x="9808" y="10896"/>
                    <a:pt x="9003" y="11475"/>
                  </a:cubicBezTo>
                  <a:cubicBezTo>
                    <a:pt x="8197" y="12054"/>
                    <a:pt x="8542" y="12246"/>
                    <a:pt x="7583" y="13500"/>
                  </a:cubicBezTo>
                  <a:cubicBezTo>
                    <a:pt x="6625" y="14753"/>
                    <a:pt x="3326" y="15460"/>
                    <a:pt x="2829" y="16136"/>
                  </a:cubicBezTo>
                  <a:cubicBezTo>
                    <a:pt x="2330" y="16811"/>
                    <a:pt x="681" y="17357"/>
                    <a:pt x="642" y="17871"/>
                  </a:cubicBezTo>
                  <a:cubicBezTo>
                    <a:pt x="603" y="18386"/>
                    <a:pt x="-402" y="18753"/>
                    <a:pt x="182" y="19447"/>
                  </a:cubicBezTo>
                  <a:cubicBezTo>
                    <a:pt x="642" y="19993"/>
                    <a:pt x="1255" y="19606"/>
                    <a:pt x="1754" y="20025"/>
                  </a:cubicBezTo>
                  <a:cubicBezTo>
                    <a:pt x="2253" y="20443"/>
                    <a:pt x="2751" y="20089"/>
                    <a:pt x="2982" y="20443"/>
                  </a:cubicBezTo>
                  <a:cubicBezTo>
                    <a:pt x="3212" y="20797"/>
                    <a:pt x="4899" y="20797"/>
                    <a:pt x="6165" y="19833"/>
                  </a:cubicBezTo>
                  <a:cubicBezTo>
                    <a:pt x="7430" y="18868"/>
                    <a:pt x="6817" y="18418"/>
                    <a:pt x="7315" y="18160"/>
                  </a:cubicBezTo>
                  <a:cubicBezTo>
                    <a:pt x="7813" y="17904"/>
                    <a:pt x="7890" y="17133"/>
                    <a:pt x="8197" y="16650"/>
                  </a:cubicBezTo>
                  <a:cubicBezTo>
                    <a:pt x="8504" y="16168"/>
                    <a:pt x="8734" y="15653"/>
                    <a:pt x="10115" y="15653"/>
                  </a:cubicBezTo>
                  <a:cubicBezTo>
                    <a:pt x="11496" y="15653"/>
                    <a:pt x="10767" y="15429"/>
                    <a:pt x="10690" y="14883"/>
                  </a:cubicBezTo>
                  <a:cubicBezTo>
                    <a:pt x="10614" y="14336"/>
                    <a:pt x="11841" y="14240"/>
                    <a:pt x="11841" y="13532"/>
                  </a:cubicBezTo>
                  <a:cubicBezTo>
                    <a:pt x="11841" y="12825"/>
                    <a:pt x="13528" y="12182"/>
                    <a:pt x="13183" y="11636"/>
                  </a:cubicBezTo>
                  <a:cubicBezTo>
                    <a:pt x="12837" y="11089"/>
                    <a:pt x="13489" y="10768"/>
                    <a:pt x="12953" y="1044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6" name="Shape 3392"/>
            <p:cNvSpPr/>
            <p:nvPr/>
          </p:nvSpPr>
          <p:spPr>
            <a:xfrm>
              <a:off x="20738808" y="7889113"/>
              <a:ext cx="147847" cy="123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45" h="18073" extrusionOk="0">
                  <a:moveTo>
                    <a:pt x="11168" y="5742"/>
                  </a:moveTo>
                  <a:cubicBezTo>
                    <a:pt x="13085" y="6522"/>
                    <a:pt x="19345" y="4188"/>
                    <a:pt x="19345" y="879"/>
                  </a:cubicBezTo>
                  <a:cubicBezTo>
                    <a:pt x="19345" y="-2426"/>
                    <a:pt x="8279" y="4572"/>
                    <a:pt x="11168" y="5742"/>
                  </a:cubicBezTo>
                  <a:close/>
                  <a:moveTo>
                    <a:pt x="382" y="16057"/>
                  </a:moveTo>
                  <a:cubicBezTo>
                    <a:pt x="3340" y="19174"/>
                    <a:pt x="9254" y="18978"/>
                    <a:pt x="9427" y="13335"/>
                  </a:cubicBezTo>
                  <a:cubicBezTo>
                    <a:pt x="9605" y="7686"/>
                    <a:pt x="-2255" y="13284"/>
                    <a:pt x="382" y="1605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7" name="Shape 3393"/>
            <p:cNvSpPr/>
            <p:nvPr/>
          </p:nvSpPr>
          <p:spPr>
            <a:xfrm>
              <a:off x="13287978" y="4123854"/>
              <a:ext cx="848534" cy="5300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7" h="21048" extrusionOk="0">
                  <a:moveTo>
                    <a:pt x="21263" y="13370"/>
                  </a:moveTo>
                  <a:cubicBezTo>
                    <a:pt x="21263" y="13370"/>
                    <a:pt x="20280" y="12596"/>
                    <a:pt x="19923" y="12665"/>
                  </a:cubicBezTo>
                  <a:cubicBezTo>
                    <a:pt x="19565" y="12736"/>
                    <a:pt x="18985" y="11400"/>
                    <a:pt x="18359" y="11046"/>
                  </a:cubicBezTo>
                  <a:cubicBezTo>
                    <a:pt x="17734" y="10694"/>
                    <a:pt x="16886" y="10062"/>
                    <a:pt x="16618" y="9427"/>
                  </a:cubicBezTo>
                  <a:cubicBezTo>
                    <a:pt x="16349" y="8794"/>
                    <a:pt x="15233" y="8160"/>
                    <a:pt x="15098" y="7667"/>
                  </a:cubicBezTo>
                  <a:cubicBezTo>
                    <a:pt x="14965" y="7174"/>
                    <a:pt x="14742" y="6328"/>
                    <a:pt x="14428" y="5695"/>
                  </a:cubicBezTo>
                  <a:cubicBezTo>
                    <a:pt x="14116" y="5061"/>
                    <a:pt x="14117" y="4216"/>
                    <a:pt x="13804" y="4146"/>
                  </a:cubicBezTo>
                  <a:cubicBezTo>
                    <a:pt x="13491" y="4077"/>
                    <a:pt x="11570" y="4146"/>
                    <a:pt x="11570" y="3725"/>
                  </a:cubicBezTo>
                  <a:cubicBezTo>
                    <a:pt x="11570" y="3303"/>
                    <a:pt x="11435" y="1330"/>
                    <a:pt x="11034" y="1190"/>
                  </a:cubicBezTo>
                  <a:cubicBezTo>
                    <a:pt x="10632" y="1047"/>
                    <a:pt x="10096" y="908"/>
                    <a:pt x="9873" y="556"/>
                  </a:cubicBezTo>
                  <a:cubicBezTo>
                    <a:pt x="9650" y="202"/>
                    <a:pt x="8934" y="-220"/>
                    <a:pt x="8800" y="134"/>
                  </a:cubicBezTo>
                  <a:cubicBezTo>
                    <a:pt x="8667" y="484"/>
                    <a:pt x="8310" y="625"/>
                    <a:pt x="8176" y="625"/>
                  </a:cubicBezTo>
                  <a:cubicBezTo>
                    <a:pt x="8042" y="625"/>
                    <a:pt x="8087" y="1612"/>
                    <a:pt x="7640" y="1541"/>
                  </a:cubicBezTo>
                  <a:cubicBezTo>
                    <a:pt x="7193" y="1471"/>
                    <a:pt x="6567" y="2316"/>
                    <a:pt x="6567" y="2808"/>
                  </a:cubicBezTo>
                  <a:cubicBezTo>
                    <a:pt x="6567" y="3303"/>
                    <a:pt x="6612" y="4005"/>
                    <a:pt x="6032" y="3936"/>
                  </a:cubicBezTo>
                  <a:cubicBezTo>
                    <a:pt x="5741" y="3899"/>
                    <a:pt x="5326" y="3812"/>
                    <a:pt x="4969" y="3538"/>
                  </a:cubicBezTo>
                  <a:cubicBezTo>
                    <a:pt x="4885" y="3640"/>
                    <a:pt x="4401" y="4169"/>
                    <a:pt x="3912" y="3141"/>
                  </a:cubicBezTo>
                  <a:cubicBezTo>
                    <a:pt x="3376" y="2011"/>
                    <a:pt x="2540" y="883"/>
                    <a:pt x="2064" y="883"/>
                  </a:cubicBezTo>
                  <a:cubicBezTo>
                    <a:pt x="1635" y="883"/>
                    <a:pt x="154" y="888"/>
                    <a:pt x="503" y="2182"/>
                  </a:cubicBezTo>
                  <a:cubicBezTo>
                    <a:pt x="607" y="1893"/>
                    <a:pt x="808" y="1700"/>
                    <a:pt x="1208" y="1753"/>
                  </a:cubicBezTo>
                  <a:cubicBezTo>
                    <a:pt x="2279" y="1893"/>
                    <a:pt x="1788" y="3864"/>
                    <a:pt x="2368" y="3936"/>
                  </a:cubicBezTo>
                  <a:cubicBezTo>
                    <a:pt x="2950" y="4005"/>
                    <a:pt x="3620" y="5415"/>
                    <a:pt x="3083" y="5343"/>
                  </a:cubicBezTo>
                  <a:cubicBezTo>
                    <a:pt x="2547" y="5273"/>
                    <a:pt x="2100" y="6118"/>
                    <a:pt x="1565" y="5837"/>
                  </a:cubicBezTo>
                  <a:cubicBezTo>
                    <a:pt x="1029" y="5554"/>
                    <a:pt x="359" y="4850"/>
                    <a:pt x="179" y="5837"/>
                  </a:cubicBezTo>
                  <a:cubicBezTo>
                    <a:pt x="1" y="6821"/>
                    <a:pt x="-223" y="7878"/>
                    <a:pt x="492" y="7807"/>
                  </a:cubicBezTo>
                  <a:cubicBezTo>
                    <a:pt x="1208" y="7738"/>
                    <a:pt x="1072" y="8512"/>
                    <a:pt x="582" y="9286"/>
                  </a:cubicBezTo>
                  <a:cubicBezTo>
                    <a:pt x="91" y="10062"/>
                    <a:pt x="1341" y="9145"/>
                    <a:pt x="1430" y="9850"/>
                  </a:cubicBezTo>
                  <a:cubicBezTo>
                    <a:pt x="1519" y="10553"/>
                    <a:pt x="1921" y="10624"/>
                    <a:pt x="1744" y="11750"/>
                  </a:cubicBezTo>
                  <a:cubicBezTo>
                    <a:pt x="1630" y="12463"/>
                    <a:pt x="1714" y="13885"/>
                    <a:pt x="1745" y="14938"/>
                  </a:cubicBezTo>
                  <a:cubicBezTo>
                    <a:pt x="2219" y="14932"/>
                    <a:pt x="2857" y="14868"/>
                    <a:pt x="2994" y="14565"/>
                  </a:cubicBezTo>
                  <a:cubicBezTo>
                    <a:pt x="3217" y="14074"/>
                    <a:pt x="3931" y="13087"/>
                    <a:pt x="4333" y="13087"/>
                  </a:cubicBezTo>
                  <a:cubicBezTo>
                    <a:pt x="4736" y="13087"/>
                    <a:pt x="5182" y="13370"/>
                    <a:pt x="5406" y="12876"/>
                  </a:cubicBezTo>
                  <a:cubicBezTo>
                    <a:pt x="5629" y="12384"/>
                    <a:pt x="6924" y="12524"/>
                    <a:pt x="7148" y="12948"/>
                  </a:cubicBezTo>
                  <a:cubicBezTo>
                    <a:pt x="7372" y="13370"/>
                    <a:pt x="8085" y="13721"/>
                    <a:pt x="8264" y="13721"/>
                  </a:cubicBezTo>
                  <a:cubicBezTo>
                    <a:pt x="8443" y="13721"/>
                    <a:pt x="8533" y="14354"/>
                    <a:pt x="8980" y="14286"/>
                  </a:cubicBezTo>
                  <a:cubicBezTo>
                    <a:pt x="9426" y="14215"/>
                    <a:pt x="10275" y="14497"/>
                    <a:pt x="10275" y="14919"/>
                  </a:cubicBezTo>
                  <a:cubicBezTo>
                    <a:pt x="10275" y="15342"/>
                    <a:pt x="10587" y="15763"/>
                    <a:pt x="10945" y="15763"/>
                  </a:cubicBezTo>
                  <a:cubicBezTo>
                    <a:pt x="11302" y="15763"/>
                    <a:pt x="11615" y="17172"/>
                    <a:pt x="11972" y="17101"/>
                  </a:cubicBezTo>
                  <a:cubicBezTo>
                    <a:pt x="12330" y="17031"/>
                    <a:pt x="13043" y="17031"/>
                    <a:pt x="13043" y="17383"/>
                  </a:cubicBezTo>
                  <a:cubicBezTo>
                    <a:pt x="13043" y="17678"/>
                    <a:pt x="13109" y="19344"/>
                    <a:pt x="13313" y="20297"/>
                  </a:cubicBezTo>
                  <a:cubicBezTo>
                    <a:pt x="13436" y="20193"/>
                    <a:pt x="13562" y="20177"/>
                    <a:pt x="13634" y="20250"/>
                  </a:cubicBezTo>
                  <a:cubicBezTo>
                    <a:pt x="13813" y="20439"/>
                    <a:pt x="14589" y="20063"/>
                    <a:pt x="14708" y="20721"/>
                  </a:cubicBezTo>
                  <a:cubicBezTo>
                    <a:pt x="14827" y="21380"/>
                    <a:pt x="16079" y="21002"/>
                    <a:pt x="16020" y="19968"/>
                  </a:cubicBezTo>
                  <a:cubicBezTo>
                    <a:pt x="15960" y="18934"/>
                    <a:pt x="17988" y="18934"/>
                    <a:pt x="18167" y="17995"/>
                  </a:cubicBezTo>
                  <a:cubicBezTo>
                    <a:pt x="18346" y="17054"/>
                    <a:pt x="18585" y="15361"/>
                    <a:pt x="19063" y="15643"/>
                  </a:cubicBezTo>
                  <a:cubicBezTo>
                    <a:pt x="19538" y="15926"/>
                    <a:pt x="19837" y="14422"/>
                    <a:pt x="20255" y="14516"/>
                  </a:cubicBezTo>
                  <a:cubicBezTo>
                    <a:pt x="20637" y="14601"/>
                    <a:pt x="20920" y="15072"/>
                    <a:pt x="21377" y="14938"/>
                  </a:cubicBezTo>
                  <a:cubicBezTo>
                    <a:pt x="21377" y="14938"/>
                    <a:pt x="21263" y="13370"/>
                    <a:pt x="21263" y="1337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8" name="Shape 3394"/>
            <p:cNvSpPr/>
            <p:nvPr/>
          </p:nvSpPr>
          <p:spPr>
            <a:xfrm>
              <a:off x="12750083" y="4323075"/>
              <a:ext cx="1167699" cy="997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1507" extrusionOk="0">
                  <a:moveTo>
                    <a:pt x="20860" y="18532"/>
                  </a:moveTo>
                  <a:cubicBezTo>
                    <a:pt x="20601" y="18429"/>
                    <a:pt x="20860" y="17358"/>
                    <a:pt x="20343" y="17103"/>
                  </a:cubicBezTo>
                  <a:cubicBezTo>
                    <a:pt x="19825" y="16847"/>
                    <a:pt x="19366" y="16433"/>
                    <a:pt x="19222" y="15981"/>
                  </a:cubicBezTo>
                  <a:cubicBezTo>
                    <a:pt x="19092" y="15572"/>
                    <a:pt x="18446" y="15163"/>
                    <a:pt x="18489" y="14858"/>
                  </a:cubicBezTo>
                  <a:cubicBezTo>
                    <a:pt x="18532" y="14552"/>
                    <a:pt x="19782" y="13582"/>
                    <a:pt x="19610" y="13020"/>
                  </a:cubicBezTo>
                  <a:cubicBezTo>
                    <a:pt x="19437" y="12460"/>
                    <a:pt x="18618" y="12562"/>
                    <a:pt x="18532" y="12358"/>
                  </a:cubicBezTo>
                  <a:cubicBezTo>
                    <a:pt x="18446" y="12154"/>
                    <a:pt x="18576" y="11439"/>
                    <a:pt x="18359" y="10878"/>
                  </a:cubicBezTo>
                  <a:cubicBezTo>
                    <a:pt x="18144" y="10316"/>
                    <a:pt x="18532" y="9806"/>
                    <a:pt x="18359" y="9500"/>
                  </a:cubicBezTo>
                  <a:cubicBezTo>
                    <a:pt x="18187" y="9195"/>
                    <a:pt x="18446" y="8582"/>
                    <a:pt x="18489" y="8377"/>
                  </a:cubicBezTo>
                  <a:cubicBezTo>
                    <a:pt x="18532" y="8173"/>
                    <a:pt x="18962" y="7868"/>
                    <a:pt x="18920" y="7358"/>
                  </a:cubicBezTo>
                  <a:cubicBezTo>
                    <a:pt x="18894" y="7049"/>
                    <a:pt x="19025" y="6855"/>
                    <a:pt x="19162" y="6770"/>
                  </a:cubicBezTo>
                  <a:cubicBezTo>
                    <a:pt x="19014" y="6253"/>
                    <a:pt x="18967" y="5349"/>
                    <a:pt x="18967" y="5188"/>
                  </a:cubicBezTo>
                  <a:cubicBezTo>
                    <a:pt x="18967" y="4998"/>
                    <a:pt x="18451" y="4998"/>
                    <a:pt x="18193" y="5035"/>
                  </a:cubicBezTo>
                  <a:cubicBezTo>
                    <a:pt x="17934" y="5074"/>
                    <a:pt x="17708" y="4310"/>
                    <a:pt x="17450" y="4310"/>
                  </a:cubicBezTo>
                  <a:cubicBezTo>
                    <a:pt x="17192" y="4310"/>
                    <a:pt x="16966" y="4081"/>
                    <a:pt x="16966" y="3852"/>
                  </a:cubicBezTo>
                  <a:cubicBezTo>
                    <a:pt x="16966" y="3622"/>
                    <a:pt x="16352" y="3469"/>
                    <a:pt x="16030" y="3507"/>
                  </a:cubicBezTo>
                  <a:cubicBezTo>
                    <a:pt x="15707" y="3545"/>
                    <a:pt x="15642" y="3201"/>
                    <a:pt x="15512" y="3201"/>
                  </a:cubicBezTo>
                  <a:cubicBezTo>
                    <a:pt x="15383" y="3201"/>
                    <a:pt x="14868" y="3010"/>
                    <a:pt x="14705" y="2781"/>
                  </a:cubicBezTo>
                  <a:cubicBezTo>
                    <a:pt x="14544" y="2551"/>
                    <a:pt x="13608" y="2476"/>
                    <a:pt x="13447" y="2742"/>
                  </a:cubicBezTo>
                  <a:cubicBezTo>
                    <a:pt x="13285" y="3010"/>
                    <a:pt x="12962" y="2857"/>
                    <a:pt x="12671" y="2857"/>
                  </a:cubicBezTo>
                  <a:cubicBezTo>
                    <a:pt x="12381" y="2857"/>
                    <a:pt x="11864" y="3393"/>
                    <a:pt x="11703" y="3659"/>
                  </a:cubicBezTo>
                  <a:cubicBezTo>
                    <a:pt x="11604" y="3824"/>
                    <a:pt x="11143" y="3858"/>
                    <a:pt x="10800" y="3862"/>
                  </a:cubicBezTo>
                  <a:cubicBezTo>
                    <a:pt x="10814" y="4191"/>
                    <a:pt x="10814" y="4455"/>
                    <a:pt x="10766" y="4539"/>
                  </a:cubicBezTo>
                  <a:cubicBezTo>
                    <a:pt x="10598" y="4840"/>
                    <a:pt x="9346" y="5112"/>
                    <a:pt x="8409" y="5150"/>
                  </a:cubicBezTo>
                  <a:cubicBezTo>
                    <a:pt x="7473" y="5188"/>
                    <a:pt x="7408" y="3737"/>
                    <a:pt x="6408" y="3737"/>
                  </a:cubicBezTo>
                  <a:cubicBezTo>
                    <a:pt x="5680" y="3737"/>
                    <a:pt x="5125" y="2949"/>
                    <a:pt x="5087" y="2210"/>
                  </a:cubicBezTo>
                  <a:cubicBezTo>
                    <a:pt x="4655" y="2015"/>
                    <a:pt x="4245" y="1681"/>
                    <a:pt x="4305" y="1540"/>
                  </a:cubicBezTo>
                  <a:cubicBezTo>
                    <a:pt x="4391" y="1337"/>
                    <a:pt x="4606" y="60"/>
                    <a:pt x="4089" y="366"/>
                  </a:cubicBezTo>
                  <a:cubicBezTo>
                    <a:pt x="3572" y="673"/>
                    <a:pt x="2839" y="1642"/>
                    <a:pt x="1891" y="1489"/>
                  </a:cubicBezTo>
                  <a:cubicBezTo>
                    <a:pt x="942" y="1336"/>
                    <a:pt x="1631" y="1234"/>
                    <a:pt x="1157" y="979"/>
                  </a:cubicBezTo>
                  <a:cubicBezTo>
                    <a:pt x="683" y="724"/>
                    <a:pt x="985" y="111"/>
                    <a:pt x="511" y="9"/>
                  </a:cubicBezTo>
                  <a:cubicBezTo>
                    <a:pt x="37" y="-93"/>
                    <a:pt x="381" y="673"/>
                    <a:pt x="123" y="673"/>
                  </a:cubicBezTo>
                  <a:cubicBezTo>
                    <a:pt x="-136" y="673"/>
                    <a:pt x="80" y="1540"/>
                    <a:pt x="166" y="1744"/>
                  </a:cubicBezTo>
                  <a:cubicBezTo>
                    <a:pt x="253" y="1948"/>
                    <a:pt x="-7" y="3071"/>
                    <a:pt x="166" y="3121"/>
                  </a:cubicBezTo>
                  <a:cubicBezTo>
                    <a:pt x="339" y="3172"/>
                    <a:pt x="726" y="3989"/>
                    <a:pt x="683" y="4143"/>
                  </a:cubicBezTo>
                  <a:cubicBezTo>
                    <a:pt x="640" y="4296"/>
                    <a:pt x="1071" y="4806"/>
                    <a:pt x="1071" y="5162"/>
                  </a:cubicBezTo>
                  <a:cubicBezTo>
                    <a:pt x="1071" y="5520"/>
                    <a:pt x="1459" y="5929"/>
                    <a:pt x="1675" y="5929"/>
                  </a:cubicBezTo>
                  <a:cubicBezTo>
                    <a:pt x="1891" y="5929"/>
                    <a:pt x="2192" y="6082"/>
                    <a:pt x="2106" y="6387"/>
                  </a:cubicBezTo>
                  <a:cubicBezTo>
                    <a:pt x="2019" y="6694"/>
                    <a:pt x="2235" y="7153"/>
                    <a:pt x="1977" y="7153"/>
                  </a:cubicBezTo>
                  <a:cubicBezTo>
                    <a:pt x="1718" y="7153"/>
                    <a:pt x="1760" y="8021"/>
                    <a:pt x="1546" y="8173"/>
                  </a:cubicBezTo>
                  <a:cubicBezTo>
                    <a:pt x="1330" y="8326"/>
                    <a:pt x="1503" y="9245"/>
                    <a:pt x="1675" y="9347"/>
                  </a:cubicBezTo>
                  <a:cubicBezTo>
                    <a:pt x="1848" y="9449"/>
                    <a:pt x="2235" y="9704"/>
                    <a:pt x="2192" y="10061"/>
                  </a:cubicBezTo>
                  <a:cubicBezTo>
                    <a:pt x="2148" y="10419"/>
                    <a:pt x="3098" y="10979"/>
                    <a:pt x="3400" y="11030"/>
                  </a:cubicBezTo>
                  <a:cubicBezTo>
                    <a:pt x="3701" y="11081"/>
                    <a:pt x="3744" y="11592"/>
                    <a:pt x="3917" y="11796"/>
                  </a:cubicBezTo>
                  <a:cubicBezTo>
                    <a:pt x="4089" y="12000"/>
                    <a:pt x="3787" y="12409"/>
                    <a:pt x="3830" y="12663"/>
                  </a:cubicBezTo>
                  <a:cubicBezTo>
                    <a:pt x="3873" y="12919"/>
                    <a:pt x="4261" y="13123"/>
                    <a:pt x="4219" y="13531"/>
                  </a:cubicBezTo>
                  <a:cubicBezTo>
                    <a:pt x="4193" y="13778"/>
                    <a:pt x="4543" y="14190"/>
                    <a:pt x="4835" y="14548"/>
                  </a:cubicBezTo>
                  <a:cubicBezTo>
                    <a:pt x="4931" y="14513"/>
                    <a:pt x="5024" y="14492"/>
                    <a:pt x="5100" y="14492"/>
                  </a:cubicBezTo>
                  <a:cubicBezTo>
                    <a:pt x="5391" y="14492"/>
                    <a:pt x="5375" y="14111"/>
                    <a:pt x="5600" y="14341"/>
                  </a:cubicBezTo>
                  <a:cubicBezTo>
                    <a:pt x="5827" y="14570"/>
                    <a:pt x="6132" y="14320"/>
                    <a:pt x="6359" y="14302"/>
                  </a:cubicBezTo>
                  <a:cubicBezTo>
                    <a:pt x="6585" y="14283"/>
                    <a:pt x="7199" y="15659"/>
                    <a:pt x="7473" y="16327"/>
                  </a:cubicBezTo>
                  <a:cubicBezTo>
                    <a:pt x="7748" y="16996"/>
                    <a:pt x="7731" y="17226"/>
                    <a:pt x="8103" y="17512"/>
                  </a:cubicBezTo>
                  <a:cubicBezTo>
                    <a:pt x="8474" y="17799"/>
                    <a:pt x="8894" y="17645"/>
                    <a:pt x="9426" y="18295"/>
                  </a:cubicBezTo>
                  <a:cubicBezTo>
                    <a:pt x="9959" y="18945"/>
                    <a:pt x="11331" y="19385"/>
                    <a:pt x="11912" y="19422"/>
                  </a:cubicBezTo>
                  <a:cubicBezTo>
                    <a:pt x="12493" y="19461"/>
                    <a:pt x="12929" y="18677"/>
                    <a:pt x="13673" y="18849"/>
                  </a:cubicBezTo>
                  <a:cubicBezTo>
                    <a:pt x="14414" y="19021"/>
                    <a:pt x="14237" y="20148"/>
                    <a:pt x="14512" y="20550"/>
                  </a:cubicBezTo>
                  <a:cubicBezTo>
                    <a:pt x="14786" y="20951"/>
                    <a:pt x="17805" y="21219"/>
                    <a:pt x="18322" y="21391"/>
                  </a:cubicBezTo>
                  <a:cubicBezTo>
                    <a:pt x="18510" y="21454"/>
                    <a:pt x="18962" y="21493"/>
                    <a:pt x="19465" y="21507"/>
                  </a:cubicBezTo>
                  <a:cubicBezTo>
                    <a:pt x="19453" y="21380"/>
                    <a:pt x="19443" y="21265"/>
                    <a:pt x="19437" y="21185"/>
                  </a:cubicBezTo>
                  <a:cubicBezTo>
                    <a:pt x="19394" y="20572"/>
                    <a:pt x="19782" y="20062"/>
                    <a:pt x="20127" y="19859"/>
                  </a:cubicBezTo>
                  <a:cubicBezTo>
                    <a:pt x="20472" y="19654"/>
                    <a:pt x="20773" y="19552"/>
                    <a:pt x="21119" y="19501"/>
                  </a:cubicBezTo>
                  <a:cubicBezTo>
                    <a:pt x="21464" y="19450"/>
                    <a:pt x="21119" y="18634"/>
                    <a:pt x="20860" y="1853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399" name="Shape 3395"/>
            <p:cNvSpPr/>
            <p:nvPr/>
          </p:nvSpPr>
          <p:spPr>
            <a:xfrm>
              <a:off x="12909460" y="3147676"/>
              <a:ext cx="2438505" cy="1135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4" h="21329" extrusionOk="0">
                  <a:moveTo>
                    <a:pt x="16936" y="13503"/>
                  </a:moveTo>
                  <a:cubicBezTo>
                    <a:pt x="16498" y="13503"/>
                    <a:pt x="15525" y="13037"/>
                    <a:pt x="15133" y="13937"/>
                  </a:cubicBezTo>
                  <a:cubicBezTo>
                    <a:pt x="14741" y="14836"/>
                    <a:pt x="15024" y="15303"/>
                    <a:pt x="14851" y="15369"/>
                  </a:cubicBezTo>
                  <a:cubicBezTo>
                    <a:pt x="14666" y="15441"/>
                    <a:pt x="14569" y="14003"/>
                    <a:pt x="14788" y="13537"/>
                  </a:cubicBezTo>
                  <a:cubicBezTo>
                    <a:pt x="15008" y="13071"/>
                    <a:pt x="15714" y="12871"/>
                    <a:pt x="16152" y="13104"/>
                  </a:cubicBezTo>
                  <a:cubicBezTo>
                    <a:pt x="16592" y="13338"/>
                    <a:pt x="17375" y="12905"/>
                    <a:pt x="17485" y="12972"/>
                  </a:cubicBezTo>
                  <a:cubicBezTo>
                    <a:pt x="17595" y="13037"/>
                    <a:pt x="17376" y="13503"/>
                    <a:pt x="16936" y="13503"/>
                  </a:cubicBezTo>
                  <a:close/>
                  <a:moveTo>
                    <a:pt x="8033" y="13623"/>
                  </a:moveTo>
                  <a:cubicBezTo>
                    <a:pt x="7971" y="13806"/>
                    <a:pt x="7351" y="13465"/>
                    <a:pt x="7299" y="13196"/>
                  </a:cubicBezTo>
                  <a:cubicBezTo>
                    <a:pt x="7243" y="12908"/>
                    <a:pt x="8169" y="13231"/>
                    <a:pt x="8033" y="13623"/>
                  </a:cubicBezTo>
                  <a:close/>
                  <a:moveTo>
                    <a:pt x="21452" y="8741"/>
                  </a:moveTo>
                  <a:cubicBezTo>
                    <a:pt x="21437" y="8508"/>
                    <a:pt x="21342" y="8607"/>
                    <a:pt x="21264" y="8707"/>
                  </a:cubicBezTo>
                  <a:cubicBezTo>
                    <a:pt x="21186" y="8806"/>
                    <a:pt x="20934" y="8874"/>
                    <a:pt x="20841" y="8874"/>
                  </a:cubicBezTo>
                  <a:cubicBezTo>
                    <a:pt x="20746" y="8874"/>
                    <a:pt x="20574" y="8607"/>
                    <a:pt x="20574" y="8407"/>
                  </a:cubicBezTo>
                  <a:cubicBezTo>
                    <a:pt x="20574" y="8207"/>
                    <a:pt x="20554" y="7983"/>
                    <a:pt x="20460" y="7983"/>
                  </a:cubicBezTo>
                  <a:cubicBezTo>
                    <a:pt x="20366" y="7983"/>
                    <a:pt x="20225" y="7882"/>
                    <a:pt x="20131" y="7408"/>
                  </a:cubicBezTo>
                  <a:cubicBezTo>
                    <a:pt x="20037" y="6933"/>
                    <a:pt x="19896" y="6933"/>
                    <a:pt x="19790" y="6809"/>
                  </a:cubicBezTo>
                  <a:cubicBezTo>
                    <a:pt x="19684" y="6683"/>
                    <a:pt x="19390" y="7033"/>
                    <a:pt x="19261" y="7133"/>
                  </a:cubicBezTo>
                  <a:cubicBezTo>
                    <a:pt x="19131" y="7233"/>
                    <a:pt x="18908" y="7033"/>
                    <a:pt x="18744" y="6958"/>
                  </a:cubicBezTo>
                  <a:cubicBezTo>
                    <a:pt x="18579" y="6883"/>
                    <a:pt x="18485" y="6259"/>
                    <a:pt x="18332" y="6334"/>
                  </a:cubicBezTo>
                  <a:cubicBezTo>
                    <a:pt x="18179" y="6409"/>
                    <a:pt x="18144" y="7058"/>
                    <a:pt x="18026" y="7058"/>
                  </a:cubicBezTo>
                  <a:cubicBezTo>
                    <a:pt x="17908" y="7058"/>
                    <a:pt x="17697" y="5759"/>
                    <a:pt x="17473" y="5034"/>
                  </a:cubicBezTo>
                  <a:cubicBezTo>
                    <a:pt x="17250" y="4310"/>
                    <a:pt x="16850" y="2861"/>
                    <a:pt x="16498" y="2586"/>
                  </a:cubicBezTo>
                  <a:cubicBezTo>
                    <a:pt x="16145" y="2311"/>
                    <a:pt x="16250" y="1936"/>
                    <a:pt x="16345" y="1737"/>
                  </a:cubicBezTo>
                  <a:cubicBezTo>
                    <a:pt x="16438" y="1537"/>
                    <a:pt x="16133" y="1487"/>
                    <a:pt x="15992" y="1662"/>
                  </a:cubicBezTo>
                  <a:cubicBezTo>
                    <a:pt x="15851" y="1836"/>
                    <a:pt x="15674" y="2161"/>
                    <a:pt x="15510" y="2236"/>
                  </a:cubicBezTo>
                  <a:cubicBezTo>
                    <a:pt x="15345" y="2311"/>
                    <a:pt x="15110" y="2861"/>
                    <a:pt x="14933" y="2736"/>
                  </a:cubicBezTo>
                  <a:cubicBezTo>
                    <a:pt x="14757" y="2611"/>
                    <a:pt x="14675" y="3211"/>
                    <a:pt x="14534" y="2936"/>
                  </a:cubicBezTo>
                  <a:cubicBezTo>
                    <a:pt x="14393" y="2661"/>
                    <a:pt x="14722" y="2461"/>
                    <a:pt x="14722" y="2212"/>
                  </a:cubicBezTo>
                  <a:cubicBezTo>
                    <a:pt x="14722" y="1962"/>
                    <a:pt x="14498" y="2287"/>
                    <a:pt x="14440" y="2137"/>
                  </a:cubicBezTo>
                  <a:cubicBezTo>
                    <a:pt x="14381" y="1987"/>
                    <a:pt x="14192" y="1836"/>
                    <a:pt x="14192" y="2062"/>
                  </a:cubicBezTo>
                  <a:cubicBezTo>
                    <a:pt x="14192" y="2287"/>
                    <a:pt x="14040" y="2161"/>
                    <a:pt x="14040" y="1987"/>
                  </a:cubicBezTo>
                  <a:cubicBezTo>
                    <a:pt x="14040" y="1812"/>
                    <a:pt x="13934" y="1487"/>
                    <a:pt x="13840" y="1712"/>
                  </a:cubicBezTo>
                  <a:cubicBezTo>
                    <a:pt x="13746" y="1936"/>
                    <a:pt x="13428" y="2062"/>
                    <a:pt x="13358" y="1887"/>
                  </a:cubicBezTo>
                  <a:cubicBezTo>
                    <a:pt x="13287" y="1712"/>
                    <a:pt x="13405" y="1637"/>
                    <a:pt x="13417" y="1412"/>
                  </a:cubicBezTo>
                  <a:cubicBezTo>
                    <a:pt x="13428" y="1187"/>
                    <a:pt x="13299" y="888"/>
                    <a:pt x="13322" y="613"/>
                  </a:cubicBezTo>
                  <a:cubicBezTo>
                    <a:pt x="13346" y="338"/>
                    <a:pt x="13099" y="63"/>
                    <a:pt x="12981" y="162"/>
                  </a:cubicBezTo>
                  <a:cubicBezTo>
                    <a:pt x="12864" y="263"/>
                    <a:pt x="12699" y="162"/>
                    <a:pt x="12570" y="38"/>
                  </a:cubicBezTo>
                  <a:cubicBezTo>
                    <a:pt x="12441" y="-87"/>
                    <a:pt x="11935" y="113"/>
                    <a:pt x="11911" y="363"/>
                  </a:cubicBezTo>
                  <a:cubicBezTo>
                    <a:pt x="11888" y="613"/>
                    <a:pt x="11253" y="813"/>
                    <a:pt x="11135" y="912"/>
                  </a:cubicBezTo>
                  <a:cubicBezTo>
                    <a:pt x="11018" y="1012"/>
                    <a:pt x="10547" y="1162"/>
                    <a:pt x="10383" y="1212"/>
                  </a:cubicBezTo>
                  <a:cubicBezTo>
                    <a:pt x="10218" y="1262"/>
                    <a:pt x="10053" y="1562"/>
                    <a:pt x="9842" y="1562"/>
                  </a:cubicBezTo>
                  <a:cubicBezTo>
                    <a:pt x="9630" y="1562"/>
                    <a:pt x="9230" y="1612"/>
                    <a:pt x="9042" y="1911"/>
                  </a:cubicBezTo>
                  <a:cubicBezTo>
                    <a:pt x="8854" y="2212"/>
                    <a:pt x="8548" y="1962"/>
                    <a:pt x="8407" y="2062"/>
                  </a:cubicBezTo>
                  <a:cubicBezTo>
                    <a:pt x="8266" y="2161"/>
                    <a:pt x="8031" y="2012"/>
                    <a:pt x="7960" y="2112"/>
                  </a:cubicBezTo>
                  <a:cubicBezTo>
                    <a:pt x="7889" y="2212"/>
                    <a:pt x="7913" y="2811"/>
                    <a:pt x="7984" y="3061"/>
                  </a:cubicBezTo>
                  <a:cubicBezTo>
                    <a:pt x="8054" y="3311"/>
                    <a:pt x="8431" y="3411"/>
                    <a:pt x="8454" y="3561"/>
                  </a:cubicBezTo>
                  <a:cubicBezTo>
                    <a:pt x="8477" y="3710"/>
                    <a:pt x="8078" y="3710"/>
                    <a:pt x="7889" y="3760"/>
                  </a:cubicBezTo>
                  <a:cubicBezTo>
                    <a:pt x="7702" y="3811"/>
                    <a:pt x="7749" y="4310"/>
                    <a:pt x="7795" y="4560"/>
                  </a:cubicBezTo>
                  <a:cubicBezTo>
                    <a:pt x="7843" y="4810"/>
                    <a:pt x="7607" y="5060"/>
                    <a:pt x="7466" y="5159"/>
                  </a:cubicBezTo>
                  <a:cubicBezTo>
                    <a:pt x="7325" y="5259"/>
                    <a:pt x="7466" y="5759"/>
                    <a:pt x="7607" y="5759"/>
                  </a:cubicBezTo>
                  <a:cubicBezTo>
                    <a:pt x="7749" y="5759"/>
                    <a:pt x="7866" y="6009"/>
                    <a:pt x="7984" y="6009"/>
                  </a:cubicBezTo>
                  <a:cubicBezTo>
                    <a:pt x="8101" y="6009"/>
                    <a:pt x="8125" y="6508"/>
                    <a:pt x="8125" y="6809"/>
                  </a:cubicBezTo>
                  <a:cubicBezTo>
                    <a:pt x="8125" y="7108"/>
                    <a:pt x="7984" y="7208"/>
                    <a:pt x="7795" y="7208"/>
                  </a:cubicBezTo>
                  <a:cubicBezTo>
                    <a:pt x="7607" y="7208"/>
                    <a:pt x="7513" y="6908"/>
                    <a:pt x="7396" y="6858"/>
                  </a:cubicBezTo>
                  <a:cubicBezTo>
                    <a:pt x="7278" y="6809"/>
                    <a:pt x="7302" y="7308"/>
                    <a:pt x="7207" y="7408"/>
                  </a:cubicBezTo>
                  <a:cubicBezTo>
                    <a:pt x="7114" y="7508"/>
                    <a:pt x="7090" y="7058"/>
                    <a:pt x="6949" y="7058"/>
                  </a:cubicBezTo>
                  <a:cubicBezTo>
                    <a:pt x="6808" y="7058"/>
                    <a:pt x="6643" y="7008"/>
                    <a:pt x="6596" y="6708"/>
                  </a:cubicBezTo>
                  <a:cubicBezTo>
                    <a:pt x="6549" y="6409"/>
                    <a:pt x="6220" y="6358"/>
                    <a:pt x="6079" y="6659"/>
                  </a:cubicBezTo>
                  <a:cubicBezTo>
                    <a:pt x="5938" y="6958"/>
                    <a:pt x="5891" y="6809"/>
                    <a:pt x="5773" y="6608"/>
                  </a:cubicBezTo>
                  <a:cubicBezTo>
                    <a:pt x="5655" y="6409"/>
                    <a:pt x="5302" y="6708"/>
                    <a:pt x="5256" y="6958"/>
                  </a:cubicBezTo>
                  <a:cubicBezTo>
                    <a:pt x="5209" y="7208"/>
                    <a:pt x="4950" y="7308"/>
                    <a:pt x="4762" y="7058"/>
                  </a:cubicBezTo>
                  <a:cubicBezTo>
                    <a:pt x="4573" y="6809"/>
                    <a:pt x="4456" y="6708"/>
                    <a:pt x="4456" y="7058"/>
                  </a:cubicBezTo>
                  <a:cubicBezTo>
                    <a:pt x="4456" y="7408"/>
                    <a:pt x="4315" y="7108"/>
                    <a:pt x="4315" y="6908"/>
                  </a:cubicBezTo>
                  <a:cubicBezTo>
                    <a:pt x="4315" y="6708"/>
                    <a:pt x="4009" y="6309"/>
                    <a:pt x="3868" y="6109"/>
                  </a:cubicBezTo>
                  <a:cubicBezTo>
                    <a:pt x="3727" y="5909"/>
                    <a:pt x="3280" y="5909"/>
                    <a:pt x="3256" y="5709"/>
                  </a:cubicBezTo>
                  <a:cubicBezTo>
                    <a:pt x="3233" y="5509"/>
                    <a:pt x="2951" y="5359"/>
                    <a:pt x="2880" y="5709"/>
                  </a:cubicBezTo>
                  <a:cubicBezTo>
                    <a:pt x="2810" y="6059"/>
                    <a:pt x="2692" y="5809"/>
                    <a:pt x="2598" y="5709"/>
                  </a:cubicBezTo>
                  <a:cubicBezTo>
                    <a:pt x="2504" y="5609"/>
                    <a:pt x="2292" y="5859"/>
                    <a:pt x="2198" y="5959"/>
                  </a:cubicBezTo>
                  <a:cubicBezTo>
                    <a:pt x="2104" y="6059"/>
                    <a:pt x="1798" y="6508"/>
                    <a:pt x="1634" y="6508"/>
                  </a:cubicBezTo>
                  <a:cubicBezTo>
                    <a:pt x="1469" y="6508"/>
                    <a:pt x="1563" y="6958"/>
                    <a:pt x="1352" y="7058"/>
                  </a:cubicBezTo>
                  <a:cubicBezTo>
                    <a:pt x="1140" y="7158"/>
                    <a:pt x="1187" y="7458"/>
                    <a:pt x="1210" y="7658"/>
                  </a:cubicBezTo>
                  <a:cubicBezTo>
                    <a:pt x="1234" y="7858"/>
                    <a:pt x="1352" y="8207"/>
                    <a:pt x="1163" y="8357"/>
                  </a:cubicBezTo>
                  <a:cubicBezTo>
                    <a:pt x="975" y="8507"/>
                    <a:pt x="904" y="7858"/>
                    <a:pt x="740" y="7608"/>
                  </a:cubicBezTo>
                  <a:cubicBezTo>
                    <a:pt x="575" y="7358"/>
                    <a:pt x="434" y="7658"/>
                    <a:pt x="434" y="8007"/>
                  </a:cubicBezTo>
                  <a:cubicBezTo>
                    <a:pt x="434" y="8357"/>
                    <a:pt x="246" y="8357"/>
                    <a:pt x="152" y="8707"/>
                  </a:cubicBezTo>
                  <a:cubicBezTo>
                    <a:pt x="58" y="9056"/>
                    <a:pt x="317" y="9107"/>
                    <a:pt x="317" y="9257"/>
                  </a:cubicBezTo>
                  <a:cubicBezTo>
                    <a:pt x="317" y="9407"/>
                    <a:pt x="175" y="9556"/>
                    <a:pt x="129" y="9606"/>
                  </a:cubicBezTo>
                  <a:cubicBezTo>
                    <a:pt x="82" y="9657"/>
                    <a:pt x="-36" y="10156"/>
                    <a:pt x="11" y="10306"/>
                  </a:cubicBezTo>
                  <a:cubicBezTo>
                    <a:pt x="58" y="10456"/>
                    <a:pt x="340" y="10406"/>
                    <a:pt x="317" y="10755"/>
                  </a:cubicBezTo>
                  <a:cubicBezTo>
                    <a:pt x="293" y="11105"/>
                    <a:pt x="270" y="11455"/>
                    <a:pt x="411" y="11355"/>
                  </a:cubicBezTo>
                  <a:cubicBezTo>
                    <a:pt x="552" y="11255"/>
                    <a:pt x="693" y="11305"/>
                    <a:pt x="787" y="11305"/>
                  </a:cubicBezTo>
                  <a:cubicBezTo>
                    <a:pt x="881" y="11305"/>
                    <a:pt x="952" y="11705"/>
                    <a:pt x="1116" y="12105"/>
                  </a:cubicBezTo>
                  <a:cubicBezTo>
                    <a:pt x="1281" y="12504"/>
                    <a:pt x="1352" y="12704"/>
                    <a:pt x="1187" y="12804"/>
                  </a:cubicBezTo>
                  <a:cubicBezTo>
                    <a:pt x="1022" y="12904"/>
                    <a:pt x="1093" y="13104"/>
                    <a:pt x="1305" y="13304"/>
                  </a:cubicBezTo>
                  <a:cubicBezTo>
                    <a:pt x="1360" y="13357"/>
                    <a:pt x="1419" y="13437"/>
                    <a:pt x="1476" y="13521"/>
                  </a:cubicBezTo>
                  <a:cubicBezTo>
                    <a:pt x="1510" y="13473"/>
                    <a:pt x="1543" y="13424"/>
                    <a:pt x="1571" y="13370"/>
                  </a:cubicBezTo>
                  <a:cubicBezTo>
                    <a:pt x="1838" y="12871"/>
                    <a:pt x="2324" y="12404"/>
                    <a:pt x="2684" y="12604"/>
                  </a:cubicBezTo>
                  <a:cubicBezTo>
                    <a:pt x="3045" y="12804"/>
                    <a:pt x="3343" y="12471"/>
                    <a:pt x="3500" y="12938"/>
                  </a:cubicBezTo>
                  <a:cubicBezTo>
                    <a:pt x="3656" y="13403"/>
                    <a:pt x="3499" y="14270"/>
                    <a:pt x="3562" y="14603"/>
                  </a:cubicBezTo>
                  <a:cubicBezTo>
                    <a:pt x="3625" y="14936"/>
                    <a:pt x="3280" y="14970"/>
                    <a:pt x="3045" y="14902"/>
                  </a:cubicBezTo>
                  <a:cubicBezTo>
                    <a:pt x="2810" y="14836"/>
                    <a:pt x="2323" y="15103"/>
                    <a:pt x="2386" y="15402"/>
                  </a:cubicBezTo>
                  <a:cubicBezTo>
                    <a:pt x="2449" y="15702"/>
                    <a:pt x="2622" y="16402"/>
                    <a:pt x="2308" y="16035"/>
                  </a:cubicBezTo>
                  <a:cubicBezTo>
                    <a:pt x="1995" y="15669"/>
                    <a:pt x="1869" y="16401"/>
                    <a:pt x="2042" y="16401"/>
                  </a:cubicBezTo>
                  <a:cubicBezTo>
                    <a:pt x="2214" y="16401"/>
                    <a:pt x="2449" y="16835"/>
                    <a:pt x="2449" y="17134"/>
                  </a:cubicBezTo>
                  <a:cubicBezTo>
                    <a:pt x="2449" y="17434"/>
                    <a:pt x="2465" y="18100"/>
                    <a:pt x="2622" y="18000"/>
                  </a:cubicBezTo>
                  <a:cubicBezTo>
                    <a:pt x="2778" y="17901"/>
                    <a:pt x="2778" y="18500"/>
                    <a:pt x="2998" y="18467"/>
                  </a:cubicBezTo>
                  <a:cubicBezTo>
                    <a:pt x="3218" y="18434"/>
                    <a:pt x="3421" y="18600"/>
                    <a:pt x="3249" y="19033"/>
                  </a:cubicBezTo>
                  <a:cubicBezTo>
                    <a:pt x="3076" y="19467"/>
                    <a:pt x="3358" y="20665"/>
                    <a:pt x="3421" y="20399"/>
                  </a:cubicBezTo>
                  <a:cubicBezTo>
                    <a:pt x="3461" y="20232"/>
                    <a:pt x="3426" y="19868"/>
                    <a:pt x="3488" y="19636"/>
                  </a:cubicBezTo>
                  <a:cubicBezTo>
                    <a:pt x="3365" y="19024"/>
                    <a:pt x="3885" y="19022"/>
                    <a:pt x="4036" y="19022"/>
                  </a:cubicBezTo>
                  <a:cubicBezTo>
                    <a:pt x="4203" y="19022"/>
                    <a:pt x="4496" y="19555"/>
                    <a:pt x="4684" y="20090"/>
                  </a:cubicBezTo>
                  <a:cubicBezTo>
                    <a:pt x="4873" y="20623"/>
                    <a:pt x="5061" y="20268"/>
                    <a:pt x="5061" y="20268"/>
                  </a:cubicBezTo>
                  <a:lnTo>
                    <a:pt x="5124" y="15286"/>
                  </a:lnTo>
                  <a:lnTo>
                    <a:pt x="6465" y="14527"/>
                  </a:lnTo>
                  <a:cubicBezTo>
                    <a:pt x="6478" y="14455"/>
                    <a:pt x="6493" y="14390"/>
                    <a:pt x="6510" y="14337"/>
                  </a:cubicBezTo>
                  <a:cubicBezTo>
                    <a:pt x="6682" y="13803"/>
                    <a:pt x="6915" y="14244"/>
                    <a:pt x="6996" y="14370"/>
                  </a:cubicBezTo>
                  <a:cubicBezTo>
                    <a:pt x="7064" y="14475"/>
                    <a:pt x="7027" y="13804"/>
                    <a:pt x="7215" y="13837"/>
                  </a:cubicBezTo>
                  <a:cubicBezTo>
                    <a:pt x="7403" y="13870"/>
                    <a:pt x="7200" y="14503"/>
                    <a:pt x="7341" y="14503"/>
                  </a:cubicBezTo>
                  <a:cubicBezTo>
                    <a:pt x="7451" y="14503"/>
                    <a:pt x="7702" y="15331"/>
                    <a:pt x="7623" y="15981"/>
                  </a:cubicBezTo>
                  <a:cubicBezTo>
                    <a:pt x="7832" y="16346"/>
                    <a:pt x="8210" y="17204"/>
                    <a:pt x="8243" y="17421"/>
                  </a:cubicBezTo>
                  <a:cubicBezTo>
                    <a:pt x="8285" y="17687"/>
                    <a:pt x="8830" y="17243"/>
                    <a:pt x="8934" y="17331"/>
                  </a:cubicBezTo>
                  <a:cubicBezTo>
                    <a:pt x="9039" y="17421"/>
                    <a:pt x="9856" y="17421"/>
                    <a:pt x="10002" y="17421"/>
                  </a:cubicBezTo>
                  <a:cubicBezTo>
                    <a:pt x="10149" y="17421"/>
                    <a:pt x="10253" y="17998"/>
                    <a:pt x="10421" y="18088"/>
                  </a:cubicBezTo>
                  <a:cubicBezTo>
                    <a:pt x="10588" y="18177"/>
                    <a:pt x="10526" y="18755"/>
                    <a:pt x="10546" y="19155"/>
                  </a:cubicBezTo>
                  <a:cubicBezTo>
                    <a:pt x="10568" y="19555"/>
                    <a:pt x="10819" y="19956"/>
                    <a:pt x="10840" y="20313"/>
                  </a:cubicBezTo>
                  <a:cubicBezTo>
                    <a:pt x="10861" y="20667"/>
                    <a:pt x="11133" y="20490"/>
                    <a:pt x="11300" y="20579"/>
                  </a:cubicBezTo>
                  <a:cubicBezTo>
                    <a:pt x="11468" y="20668"/>
                    <a:pt x="11718" y="20801"/>
                    <a:pt x="11740" y="21157"/>
                  </a:cubicBezTo>
                  <a:cubicBezTo>
                    <a:pt x="11760" y="21513"/>
                    <a:pt x="11970" y="21246"/>
                    <a:pt x="11991" y="20978"/>
                  </a:cubicBezTo>
                  <a:cubicBezTo>
                    <a:pt x="12012" y="20713"/>
                    <a:pt x="12222" y="20357"/>
                    <a:pt x="12535" y="20090"/>
                  </a:cubicBezTo>
                  <a:cubicBezTo>
                    <a:pt x="12677" y="19969"/>
                    <a:pt x="12770" y="19970"/>
                    <a:pt x="12841" y="20027"/>
                  </a:cubicBezTo>
                  <a:cubicBezTo>
                    <a:pt x="12899" y="19708"/>
                    <a:pt x="12959" y="19438"/>
                    <a:pt x="13001" y="19399"/>
                  </a:cubicBezTo>
                  <a:cubicBezTo>
                    <a:pt x="13111" y="19300"/>
                    <a:pt x="13315" y="18967"/>
                    <a:pt x="13331" y="18634"/>
                  </a:cubicBezTo>
                  <a:cubicBezTo>
                    <a:pt x="13346" y="18301"/>
                    <a:pt x="13769" y="18301"/>
                    <a:pt x="14052" y="18600"/>
                  </a:cubicBezTo>
                  <a:cubicBezTo>
                    <a:pt x="14334" y="18900"/>
                    <a:pt x="14506" y="18901"/>
                    <a:pt x="14522" y="18434"/>
                  </a:cubicBezTo>
                  <a:cubicBezTo>
                    <a:pt x="14538" y="17967"/>
                    <a:pt x="14945" y="17834"/>
                    <a:pt x="15071" y="17967"/>
                  </a:cubicBezTo>
                  <a:cubicBezTo>
                    <a:pt x="15196" y="18100"/>
                    <a:pt x="15588" y="18568"/>
                    <a:pt x="15776" y="18400"/>
                  </a:cubicBezTo>
                  <a:cubicBezTo>
                    <a:pt x="15965" y="18234"/>
                    <a:pt x="16905" y="18434"/>
                    <a:pt x="17141" y="18568"/>
                  </a:cubicBezTo>
                  <a:cubicBezTo>
                    <a:pt x="17376" y="18699"/>
                    <a:pt x="17438" y="18367"/>
                    <a:pt x="17642" y="18867"/>
                  </a:cubicBezTo>
                  <a:cubicBezTo>
                    <a:pt x="17813" y="19287"/>
                    <a:pt x="17897" y="18909"/>
                    <a:pt x="18086" y="19232"/>
                  </a:cubicBezTo>
                  <a:cubicBezTo>
                    <a:pt x="18086" y="19105"/>
                    <a:pt x="18073" y="18945"/>
                    <a:pt x="18073" y="18774"/>
                  </a:cubicBezTo>
                  <a:cubicBezTo>
                    <a:pt x="18073" y="18450"/>
                    <a:pt x="18308" y="18175"/>
                    <a:pt x="18355" y="17925"/>
                  </a:cubicBezTo>
                  <a:cubicBezTo>
                    <a:pt x="18403" y="17676"/>
                    <a:pt x="18144" y="16926"/>
                    <a:pt x="18144" y="16676"/>
                  </a:cubicBezTo>
                  <a:cubicBezTo>
                    <a:pt x="18144" y="16426"/>
                    <a:pt x="18144" y="15827"/>
                    <a:pt x="18026" y="15702"/>
                  </a:cubicBezTo>
                  <a:cubicBezTo>
                    <a:pt x="17908" y="15577"/>
                    <a:pt x="18249" y="15252"/>
                    <a:pt x="18331" y="15261"/>
                  </a:cubicBezTo>
                  <a:cubicBezTo>
                    <a:pt x="18505" y="15279"/>
                    <a:pt x="18754" y="14893"/>
                    <a:pt x="18830" y="15053"/>
                  </a:cubicBezTo>
                  <a:cubicBezTo>
                    <a:pt x="18906" y="15215"/>
                    <a:pt x="19058" y="15261"/>
                    <a:pt x="19210" y="15261"/>
                  </a:cubicBezTo>
                  <a:cubicBezTo>
                    <a:pt x="19361" y="15261"/>
                    <a:pt x="19296" y="14893"/>
                    <a:pt x="19210" y="14731"/>
                  </a:cubicBezTo>
                  <a:cubicBezTo>
                    <a:pt x="19123" y="14569"/>
                    <a:pt x="19481" y="13071"/>
                    <a:pt x="19535" y="12564"/>
                  </a:cubicBezTo>
                  <a:cubicBezTo>
                    <a:pt x="19589" y="12056"/>
                    <a:pt x="19720" y="12518"/>
                    <a:pt x="19893" y="12564"/>
                  </a:cubicBezTo>
                  <a:cubicBezTo>
                    <a:pt x="20067" y="12609"/>
                    <a:pt x="20273" y="12540"/>
                    <a:pt x="20382" y="12656"/>
                  </a:cubicBezTo>
                  <a:cubicBezTo>
                    <a:pt x="20490" y="12770"/>
                    <a:pt x="20805" y="12518"/>
                    <a:pt x="20881" y="12264"/>
                  </a:cubicBezTo>
                  <a:cubicBezTo>
                    <a:pt x="20957" y="12010"/>
                    <a:pt x="20794" y="11941"/>
                    <a:pt x="20805" y="11364"/>
                  </a:cubicBezTo>
                  <a:cubicBezTo>
                    <a:pt x="20816" y="10788"/>
                    <a:pt x="20979" y="10511"/>
                    <a:pt x="21152" y="10511"/>
                  </a:cubicBezTo>
                  <a:cubicBezTo>
                    <a:pt x="21326" y="10511"/>
                    <a:pt x="21380" y="10166"/>
                    <a:pt x="21380" y="9889"/>
                  </a:cubicBezTo>
                  <a:cubicBezTo>
                    <a:pt x="21380" y="9639"/>
                    <a:pt x="21521" y="9481"/>
                    <a:pt x="21564" y="9164"/>
                  </a:cubicBezTo>
                  <a:cubicBezTo>
                    <a:pt x="21508" y="9037"/>
                    <a:pt x="21461" y="8869"/>
                    <a:pt x="21452" y="874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0" name="Shape 3396"/>
            <p:cNvSpPr/>
            <p:nvPr/>
          </p:nvSpPr>
          <p:spPr>
            <a:xfrm>
              <a:off x="11753983" y="836724"/>
              <a:ext cx="9774869" cy="3395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544" extrusionOk="0">
                  <a:moveTo>
                    <a:pt x="21552" y="8410"/>
                  </a:moveTo>
                  <a:cubicBezTo>
                    <a:pt x="21513" y="8371"/>
                    <a:pt x="21388" y="8140"/>
                    <a:pt x="21356" y="8011"/>
                  </a:cubicBezTo>
                  <a:cubicBezTo>
                    <a:pt x="21325" y="7881"/>
                    <a:pt x="21174" y="7819"/>
                    <a:pt x="21174" y="7887"/>
                  </a:cubicBezTo>
                  <a:cubicBezTo>
                    <a:pt x="21174" y="7954"/>
                    <a:pt x="21125" y="7870"/>
                    <a:pt x="21114" y="7797"/>
                  </a:cubicBezTo>
                  <a:cubicBezTo>
                    <a:pt x="21102" y="7724"/>
                    <a:pt x="20943" y="7713"/>
                    <a:pt x="20941" y="7791"/>
                  </a:cubicBezTo>
                  <a:cubicBezTo>
                    <a:pt x="20939" y="7870"/>
                    <a:pt x="20979" y="7876"/>
                    <a:pt x="21002" y="7966"/>
                  </a:cubicBezTo>
                  <a:cubicBezTo>
                    <a:pt x="21026" y="8056"/>
                    <a:pt x="20971" y="8106"/>
                    <a:pt x="20982" y="8207"/>
                  </a:cubicBezTo>
                  <a:cubicBezTo>
                    <a:pt x="20994" y="8309"/>
                    <a:pt x="20924" y="8157"/>
                    <a:pt x="20898" y="8101"/>
                  </a:cubicBezTo>
                  <a:cubicBezTo>
                    <a:pt x="20873" y="8045"/>
                    <a:pt x="20885" y="7825"/>
                    <a:pt x="20893" y="7713"/>
                  </a:cubicBezTo>
                  <a:cubicBezTo>
                    <a:pt x="20900" y="7600"/>
                    <a:pt x="20848" y="7622"/>
                    <a:pt x="20842" y="7510"/>
                  </a:cubicBezTo>
                  <a:cubicBezTo>
                    <a:pt x="20836" y="7397"/>
                    <a:pt x="20660" y="7167"/>
                    <a:pt x="20585" y="7077"/>
                  </a:cubicBezTo>
                  <a:cubicBezTo>
                    <a:pt x="20511" y="6987"/>
                    <a:pt x="20415" y="6908"/>
                    <a:pt x="20390" y="6796"/>
                  </a:cubicBezTo>
                  <a:cubicBezTo>
                    <a:pt x="20364" y="6683"/>
                    <a:pt x="20231" y="6672"/>
                    <a:pt x="20180" y="6520"/>
                  </a:cubicBezTo>
                  <a:cubicBezTo>
                    <a:pt x="20129" y="6368"/>
                    <a:pt x="19906" y="6098"/>
                    <a:pt x="19810" y="6081"/>
                  </a:cubicBezTo>
                  <a:cubicBezTo>
                    <a:pt x="19715" y="6064"/>
                    <a:pt x="19736" y="5912"/>
                    <a:pt x="19689" y="5935"/>
                  </a:cubicBezTo>
                  <a:cubicBezTo>
                    <a:pt x="19642" y="5957"/>
                    <a:pt x="19441" y="5929"/>
                    <a:pt x="19378" y="5901"/>
                  </a:cubicBezTo>
                  <a:cubicBezTo>
                    <a:pt x="19315" y="5873"/>
                    <a:pt x="19302" y="6008"/>
                    <a:pt x="19257" y="5957"/>
                  </a:cubicBezTo>
                  <a:cubicBezTo>
                    <a:pt x="19212" y="5907"/>
                    <a:pt x="18979" y="5665"/>
                    <a:pt x="18951" y="5755"/>
                  </a:cubicBezTo>
                  <a:cubicBezTo>
                    <a:pt x="18924" y="5845"/>
                    <a:pt x="18936" y="5974"/>
                    <a:pt x="18908" y="5997"/>
                  </a:cubicBezTo>
                  <a:cubicBezTo>
                    <a:pt x="18881" y="6019"/>
                    <a:pt x="18908" y="6132"/>
                    <a:pt x="18973" y="6301"/>
                  </a:cubicBezTo>
                  <a:cubicBezTo>
                    <a:pt x="19038" y="6469"/>
                    <a:pt x="18998" y="6599"/>
                    <a:pt x="18940" y="6672"/>
                  </a:cubicBezTo>
                  <a:cubicBezTo>
                    <a:pt x="18881" y="6745"/>
                    <a:pt x="18787" y="6604"/>
                    <a:pt x="18758" y="6475"/>
                  </a:cubicBezTo>
                  <a:cubicBezTo>
                    <a:pt x="18728" y="6346"/>
                    <a:pt x="18648" y="6402"/>
                    <a:pt x="18629" y="6233"/>
                  </a:cubicBezTo>
                  <a:cubicBezTo>
                    <a:pt x="18609" y="6064"/>
                    <a:pt x="18652" y="6036"/>
                    <a:pt x="18691" y="6132"/>
                  </a:cubicBezTo>
                  <a:cubicBezTo>
                    <a:pt x="18730" y="6227"/>
                    <a:pt x="18783" y="6149"/>
                    <a:pt x="18789" y="6025"/>
                  </a:cubicBezTo>
                  <a:cubicBezTo>
                    <a:pt x="18795" y="5901"/>
                    <a:pt x="18683" y="5817"/>
                    <a:pt x="18623" y="5828"/>
                  </a:cubicBezTo>
                  <a:cubicBezTo>
                    <a:pt x="18562" y="5839"/>
                    <a:pt x="18529" y="6081"/>
                    <a:pt x="18466" y="6182"/>
                  </a:cubicBezTo>
                  <a:cubicBezTo>
                    <a:pt x="18404" y="6284"/>
                    <a:pt x="18161" y="6143"/>
                    <a:pt x="18135" y="6076"/>
                  </a:cubicBezTo>
                  <a:cubicBezTo>
                    <a:pt x="18110" y="6008"/>
                    <a:pt x="17771" y="6076"/>
                    <a:pt x="17736" y="6143"/>
                  </a:cubicBezTo>
                  <a:cubicBezTo>
                    <a:pt x="17701" y="6211"/>
                    <a:pt x="17727" y="6475"/>
                    <a:pt x="17709" y="6498"/>
                  </a:cubicBezTo>
                  <a:cubicBezTo>
                    <a:pt x="17691" y="6520"/>
                    <a:pt x="17674" y="6194"/>
                    <a:pt x="17674" y="6132"/>
                  </a:cubicBezTo>
                  <a:cubicBezTo>
                    <a:pt x="17674" y="6070"/>
                    <a:pt x="17633" y="6025"/>
                    <a:pt x="17572" y="6025"/>
                  </a:cubicBezTo>
                  <a:cubicBezTo>
                    <a:pt x="17511" y="6025"/>
                    <a:pt x="17476" y="6019"/>
                    <a:pt x="17501" y="5946"/>
                  </a:cubicBezTo>
                  <a:cubicBezTo>
                    <a:pt x="17527" y="5873"/>
                    <a:pt x="17478" y="5800"/>
                    <a:pt x="17525" y="5704"/>
                  </a:cubicBezTo>
                  <a:cubicBezTo>
                    <a:pt x="17572" y="5609"/>
                    <a:pt x="17439" y="5311"/>
                    <a:pt x="17310" y="5164"/>
                  </a:cubicBezTo>
                  <a:cubicBezTo>
                    <a:pt x="17181" y="5018"/>
                    <a:pt x="16887" y="5102"/>
                    <a:pt x="16809" y="5170"/>
                  </a:cubicBezTo>
                  <a:cubicBezTo>
                    <a:pt x="16731" y="5237"/>
                    <a:pt x="16574" y="5215"/>
                    <a:pt x="16500" y="5221"/>
                  </a:cubicBezTo>
                  <a:cubicBezTo>
                    <a:pt x="16425" y="5226"/>
                    <a:pt x="16486" y="5136"/>
                    <a:pt x="16465" y="5035"/>
                  </a:cubicBezTo>
                  <a:cubicBezTo>
                    <a:pt x="16443" y="4934"/>
                    <a:pt x="16316" y="4810"/>
                    <a:pt x="16298" y="4894"/>
                  </a:cubicBezTo>
                  <a:cubicBezTo>
                    <a:pt x="16281" y="4979"/>
                    <a:pt x="16247" y="4894"/>
                    <a:pt x="16247" y="4832"/>
                  </a:cubicBezTo>
                  <a:cubicBezTo>
                    <a:pt x="16247" y="4771"/>
                    <a:pt x="16128" y="4647"/>
                    <a:pt x="16081" y="4675"/>
                  </a:cubicBezTo>
                  <a:cubicBezTo>
                    <a:pt x="16034" y="4703"/>
                    <a:pt x="16013" y="4551"/>
                    <a:pt x="16067" y="4551"/>
                  </a:cubicBezTo>
                  <a:cubicBezTo>
                    <a:pt x="16122" y="4551"/>
                    <a:pt x="16216" y="4585"/>
                    <a:pt x="16175" y="4405"/>
                  </a:cubicBezTo>
                  <a:cubicBezTo>
                    <a:pt x="16134" y="4225"/>
                    <a:pt x="15782" y="4169"/>
                    <a:pt x="15748" y="4202"/>
                  </a:cubicBezTo>
                  <a:cubicBezTo>
                    <a:pt x="15715" y="4236"/>
                    <a:pt x="15746" y="4365"/>
                    <a:pt x="15670" y="4574"/>
                  </a:cubicBezTo>
                  <a:cubicBezTo>
                    <a:pt x="15594" y="4782"/>
                    <a:pt x="15519" y="4641"/>
                    <a:pt x="15529" y="4540"/>
                  </a:cubicBezTo>
                  <a:cubicBezTo>
                    <a:pt x="15539" y="4439"/>
                    <a:pt x="15633" y="4456"/>
                    <a:pt x="15633" y="4354"/>
                  </a:cubicBezTo>
                  <a:cubicBezTo>
                    <a:pt x="15633" y="4253"/>
                    <a:pt x="15504" y="4309"/>
                    <a:pt x="15484" y="4225"/>
                  </a:cubicBezTo>
                  <a:cubicBezTo>
                    <a:pt x="15465" y="4141"/>
                    <a:pt x="15512" y="4084"/>
                    <a:pt x="15558" y="4124"/>
                  </a:cubicBezTo>
                  <a:cubicBezTo>
                    <a:pt x="15605" y="4163"/>
                    <a:pt x="15688" y="4186"/>
                    <a:pt x="15692" y="4124"/>
                  </a:cubicBezTo>
                  <a:cubicBezTo>
                    <a:pt x="15696" y="4062"/>
                    <a:pt x="15643" y="4051"/>
                    <a:pt x="15564" y="4011"/>
                  </a:cubicBezTo>
                  <a:cubicBezTo>
                    <a:pt x="15486" y="3972"/>
                    <a:pt x="15296" y="3842"/>
                    <a:pt x="15197" y="3871"/>
                  </a:cubicBezTo>
                  <a:cubicBezTo>
                    <a:pt x="15097" y="3899"/>
                    <a:pt x="15052" y="3764"/>
                    <a:pt x="14997" y="3752"/>
                  </a:cubicBezTo>
                  <a:cubicBezTo>
                    <a:pt x="14942" y="3741"/>
                    <a:pt x="14942" y="3837"/>
                    <a:pt x="14968" y="3927"/>
                  </a:cubicBezTo>
                  <a:cubicBezTo>
                    <a:pt x="14993" y="4017"/>
                    <a:pt x="14915" y="4073"/>
                    <a:pt x="14850" y="4045"/>
                  </a:cubicBezTo>
                  <a:cubicBezTo>
                    <a:pt x="14786" y="4017"/>
                    <a:pt x="14692" y="4146"/>
                    <a:pt x="14729" y="4281"/>
                  </a:cubicBezTo>
                  <a:cubicBezTo>
                    <a:pt x="14766" y="4416"/>
                    <a:pt x="14803" y="4242"/>
                    <a:pt x="14835" y="4287"/>
                  </a:cubicBezTo>
                  <a:cubicBezTo>
                    <a:pt x="14866" y="4332"/>
                    <a:pt x="14752" y="4427"/>
                    <a:pt x="14799" y="4489"/>
                  </a:cubicBezTo>
                  <a:cubicBezTo>
                    <a:pt x="14846" y="4551"/>
                    <a:pt x="14838" y="4681"/>
                    <a:pt x="14840" y="4748"/>
                  </a:cubicBezTo>
                  <a:cubicBezTo>
                    <a:pt x="14842" y="4815"/>
                    <a:pt x="14762" y="4849"/>
                    <a:pt x="14733" y="4748"/>
                  </a:cubicBezTo>
                  <a:cubicBezTo>
                    <a:pt x="14703" y="4647"/>
                    <a:pt x="14662" y="4737"/>
                    <a:pt x="14608" y="4726"/>
                  </a:cubicBezTo>
                  <a:cubicBezTo>
                    <a:pt x="14553" y="4714"/>
                    <a:pt x="14512" y="4787"/>
                    <a:pt x="14570" y="4810"/>
                  </a:cubicBezTo>
                  <a:cubicBezTo>
                    <a:pt x="14629" y="4832"/>
                    <a:pt x="14649" y="4939"/>
                    <a:pt x="14570" y="4962"/>
                  </a:cubicBezTo>
                  <a:cubicBezTo>
                    <a:pt x="14492" y="4984"/>
                    <a:pt x="14512" y="4754"/>
                    <a:pt x="14465" y="4782"/>
                  </a:cubicBezTo>
                  <a:cubicBezTo>
                    <a:pt x="14418" y="4810"/>
                    <a:pt x="14316" y="4675"/>
                    <a:pt x="14261" y="4681"/>
                  </a:cubicBezTo>
                  <a:cubicBezTo>
                    <a:pt x="14206" y="4686"/>
                    <a:pt x="14181" y="4810"/>
                    <a:pt x="14109" y="4827"/>
                  </a:cubicBezTo>
                  <a:cubicBezTo>
                    <a:pt x="14036" y="4844"/>
                    <a:pt x="13938" y="4720"/>
                    <a:pt x="13909" y="4607"/>
                  </a:cubicBezTo>
                  <a:cubicBezTo>
                    <a:pt x="13880" y="4495"/>
                    <a:pt x="13870" y="4461"/>
                    <a:pt x="13835" y="4591"/>
                  </a:cubicBezTo>
                  <a:cubicBezTo>
                    <a:pt x="13799" y="4720"/>
                    <a:pt x="13797" y="4967"/>
                    <a:pt x="13762" y="4984"/>
                  </a:cubicBezTo>
                  <a:cubicBezTo>
                    <a:pt x="13727" y="5001"/>
                    <a:pt x="13713" y="5221"/>
                    <a:pt x="13678" y="5277"/>
                  </a:cubicBezTo>
                  <a:cubicBezTo>
                    <a:pt x="13643" y="5333"/>
                    <a:pt x="13641" y="5192"/>
                    <a:pt x="13596" y="5204"/>
                  </a:cubicBezTo>
                  <a:cubicBezTo>
                    <a:pt x="13551" y="5215"/>
                    <a:pt x="13406" y="4810"/>
                    <a:pt x="13398" y="4692"/>
                  </a:cubicBezTo>
                  <a:cubicBezTo>
                    <a:pt x="13390" y="4574"/>
                    <a:pt x="13300" y="4349"/>
                    <a:pt x="13277" y="4304"/>
                  </a:cubicBezTo>
                  <a:cubicBezTo>
                    <a:pt x="13254" y="4259"/>
                    <a:pt x="13300" y="4236"/>
                    <a:pt x="13330" y="4309"/>
                  </a:cubicBezTo>
                  <a:cubicBezTo>
                    <a:pt x="13359" y="4382"/>
                    <a:pt x="13396" y="4382"/>
                    <a:pt x="13426" y="4338"/>
                  </a:cubicBezTo>
                  <a:cubicBezTo>
                    <a:pt x="13455" y="4292"/>
                    <a:pt x="13451" y="4084"/>
                    <a:pt x="13400" y="4079"/>
                  </a:cubicBezTo>
                  <a:cubicBezTo>
                    <a:pt x="13349" y="4073"/>
                    <a:pt x="13369" y="3949"/>
                    <a:pt x="13394" y="3927"/>
                  </a:cubicBezTo>
                  <a:cubicBezTo>
                    <a:pt x="13420" y="3904"/>
                    <a:pt x="13336" y="3685"/>
                    <a:pt x="13367" y="3663"/>
                  </a:cubicBezTo>
                  <a:cubicBezTo>
                    <a:pt x="13398" y="3640"/>
                    <a:pt x="13385" y="3544"/>
                    <a:pt x="13342" y="3527"/>
                  </a:cubicBezTo>
                  <a:cubicBezTo>
                    <a:pt x="13299" y="3511"/>
                    <a:pt x="13254" y="3409"/>
                    <a:pt x="13252" y="3347"/>
                  </a:cubicBezTo>
                  <a:cubicBezTo>
                    <a:pt x="13250" y="3286"/>
                    <a:pt x="13068" y="3263"/>
                    <a:pt x="13075" y="3353"/>
                  </a:cubicBezTo>
                  <a:cubicBezTo>
                    <a:pt x="13083" y="3443"/>
                    <a:pt x="13017" y="3415"/>
                    <a:pt x="13027" y="3342"/>
                  </a:cubicBezTo>
                  <a:cubicBezTo>
                    <a:pt x="13036" y="3269"/>
                    <a:pt x="12962" y="3291"/>
                    <a:pt x="12876" y="3224"/>
                  </a:cubicBezTo>
                  <a:cubicBezTo>
                    <a:pt x="12790" y="3156"/>
                    <a:pt x="12788" y="2982"/>
                    <a:pt x="12758" y="2971"/>
                  </a:cubicBezTo>
                  <a:cubicBezTo>
                    <a:pt x="12729" y="2959"/>
                    <a:pt x="12739" y="3212"/>
                    <a:pt x="12696" y="3156"/>
                  </a:cubicBezTo>
                  <a:cubicBezTo>
                    <a:pt x="12653" y="3100"/>
                    <a:pt x="12606" y="3207"/>
                    <a:pt x="12629" y="3353"/>
                  </a:cubicBezTo>
                  <a:cubicBezTo>
                    <a:pt x="12653" y="3499"/>
                    <a:pt x="12631" y="3522"/>
                    <a:pt x="12627" y="3640"/>
                  </a:cubicBezTo>
                  <a:cubicBezTo>
                    <a:pt x="12623" y="3758"/>
                    <a:pt x="12600" y="3707"/>
                    <a:pt x="12549" y="3657"/>
                  </a:cubicBezTo>
                  <a:cubicBezTo>
                    <a:pt x="12498" y="3606"/>
                    <a:pt x="12498" y="3781"/>
                    <a:pt x="12389" y="3702"/>
                  </a:cubicBezTo>
                  <a:cubicBezTo>
                    <a:pt x="12279" y="3623"/>
                    <a:pt x="12230" y="3707"/>
                    <a:pt x="12211" y="3606"/>
                  </a:cubicBezTo>
                  <a:cubicBezTo>
                    <a:pt x="12191" y="3505"/>
                    <a:pt x="12158" y="3494"/>
                    <a:pt x="12154" y="3578"/>
                  </a:cubicBezTo>
                  <a:cubicBezTo>
                    <a:pt x="12150" y="3663"/>
                    <a:pt x="11982" y="3629"/>
                    <a:pt x="11968" y="3505"/>
                  </a:cubicBezTo>
                  <a:cubicBezTo>
                    <a:pt x="11954" y="3381"/>
                    <a:pt x="11997" y="3359"/>
                    <a:pt x="12023" y="3325"/>
                  </a:cubicBezTo>
                  <a:cubicBezTo>
                    <a:pt x="12048" y="3291"/>
                    <a:pt x="11995" y="3241"/>
                    <a:pt x="11903" y="3257"/>
                  </a:cubicBezTo>
                  <a:cubicBezTo>
                    <a:pt x="11811" y="3274"/>
                    <a:pt x="11753" y="3123"/>
                    <a:pt x="11659" y="3150"/>
                  </a:cubicBezTo>
                  <a:cubicBezTo>
                    <a:pt x="11565" y="3179"/>
                    <a:pt x="11356" y="3235"/>
                    <a:pt x="11326" y="3274"/>
                  </a:cubicBezTo>
                  <a:cubicBezTo>
                    <a:pt x="11297" y="3314"/>
                    <a:pt x="11354" y="3465"/>
                    <a:pt x="11309" y="3477"/>
                  </a:cubicBezTo>
                  <a:cubicBezTo>
                    <a:pt x="11264" y="3488"/>
                    <a:pt x="11295" y="3229"/>
                    <a:pt x="11287" y="3106"/>
                  </a:cubicBezTo>
                  <a:cubicBezTo>
                    <a:pt x="11279" y="2982"/>
                    <a:pt x="11211" y="2965"/>
                    <a:pt x="11220" y="3061"/>
                  </a:cubicBezTo>
                  <a:cubicBezTo>
                    <a:pt x="11230" y="3156"/>
                    <a:pt x="11113" y="3190"/>
                    <a:pt x="11084" y="3117"/>
                  </a:cubicBezTo>
                  <a:cubicBezTo>
                    <a:pt x="11054" y="3044"/>
                    <a:pt x="11007" y="2948"/>
                    <a:pt x="10931" y="2892"/>
                  </a:cubicBezTo>
                  <a:cubicBezTo>
                    <a:pt x="10855" y="2836"/>
                    <a:pt x="10761" y="3072"/>
                    <a:pt x="10782" y="3139"/>
                  </a:cubicBezTo>
                  <a:cubicBezTo>
                    <a:pt x="10804" y="3207"/>
                    <a:pt x="10860" y="3156"/>
                    <a:pt x="10862" y="3201"/>
                  </a:cubicBezTo>
                  <a:cubicBezTo>
                    <a:pt x="10866" y="3294"/>
                    <a:pt x="10700" y="3257"/>
                    <a:pt x="10700" y="3336"/>
                  </a:cubicBezTo>
                  <a:cubicBezTo>
                    <a:pt x="10700" y="3415"/>
                    <a:pt x="10545" y="3522"/>
                    <a:pt x="10498" y="3539"/>
                  </a:cubicBezTo>
                  <a:cubicBezTo>
                    <a:pt x="10370" y="3585"/>
                    <a:pt x="10342" y="3584"/>
                    <a:pt x="10281" y="3730"/>
                  </a:cubicBezTo>
                  <a:cubicBezTo>
                    <a:pt x="10221" y="3876"/>
                    <a:pt x="10268" y="3601"/>
                    <a:pt x="10315" y="3465"/>
                  </a:cubicBezTo>
                  <a:cubicBezTo>
                    <a:pt x="10362" y="3331"/>
                    <a:pt x="10410" y="3387"/>
                    <a:pt x="10438" y="3280"/>
                  </a:cubicBezTo>
                  <a:cubicBezTo>
                    <a:pt x="10465" y="3173"/>
                    <a:pt x="10508" y="3184"/>
                    <a:pt x="10583" y="3150"/>
                  </a:cubicBezTo>
                  <a:cubicBezTo>
                    <a:pt x="10657" y="3117"/>
                    <a:pt x="10653" y="2993"/>
                    <a:pt x="10688" y="2948"/>
                  </a:cubicBezTo>
                  <a:cubicBezTo>
                    <a:pt x="10724" y="2903"/>
                    <a:pt x="10810" y="2807"/>
                    <a:pt x="10825" y="2706"/>
                  </a:cubicBezTo>
                  <a:cubicBezTo>
                    <a:pt x="10841" y="2605"/>
                    <a:pt x="11017" y="2436"/>
                    <a:pt x="11052" y="2442"/>
                  </a:cubicBezTo>
                  <a:cubicBezTo>
                    <a:pt x="11087" y="2447"/>
                    <a:pt x="11095" y="2239"/>
                    <a:pt x="11115" y="2239"/>
                  </a:cubicBezTo>
                  <a:cubicBezTo>
                    <a:pt x="11134" y="2239"/>
                    <a:pt x="11236" y="2110"/>
                    <a:pt x="11275" y="2059"/>
                  </a:cubicBezTo>
                  <a:cubicBezTo>
                    <a:pt x="11314" y="2009"/>
                    <a:pt x="11334" y="1902"/>
                    <a:pt x="11336" y="1829"/>
                  </a:cubicBezTo>
                  <a:cubicBezTo>
                    <a:pt x="11338" y="1756"/>
                    <a:pt x="11283" y="1767"/>
                    <a:pt x="11277" y="1699"/>
                  </a:cubicBezTo>
                  <a:cubicBezTo>
                    <a:pt x="11271" y="1632"/>
                    <a:pt x="11303" y="1677"/>
                    <a:pt x="11344" y="1632"/>
                  </a:cubicBezTo>
                  <a:cubicBezTo>
                    <a:pt x="11385" y="1587"/>
                    <a:pt x="11344" y="1429"/>
                    <a:pt x="11311" y="1457"/>
                  </a:cubicBezTo>
                  <a:cubicBezTo>
                    <a:pt x="11277" y="1486"/>
                    <a:pt x="11328" y="1373"/>
                    <a:pt x="11299" y="1272"/>
                  </a:cubicBezTo>
                  <a:cubicBezTo>
                    <a:pt x="11269" y="1170"/>
                    <a:pt x="11211" y="1334"/>
                    <a:pt x="11213" y="1227"/>
                  </a:cubicBezTo>
                  <a:cubicBezTo>
                    <a:pt x="11215" y="1120"/>
                    <a:pt x="11209" y="985"/>
                    <a:pt x="11185" y="917"/>
                  </a:cubicBezTo>
                  <a:cubicBezTo>
                    <a:pt x="11162" y="850"/>
                    <a:pt x="11119" y="1035"/>
                    <a:pt x="11070" y="929"/>
                  </a:cubicBezTo>
                  <a:cubicBezTo>
                    <a:pt x="11021" y="822"/>
                    <a:pt x="10878" y="754"/>
                    <a:pt x="10878" y="799"/>
                  </a:cubicBezTo>
                  <a:cubicBezTo>
                    <a:pt x="10878" y="844"/>
                    <a:pt x="10810" y="732"/>
                    <a:pt x="10796" y="777"/>
                  </a:cubicBezTo>
                  <a:cubicBezTo>
                    <a:pt x="10782" y="822"/>
                    <a:pt x="10669" y="816"/>
                    <a:pt x="10633" y="788"/>
                  </a:cubicBezTo>
                  <a:cubicBezTo>
                    <a:pt x="10598" y="760"/>
                    <a:pt x="10549" y="827"/>
                    <a:pt x="10547" y="929"/>
                  </a:cubicBezTo>
                  <a:cubicBezTo>
                    <a:pt x="10545" y="1030"/>
                    <a:pt x="10407" y="990"/>
                    <a:pt x="10381" y="974"/>
                  </a:cubicBezTo>
                  <a:cubicBezTo>
                    <a:pt x="10356" y="957"/>
                    <a:pt x="10477" y="670"/>
                    <a:pt x="10477" y="619"/>
                  </a:cubicBezTo>
                  <a:cubicBezTo>
                    <a:pt x="10477" y="569"/>
                    <a:pt x="10272" y="630"/>
                    <a:pt x="10260" y="574"/>
                  </a:cubicBezTo>
                  <a:cubicBezTo>
                    <a:pt x="10248" y="518"/>
                    <a:pt x="10148" y="501"/>
                    <a:pt x="10103" y="507"/>
                  </a:cubicBezTo>
                  <a:cubicBezTo>
                    <a:pt x="10058" y="512"/>
                    <a:pt x="10101" y="473"/>
                    <a:pt x="10142" y="462"/>
                  </a:cubicBezTo>
                  <a:cubicBezTo>
                    <a:pt x="10183" y="450"/>
                    <a:pt x="10221" y="349"/>
                    <a:pt x="10266" y="327"/>
                  </a:cubicBezTo>
                  <a:cubicBezTo>
                    <a:pt x="10311" y="304"/>
                    <a:pt x="10301" y="259"/>
                    <a:pt x="10281" y="180"/>
                  </a:cubicBezTo>
                  <a:cubicBezTo>
                    <a:pt x="10262" y="102"/>
                    <a:pt x="10215" y="141"/>
                    <a:pt x="10170" y="102"/>
                  </a:cubicBezTo>
                  <a:cubicBezTo>
                    <a:pt x="10125" y="63"/>
                    <a:pt x="10070" y="6"/>
                    <a:pt x="10031" y="1"/>
                  </a:cubicBezTo>
                  <a:cubicBezTo>
                    <a:pt x="9992" y="-5"/>
                    <a:pt x="9949" y="57"/>
                    <a:pt x="9857" y="107"/>
                  </a:cubicBezTo>
                  <a:cubicBezTo>
                    <a:pt x="9765" y="158"/>
                    <a:pt x="9757" y="361"/>
                    <a:pt x="9710" y="422"/>
                  </a:cubicBezTo>
                  <a:cubicBezTo>
                    <a:pt x="9663" y="484"/>
                    <a:pt x="9581" y="732"/>
                    <a:pt x="9620" y="754"/>
                  </a:cubicBezTo>
                  <a:cubicBezTo>
                    <a:pt x="9659" y="777"/>
                    <a:pt x="9639" y="844"/>
                    <a:pt x="9645" y="917"/>
                  </a:cubicBezTo>
                  <a:cubicBezTo>
                    <a:pt x="9651" y="990"/>
                    <a:pt x="9616" y="1007"/>
                    <a:pt x="9571" y="985"/>
                  </a:cubicBezTo>
                  <a:cubicBezTo>
                    <a:pt x="9526" y="962"/>
                    <a:pt x="9368" y="968"/>
                    <a:pt x="9369" y="1064"/>
                  </a:cubicBezTo>
                  <a:cubicBezTo>
                    <a:pt x="9371" y="1159"/>
                    <a:pt x="9462" y="1204"/>
                    <a:pt x="9456" y="1255"/>
                  </a:cubicBezTo>
                  <a:cubicBezTo>
                    <a:pt x="9450" y="1305"/>
                    <a:pt x="9387" y="1249"/>
                    <a:pt x="9356" y="1199"/>
                  </a:cubicBezTo>
                  <a:cubicBezTo>
                    <a:pt x="9325" y="1148"/>
                    <a:pt x="9254" y="1176"/>
                    <a:pt x="9240" y="1272"/>
                  </a:cubicBezTo>
                  <a:cubicBezTo>
                    <a:pt x="9227" y="1367"/>
                    <a:pt x="9172" y="1345"/>
                    <a:pt x="9154" y="1322"/>
                  </a:cubicBezTo>
                  <a:cubicBezTo>
                    <a:pt x="9137" y="1300"/>
                    <a:pt x="9097" y="1367"/>
                    <a:pt x="9068" y="1339"/>
                  </a:cubicBezTo>
                  <a:cubicBezTo>
                    <a:pt x="9039" y="1311"/>
                    <a:pt x="9127" y="1187"/>
                    <a:pt x="9105" y="1125"/>
                  </a:cubicBezTo>
                  <a:cubicBezTo>
                    <a:pt x="9084" y="1064"/>
                    <a:pt x="8990" y="1120"/>
                    <a:pt x="8980" y="1221"/>
                  </a:cubicBezTo>
                  <a:cubicBezTo>
                    <a:pt x="8970" y="1322"/>
                    <a:pt x="8914" y="1148"/>
                    <a:pt x="8892" y="1182"/>
                  </a:cubicBezTo>
                  <a:cubicBezTo>
                    <a:pt x="8871" y="1216"/>
                    <a:pt x="8847" y="1255"/>
                    <a:pt x="8806" y="1305"/>
                  </a:cubicBezTo>
                  <a:cubicBezTo>
                    <a:pt x="8765" y="1356"/>
                    <a:pt x="8694" y="1249"/>
                    <a:pt x="8679" y="1339"/>
                  </a:cubicBezTo>
                  <a:cubicBezTo>
                    <a:pt x="8663" y="1429"/>
                    <a:pt x="8757" y="1457"/>
                    <a:pt x="8759" y="1497"/>
                  </a:cubicBezTo>
                  <a:cubicBezTo>
                    <a:pt x="8761" y="1536"/>
                    <a:pt x="8546" y="1530"/>
                    <a:pt x="8540" y="1592"/>
                  </a:cubicBezTo>
                  <a:cubicBezTo>
                    <a:pt x="8534" y="1654"/>
                    <a:pt x="8462" y="1654"/>
                    <a:pt x="8373" y="1660"/>
                  </a:cubicBezTo>
                  <a:cubicBezTo>
                    <a:pt x="8285" y="1666"/>
                    <a:pt x="8321" y="1789"/>
                    <a:pt x="8250" y="1829"/>
                  </a:cubicBezTo>
                  <a:cubicBezTo>
                    <a:pt x="8180" y="1868"/>
                    <a:pt x="8148" y="1874"/>
                    <a:pt x="8125" y="1975"/>
                  </a:cubicBezTo>
                  <a:cubicBezTo>
                    <a:pt x="8102" y="2076"/>
                    <a:pt x="8047" y="2093"/>
                    <a:pt x="8023" y="2014"/>
                  </a:cubicBezTo>
                  <a:cubicBezTo>
                    <a:pt x="8000" y="1936"/>
                    <a:pt x="7935" y="2054"/>
                    <a:pt x="7970" y="2065"/>
                  </a:cubicBezTo>
                  <a:cubicBezTo>
                    <a:pt x="8006" y="2076"/>
                    <a:pt x="7972" y="2177"/>
                    <a:pt x="7951" y="2155"/>
                  </a:cubicBezTo>
                  <a:cubicBezTo>
                    <a:pt x="7929" y="2132"/>
                    <a:pt x="7867" y="2262"/>
                    <a:pt x="7902" y="2250"/>
                  </a:cubicBezTo>
                  <a:cubicBezTo>
                    <a:pt x="7937" y="2239"/>
                    <a:pt x="7955" y="2324"/>
                    <a:pt x="7937" y="2386"/>
                  </a:cubicBezTo>
                  <a:cubicBezTo>
                    <a:pt x="7920" y="2447"/>
                    <a:pt x="7843" y="2312"/>
                    <a:pt x="7824" y="2369"/>
                  </a:cubicBezTo>
                  <a:cubicBezTo>
                    <a:pt x="7804" y="2425"/>
                    <a:pt x="7861" y="2498"/>
                    <a:pt x="7896" y="2487"/>
                  </a:cubicBezTo>
                  <a:cubicBezTo>
                    <a:pt x="7931" y="2476"/>
                    <a:pt x="7951" y="2543"/>
                    <a:pt x="7955" y="2616"/>
                  </a:cubicBezTo>
                  <a:cubicBezTo>
                    <a:pt x="7959" y="2689"/>
                    <a:pt x="7873" y="2571"/>
                    <a:pt x="7855" y="2633"/>
                  </a:cubicBezTo>
                  <a:cubicBezTo>
                    <a:pt x="7837" y="2695"/>
                    <a:pt x="7869" y="2723"/>
                    <a:pt x="7906" y="2734"/>
                  </a:cubicBezTo>
                  <a:cubicBezTo>
                    <a:pt x="7943" y="2745"/>
                    <a:pt x="7916" y="2785"/>
                    <a:pt x="7949" y="2869"/>
                  </a:cubicBezTo>
                  <a:cubicBezTo>
                    <a:pt x="7951" y="2876"/>
                    <a:pt x="7954" y="2882"/>
                    <a:pt x="7955" y="2888"/>
                  </a:cubicBezTo>
                  <a:cubicBezTo>
                    <a:pt x="7975" y="2957"/>
                    <a:pt x="7937" y="2982"/>
                    <a:pt x="7941" y="3049"/>
                  </a:cubicBezTo>
                  <a:cubicBezTo>
                    <a:pt x="7945" y="3123"/>
                    <a:pt x="7904" y="3150"/>
                    <a:pt x="7904" y="3083"/>
                  </a:cubicBezTo>
                  <a:cubicBezTo>
                    <a:pt x="7904" y="3015"/>
                    <a:pt x="7800" y="2993"/>
                    <a:pt x="7779" y="3066"/>
                  </a:cubicBezTo>
                  <a:cubicBezTo>
                    <a:pt x="7757" y="3139"/>
                    <a:pt x="7742" y="3195"/>
                    <a:pt x="7716" y="3128"/>
                  </a:cubicBezTo>
                  <a:cubicBezTo>
                    <a:pt x="7691" y="3061"/>
                    <a:pt x="7616" y="3145"/>
                    <a:pt x="7520" y="3156"/>
                  </a:cubicBezTo>
                  <a:cubicBezTo>
                    <a:pt x="7425" y="3167"/>
                    <a:pt x="7227" y="3190"/>
                    <a:pt x="7178" y="3241"/>
                  </a:cubicBezTo>
                  <a:cubicBezTo>
                    <a:pt x="7129" y="3291"/>
                    <a:pt x="7088" y="3488"/>
                    <a:pt x="7133" y="3617"/>
                  </a:cubicBezTo>
                  <a:cubicBezTo>
                    <a:pt x="7178" y="3747"/>
                    <a:pt x="7135" y="3803"/>
                    <a:pt x="7135" y="3887"/>
                  </a:cubicBezTo>
                  <a:cubicBezTo>
                    <a:pt x="7135" y="3972"/>
                    <a:pt x="7252" y="4146"/>
                    <a:pt x="7315" y="4163"/>
                  </a:cubicBezTo>
                  <a:cubicBezTo>
                    <a:pt x="7378" y="4180"/>
                    <a:pt x="7428" y="4399"/>
                    <a:pt x="7391" y="4534"/>
                  </a:cubicBezTo>
                  <a:cubicBezTo>
                    <a:pt x="7354" y="4669"/>
                    <a:pt x="7241" y="4495"/>
                    <a:pt x="7166" y="4326"/>
                  </a:cubicBezTo>
                  <a:cubicBezTo>
                    <a:pt x="7092" y="4157"/>
                    <a:pt x="6920" y="4090"/>
                    <a:pt x="6863" y="4101"/>
                  </a:cubicBezTo>
                  <a:cubicBezTo>
                    <a:pt x="6806" y="4112"/>
                    <a:pt x="6839" y="3955"/>
                    <a:pt x="6767" y="3960"/>
                  </a:cubicBezTo>
                  <a:cubicBezTo>
                    <a:pt x="6695" y="3966"/>
                    <a:pt x="6634" y="4152"/>
                    <a:pt x="6683" y="4152"/>
                  </a:cubicBezTo>
                  <a:cubicBezTo>
                    <a:pt x="6732" y="4152"/>
                    <a:pt x="6763" y="4141"/>
                    <a:pt x="6738" y="4208"/>
                  </a:cubicBezTo>
                  <a:cubicBezTo>
                    <a:pt x="6712" y="4275"/>
                    <a:pt x="6751" y="4259"/>
                    <a:pt x="6810" y="4332"/>
                  </a:cubicBezTo>
                  <a:cubicBezTo>
                    <a:pt x="6869" y="4405"/>
                    <a:pt x="6761" y="4506"/>
                    <a:pt x="6700" y="4388"/>
                  </a:cubicBezTo>
                  <a:cubicBezTo>
                    <a:pt x="6640" y="4270"/>
                    <a:pt x="6575" y="4382"/>
                    <a:pt x="6558" y="4473"/>
                  </a:cubicBezTo>
                  <a:cubicBezTo>
                    <a:pt x="6540" y="4562"/>
                    <a:pt x="6628" y="4821"/>
                    <a:pt x="6734" y="4866"/>
                  </a:cubicBezTo>
                  <a:cubicBezTo>
                    <a:pt x="6839" y="4911"/>
                    <a:pt x="6804" y="5007"/>
                    <a:pt x="6853" y="5057"/>
                  </a:cubicBezTo>
                  <a:cubicBezTo>
                    <a:pt x="6902" y="5108"/>
                    <a:pt x="6867" y="5164"/>
                    <a:pt x="6834" y="5170"/>
                  </a:cubicBezTo>
                  <a:cubicBezTo>
                    <a:pt x="6800" y="5176"/>
                    <a:pt x="6734" y="5024"/>
                    <a:pt x="6681" y="4945"/>
                  </a:cubicBezTo>
                  <a:cubicBezTo>
                    <a:pt x="6628" y="4866"/>
                    <a:pt x="6485" y="4979"/>
                    <a:pt x="6456" y="4889"/>
                  </a:cubicBezTo>
                  <a:cubicBezTo>
                    <a:pt x="6427" y="4799"/>
                    <a:pt x="6476" y="4709"/>
                    <a:pt x="6448" y="4641"/>
                  </a:cubicBezTo>
                  <a:cubicBezTo>
                    <a:pt x="6421" y="4574"/>
                    <a:pt x="6444" y="4422"/>
                    <a:pt x="6479" y="4264"/>
                  </a:cubicBezTo>
                  <a:cubicBezTo>
                    <a:pt x="6515" y="4107"/>
                    <a:pt x="6474" y="3837"/>
                    <a:pt x="6423" y="3792"/>
                  </a:cubicBezTo>
                  <a:cubicBezTo>
                    <a:pt x="6372" y="3747"/>
                    <a:pt x="6376" y="3899"/>
                    <a:pt x="6387" y="3944"/>
                  </a:cubicBezTo>
                  <a:cubicBezTo>
                    <a:pt x="6399" y="3989"/>
                    <a:pt x="6393" y="4202"/>
                    <a:pt x="6354" y="4343"/>
                  </a:cubicBezTo>
                  <a:cubicBezTo>
                    <a:pt x="6315" y="4484"/>
                    <a:pt x="6196" y="4484"/>
                    <a:pt x="6196" y="4579"/>
                  </a:cubicBezTo>
                  <a:cubicBezTo>
                    <a:pt x="6196" y="4675"/>
                    <a:pt x="6115" y="4748"/>
                    <a:pt x="6143" y="4815"/>
                  </a:cubicBezTo>
                  <a:cubicBezTo>
                    <a:pt x="6170" y="4883"/>
                    <a:pt x="6278" y="5232"/>
                    <a:pt x="6294" y="5339"/>
                  </a:cubicBezTo>
                  <a:cubicBezTo>
                    <a:pt x="6309" y="5445"/>
                    <a:pt x="6198" y="5783"/>
                    <a:pt x="6215" y="5980"/>
                  </a:cubicBezTo>
                  <a:cubicBezTo>
                    <a:pt x="6233" y="6177"/>
                    <a:pt x="6200" y="6267"/>
                    <a:pt x="6221" y="6363"/>
                  </a:cubicBezTo>
                  <a:cubicBezTo>
                    <a:pt x="6243" y="6458"/>
                    <a:pt x="6291" y="6374"/>
                    <a:pt x="6323" y="6413"/>
                  </a:cubicBezTo>
                  <a:cubicBezTo>
                    <a:pt x="6354" y="6453"/>
                    <a:pt x="6405" y="6357"/>
                    <a:pt x="6477" y="6317"/>
                  </a:cubicBezTo>
                  <a:cubicBezTo>
                    <a:pt x="6550" y="6278"/>
                    <a:pt x="6683" y="6498"/>
                    <a:pt x="6732" y="6565"/>
                  </a:cubicBezTo>
                  <a:cubicBezTo>
                    <a:pt x="6781" y="6632"/>
                    <a:pt x="6755" y="6745"/>
                    <a:pt x="6781" y="6857"/>
                  </a:cubicBezTo>
                  <a:cubicBezTo>
                    <a:pt x="6806" y="6970"/>
                    <a:pt x="6722" y="6970"/>
                    <a:pt x="6720" y="7139"/>
                  </a:cubicBezTo>
                  <a:cubicBezTo>
                    <a:pt x="6718" y="7308"/>
                    <a:pt x="6867" y="7381"/>
                    <a:pt x="6873" y="7431"/>
                  </a:cubicBezTo>
                  <a:cubicBezTo>
                    <a:pt x="6879" y="7482"/>
                    <a:pt x="6767" y="7442"/>
                    <a:pt x="6724" y="7397"/>
                  </a:cubicBezTo>
                  <a:cubicBezTo>
                    <a:pt x="6681" y="7352"/>
                    <a:pt x="6677" y="7189"/>
                    <a:pt x="6663" y="7156"/>
                  </a:cubicBezTo>
                  <a:cubicBezTo>
                    <a:pt x="6650" y="7122"/>
                    <a:pt x="6693" y="6987"/>
                    <a:pt x="6697" y="6880"/>
                  </a:cubicBezTo>
                  <a:cubicBezTo>
                    <a:pt x="6700" y="6773"/>
                    <a:pt x="6648" y="6711"/>
                    <a:pt x="6630" y="6638"/>
                  </a:cubicBezTo>
                  <a:cubicBezTo>
                    <a:pt x="6612" y="6565"/>
                    <a:pt x="6581" y="6458"/>
                    <a:pt x="6546" y="6481"/>
                  </a:cubicBezTo>
                  <a:cubicBezTo>
                    <a:pt x="6511" y="6503"/>
                    <a:pt x="6382" y="6537"/>
                    <a:pt x="6342" y="6638"/>
                  </a:cubicBezTo>
                  <a:cubicBezTo>
                    <a:pt x="6303" y="6739"/>
                    <a:pt x="6348" y="7026"/>
                    <a:pt x="6370" y="7167"/>
                  </a:cubicBezTo>
                  <a:cubicBezTo>
                    <a:pt x="6391" y="7308"/>
                    <a:pt x="6256" y="7504"/>
                    <a:pt x="6260" y="7617"/>
                  </a:cubicBezTo>
                  <a:cubicBezTo>
                    <a:pt x="6264" y="7729"/>
                    <a:pt x="6219" y="7780"/>
                    <a:pt x="6160" y="7870"/>
                  </a:cubicBezTo>
                  <a:cubicBezTo>
                    <a:pt x="6102" y="7960"/>
                    <a:pt x="6037" y="8027"/>
                    <a:pt x="6039" y="8174"/>
                  </a:cubicBezTo>
                  <a:cubicBezTo>
                    <a:pt x="6041" y="8320"/>
                    <a:pt x="5961" y="8241"/>
                    <a:pt x="5920" y="8174"/>
                  </a:cubicBezTo>
                  <a:cubicBezTo>
                    <a:pt x="5879" y="8106"/>
                    <a:pt x="5826" y="8213"/>
                    <a:pt x="5767" y="8207"/>
                  </a:cubicBezTo>
                  <a:cubicBezTo>
                    <a:pt x="5708" y="8202"/>
                    <a:pt x="5708" y="8061"/>
                    <a:pt x="5661" y="8112"/>
                  </a:cubicBezTo>
                  <a:cubicBezTo>
                    <a:pt x="5615" y="8162"/>
                    <a:pt x="5583" y="8050"/>
                    <a:pt x="5597" y="7949"/>
                  </a:cubicBezTo>
                  <a:cubicBezTo>
                    <a:pt x="5611" y="7848"/>
                    <a:pt x="5663" y="7926"/>
                    <a:pt x="5667" y="7999"/>
                  </a:cubicBezTo>
                  <a:cubicBezTo>
                    <a:pt x="5671" y="8072"/>
                    <a:pt x="5704" y="8039"/>
                    <a:pt x="5744" y="7977"/>
                  </a:cubicBezTo>
                  <a:cubicBezTo>
                    <a:pt x="5783" y="7915"/>
                    <a:pt x="5763" y="8056"/>
                    <a:pt x="5820" y="8067"/>
                  </a:cubicBezTo>
                  <a:cubicBezTo>
                    <a:pt x="5877" y="8078"/>
                    <a:pt x="5845" y="7983"/>
                    <a:pt x="5888" y="7994"/>
                  </a:cubicBezTo>
                  <a:cubicBezTo>
                    <a:pt x="5932" y="8005"/>
                    <a:pt x="5933" y="7966"/>
                    <a:pt x="5920" y="7904"/>
                  </a:cubicBezTo>
                  <a:cubicBezTo>
                    <a:pt x="5906" y="7842"/>
                    <a:pt x="5951" y="7797"/>
                    <a:pt x="5978" y="7763"/>
                  </a:cubicBezTo>
                  <a:cubicBezTo>
                    <a:pt x="6009" y="7725"/>
                    <a:pt x="5994" y="7600"/>
                    <a:pt x="6020" y="7561"/>
                  </a:cubicBezTo>
                  <a:cubicBezTo>
                    <a:pt x="6045" y="7521"/>
                    <a:pt x="6027" y="7442"/>
                    <a:pt x="6055" y="7437"/>
                  </a:cubicBezTo>
                  <a:cubicBezTo>
                    <a:pt x="6082" y="7431"/>
                    <a:pt x="6094" y="7313"/>
                    <a:pt x="6119" y="7313"/>
                  </a:cubicBezTo>
                  <a:cubicBezTo>
                    <a:pt x="6145" y="7313"/>
                    <a:pt x="6159" y="7195"/>
                    <a:pt x="6143" y="7133"/>
                  </a:cubicBezTo>
                  <a:cubicBezTo>
                    <a:pt x="6127" y="7071"/>
                    <a:pt x="6153" y="6903"/>
                    <a:pt x="6178" y="6880"/>
                  </a:cubicBezTo>
                  <a:cubicBezTo>
                    <a:pt x="6203" y="6857"/>
                    <a:pt x="6205" y="6790"/>
                    <a:pt x="6182" y="6739"/>
                  </a:cubicBezTo>
                  <a:cubicBezTo>
                    <a:pt x="6159" y="6689"/>
                    <a:pt x="6072" y="6520"/>
                    <a:pt x="6078" y="6413"/>
                  </a:cubicBezTo>
                  <a:cubicBezTo>
                    <a:pt x="6084" y="6306"/>
                    <a:pt x="6063" y="6109"/>
                    <a:pt x="6074" y="6025"/>
                  </a:cubicBezTo>
                  <a:cubicBezTo>
                    <a:pt x="6086" y="5941"/>
                    <a:pt x="6076" y="5766"/>
                    <a:pt x="6072" y="5665"/>
                  </a:cubicBezTo>
                  <a:cubicBezTo>
                    <a:pt x="6069" y="5564"/>
                    <a:pt x="6094" y="5451"/>
                    <a:pt x="6106" y="5266"/>
                  </a:cubicBezTo>
                  <a:cubicBezTo>
                    <a:pt x="6117" y="5080"/>
                    <a:pt x="6037" y="4883"/>
                    <a:pt x="5998" y="4832"/>
                  </a:cubicBezTo>
                  <a:cubicBezTo>
                    <a:pt x="5959" y="4782"/>
                    <a:pt x="5984" y="4681"/>
                    <a:pt x="6041" y="4545"/>
                  </a:cubicBezTo>
                  <a:cubicBezTo>
                    <a:pt x="6098" y="4411"/>
                    <a:pt x="6102" y="3989"/>
                    <a:pt x="6098" y="3899"/>
                  </a:cubicBezTo>
                  <a:cubicBezTo>
                    <a:pt x="6094" y="3809"/>
                    <a:pt x="5978" y="3730"/>
                    <a:pt x="5934" y="3741"/>
                  </a:cubicBezTo>
                  <a:cubicBezTo>
                    <a:pt x="5888" y="3752"/>
                    <a:pt x="5722" y="3730"/>
                    <a:pt x="5681" y="3707"/>
                  </a:cubicBezTo>
                  <a:cubicBezTo>
                    <a:pt x="5640" y="3685"/>
                    <a:pt x="5626" y="3809"/>
                    <a:pt x="5607" y="3921"/>
                  </a:cubicBezTo>
                  <a:cubicBezTo>
                    <a:pt x="5587" y="4034"/>
                    <a:pt x="5544" y="4208"/>
                    <a:pt x="5519" y="4461"/>
                  </a:cubicBezTo>
                  <a:cubicBezTo>
                    <a:pt x="5493" y="4714"/>
                    <a:pt x="5390" y="4793"/>
                    <a:pt x="5343" y="4849"/>
                  </a:cubicBezTo>
                  <a:cubicBezTo>
                    <a:pt x="5296" y="4906"/>
                    <a:pt x="5266" y="5091"/>
                    <a:pt x="5288" y="5181"/>
                  </a:cubicBezTo>
                  <a:cubicBezTo>
                    <a:pt x="5309" y="5271"/>
                    <a:pt x="5341" y="5198"/>
                    <a:pt x="5362" y="5232"/>
                  </a:cubicBezTo>
                  <a:cubicBezTo>
                    <a:pt x="5384" y="5266"/>
                    <a:pt x="5360" y="5502"/>
                    <a:pt x="5346" y="5536"/>
                  </a:cubicBezTo>
                  <a:cubicBezTo>
                    <a:pt x="5333" y="5569"/>
                    <a:pt x="5372" y="5654"/>
                    <a:pt x="5339" y="5715"/>
                  </a:cubicBezTo>
                  <a:cubicBezTo>
                    <a:pt x="5305" y="5777"/>
                    <a:pt x="5274" y="5907"/>
                    <a:pt x="5294" y="5974"/>
                  </a:cubicBezTo>
                  <a:cubicBezTo>
                    <a:pt x="5313" y="6042"/>
                    <a:pt x="5409" y="6076"/>
                    <a:pt x="5450" y="6143"/>
                  </a:cubicBezTo>
                  <a:cubicBezTo>
                    <a:pt x="5491" y="6211"/>
                    <a:pt x="5476" y="6334"/>
                    <a:pt x="5507" y="6453"/>
                  </a:cubicBezTo>
                  <a:cubicBezTo>
                    <a:pt x="5538" y="6571"/>
                    <a:pt x="5572" y="6498"/>
                    <a:pt x="5587" y="6571"/>
                  </a:cubicBezTo>
                  <a:cubicBezTo>
                    <a:pt x="5603" y="6644"/>
                    <a:pt x="5530" y="6936"/>
                    <a:pt x="5505" y="6947"/>
                  </a:cubicBezTo>
                  <a:cubicBezTo>
                    <a:pt x="5480" y="6959"/>
                    <a:pt x="5376" y="6649"/>
                    <a:pt x="5345" y="6582"/>
                  </a:cubicBezTo>
                  <a:cubicBezTo>
                    <a:pt x="5313" y="6514"/>
                    <a:pt x="5192" y="6407"/>
                    <a:pt x="5131" y="6317"/>
                  </a:cubicBezTo>
                  <a:cubicBezTo>
                    <a:pt x="5071" y="6227"/>
                    <a:pt x="5022" y="6239"/>
                    <a:pt x="4955" y="6109"/>
                  </a:cubicBezTo>
                  <a:cubicBezTo>
                    <a:pt x="4889" y="5980"/>
                    <a:pt x="4832" y="5918"/>
                    <a:pt x="4711" y="5924"/>
                  </a:cubicBezTo>
                  <a:cubicBezTo>
                    <a:pt x="4589" y="5929"/>
                    <a:pt x="4511" y="5845"/>
                    <a:pt x="4470" y="5862"/>
                  </a:cubicBezTo>
                  <a:cubicBezTo>
                    <a:pt x="4429" y="5879"/>
                    <a:pt x="4444" y="5744"/>
                    <a:pt x="4372" y="5654"/>
                  </a:cubicBezTo>
                  <a:cubicBezTo>
                    <a:pt x="4300" y="5564"/>
                    <a:pt x="4253" y="5440"/>
                    <a:pt x="4212" y="5502"/>
                  </a:cubicBezTo>
                  <a:cubicBezTo>
                    <a:pt x="4170" y="5564"/>
                    <a:pt x="4186" y="5789"/>
                    <a:pt x="4249" y="5817"/>
                  </a:cubicBezTo>
                  <a:cubicBezTo>
                    <a:pt x="4311" y="5845"/>
                    <a:pt x="4280" y="5941"/>
                    <a:pt x="4347" y="5929"/>
                  </a:cubicBezTo>
                  <a:cubicBezTo>
                    <a:pt x="4413" y="5918"/>
                    <a:pt x="4433" y="5986"/>
                    <a:pt x="4431" y="6104"/>
                  </a:cubicBezTo>
                  <a:cubicBezTo>
                    <a:pt x="4429" y="6222"/>
                    <a:pt x="4462" y="6340"/>
                    <a:pt x="4491" y="6419"/>
                  </a:cubicBezTo>
                  <a:cubicBezTo>
                    <a:pt x="4521" y="6498"/>
                    <a:pt x="4503" y="6627"/>
                    <a:pt x="4450" y="6627"/>
                  </a:cubicBezTo>
                  <a:cubicBezTo>
                    <a:pt x="4397" y="6627"/>
                    <a:pt x="4337" y="6649"/>
                    <a:pt x="4360" y="6756"/>
                  </a:cubicBezTo>
                  <a:cubicBezTo>
                    <a:pt x="4384" y="6863"/>
                    <a:pt x="4345" y="6891"/>
                    <a:pt x="4292" y="6835"/>
                  </a:cubicBezTo>
                  <a:cubicBezTo>
                    <a:pt x="4239" y="6779"/>
                    <a:pt x="4270" y="6672"/>
                    <a:pt x="4292" y="6610"/>
                  </a:cubicBezTo>
                  <a:cubicBezTo>
                    <a:pt x="4313" y="6548"/>
                    <a:pt x="4245" y="6469"/>
                    <a:pt x="4212" y="6435"/>
                  </a:cubicBezTo>
                  <a:cubicBezTo>
                    <a:pt x="4178" y="6402"/>
                    <a:pt x="4045" y="6683"/>
                    <a:pt x="4008" y="6728"/>
                  </a:cubicBezTo>
                  <a:cubicBezTo>
                    <a:pt x="3971" y="6773"/>
                    <a:pt x="3879" y="6660"/>
                    <a:pt x="3785" y="6728"/>
                  </a:cubicBezTo>
                  <a:cubicBezTo>
                    <a:pt x="3691" y="6796"/>
                    <a:pt x="3697" y="7009"/>
                    <a:pt x="3662" y="6987"/>
                  </a:cubicBezTo>
                  <a:cubicBezTo>
                    <a:pt x="3627" y="6965"/>
                    <a:pt x="3523" y="7015"/>
                    <a:pt x="3484" y="6947"/>
                  </a:cubicBezTo>
                  <a:cubicBezTo>
                    <a:pt x="3444" y="6880"/>
                    <a:pt x="3476" y="6841"/>
                    <a:pt x="3517" y="6846"/>
                  </a:cubicBezTo>
                  <a:cubicBezTo>
                    <a:pt x="3558" y="6852"/>
                    <a:pt x="3572" y="6812"/>
                    <a:pt x="3548" y="6734"/>
                  </a:cubicBezTo>
                  <a:cubicBezTo>
                    <a:pt x="3525" y="6655"/>
                    <a:pt x="3580" y="6531"/>
                    <a:pt x="3578" y="6475"/>
                  </a:cubicBezTo>
                  <a:cubicBezTo>
                    <a:pt x="3576" y="6419"/>
                    <a:pt x="3423" y="6565"/>
                    <a:pt x="3398" y="6627"/>
                  </a:cubicBezTo>
                  <a:cubicBezTo>
                    <a:pt x="3372" y="6689"/>
                    <a:pt x="3400" y="6801"/>
                    <a:pt x="3372" y="6841"/>
                  </a:cubicBezTo>
                  <a:cubicBezTo>
                    <a:pt x="3345" y="6880"/>
                    <a:pt x="3345" y="6773"/>
                    <a:pt x="3313" y="6739"/>
                  </a:cubicBezTo>
                  <a:cubicBezTo>
                    <a:pt x="3282" y="6706"/>
                    <a:pt x="3053" y="6857"/>
                    <a:pt x="3010" y="6998"/>
                  </a:cubicBezTo>
                  <a:cubicBezTo>
                    <a:pt x="2967" y="7139"/>
                    <a:pt x="2883" y="7144"/>
                    <a:pt x="2883" y="7223"/>
                  </a:cubicBezTo>
                  <a:cubicBezTo>
                    <a:pt x="2883" y="7302"/>
                    <a:pt x="2779" y="7296"/>
                    <a:pt x="2738" y="7352"/>
                  </a:cubicBezTo>
                  <a:cubicBezTo>
                    <a:pt x="2697" y="7409"/>
                    <a:pt x="2725" y="7639"/>
                    <a:pt x="2709" y="7752"/>
                  </a:cubicBezTo>
                  <a:cubicBezTo>
                    <a:pt x="2693" y="7864"/>
                    <a:pt x="2533" y="7831"/>
                    <a:pt x="2484" y="7836"/>
                  </a:cubicBezTo>
                  <a:cubicBezTo>
                    <a:pt x="2435" y="7842"/>
                    <a:pt x="2417" y="7566"/>
                    <a:pt x="2378" y="7549"/>
                  </a:cubicBezTo>
                  <a:cubicBezTo>
                    <a:pt x="2339" y="7532"/>
                    <a:pt x="2362" y="7375"/>
                    <a:pt x="2374" y="7308"/>
                  </a:cubicBezTo>
                  <a:cubicBezTo>
                    <a:pt x="2386" y="7240"/>
                    <a:pt x="2417" y="7296"/>
                    <a:pt x="2466" y="7206"/>
                  </a:cubicBezTo>
                  <a:cubicBezTo>
                    <a:pt x="2515" y="7116"/>
                    <a:pt x="2564" y="7251"/>
                    <a:pt x="2584" y="7189"/>
                  </a:cubicBezTo>
                  <a:cubicBezTo>
                    <a:pt x="2603" y="7127"/>
                    <a:pt x="2509" y="6964"/>
                    <a:pt x="2503" y="6824"/>
                  </a:cubicBezTo>
                  <a:cubicBezTo>
                    <a:pt x="2497" y="6683"/>
                    <a:pt x="2394" y="6644"/>
                    <a:pt x="2335" y="6689"/>
                  </a:cubicBezTo>
                  <a:cubicBezTo>
                    <a:pt x="2276" y="6734"/>
                    <a:pt x="2212" y="6694"/>
                    <a:pt x="2171" y="6638"/>
                  </a:cubicBezTo>
                  <a:cubicBezTo>
                    <a:pt x="2130" y="6582"/>
                    <a:pt x="2134" y="6739"/>
                    <a:pt x="2194" y="6784"/>
                  </a:cubicBezTo>
                  <a:cubicBezTo>
                    <a:pt x="2255" y="6829"/>
                    <a:pt x="2224" y="6964"/>
                    <a:pt x="2233" y="7049"/>
                  </a:cubicBezTo>
                  <a:cubicBezTo>
                    <a:pt x="2243" y="7133"/>
                    <a:pt x="2218" y="7324"/>
                    <a:pt x="2182" y="7471"/>
                  </a:cubicBezTo>
                  <a:cubicBezTo>
                    <a:pt x="2147" y="7617"/>
                    <a:pt x="2173" y="7611"/>
                    <a:pt x="2226" y="7605"/>
                  </a:cubicBezTo>
                  <a:cubicBezTo>
                    <a:pt x="2278" y="7600"/>
                    <a:pt x="2274" y="7797"/>
                    <a:pt x="2274" y="7943"/>
                  </a:cubicBezTo>
                  <a:cubicBezTo>
                    <a:pt x="2274" y="8089"/>
                    <a:pt x="2233" y="8129"/>
                    <a:pt x="2233" y="8236"/>
                  </a:cubicBezTo>
                  <a:cubicBezTo>
                    <a:pt x="2233" y="8343"/>
                    <a:pt x="2190" y="8185"/>
                    <a:pt x="2177" y="8230"/>
                  </a:cubicBezTo>
                  <a:cubicBezTo>
                    <a:pt x="2163" y="8275"/>
                    <a:pt x="2145" y="8207"/>
                    <a:pt x="2137" y="8117"/>
                  </a:cubicBezTo>
                  <a:cubicBezTo>
                    <a:pt x="2130" y="8028"/>
                    <a:pt x="2049" y="8078"/>
                    <a:pt x="2004" y="8044"/>
                  </a:cubicBezTo>
                  <a:cubicBezTo>
                    <a:pt x="1959" y="8011"/>
                    <a:pt x="1942" y="8067"/>
                    <a:pt x="1920" y="8162"/>
                  </a:cubicBezTo>
                  <a:cubicBezTo>
                    <a:pt x="1899" y="8258"/>
                    <a:pt x="1836" y="8297"/>
                    <a:pt x="1803" y="8309"/>
                  </a:cubicBezTo>
                  <a:cubicBezTo>
                    <a:pt x="1766" y="8321"/>
                    <a:pt x="1711" y="8506"/>
                    <a:pt x="1676" y="8573"/>
                  </a:cubicBezTo>
                  <a:cubicBezTo>
                    <a:pt x="1640" y="8641"/>
                    <a:pt x="1635" y="8770"/>
                    <a:pt x="1683" y="8905"/>
                  </a:cubicBezTo>
                  <a:cubicBezTo>
                    <a:pt x="1732" y="9040"/>
                    <a:pt x="1742" y="9130"/>
                    <a:pt x="1738" y="9203"/>
                  </a:cubicBezTo>
                  <a:cubicBezTo>
                    <a:pt x="1734" y="9276"/>
                    <a:pt x="1601" y="9254"/>
                    <a:pt x="1580" y="9175"/>
                  </a:cubicBezTo>
                  <a:cubicBezTo>
                    <a:pt x="1558" y="9096"/>
                    <a:pt x="1472" y="9068"/>
                    <a:pt x="1443" y="9085"/>
                  </a:cubicBezTo>
                  <a:cubicBezTo>
                    <a:pt x="1413" y="9102"/>
                    <a:pt x="1333" y="8832"/>
                    <a:pt x="1292" y="8826"/>
                  </a:cubicBezTo>
                  <a:cubicBezTo>
                    <a:pt x="1251" y="8821"/>
                    <a:pt x="1226" y="8967"/>
                    <a:pt x="1212" y="9040"/>
                  </a:cubicBezTo>
                  <a:cubicBezTo>
                    <a:pt x="1198" y="9113"/>
                    <a:pt x="1231" y="9136"/>
                    <a:pt x="1251" y="9259"/>
                  </a:cubicBezTo>
                  <a:cubicBezTo>
                    <a:pt x="1271" y="9383"/>
                    <a:pt x="1343" y="9389"/>
                    <a:pt x="1380" y="9389"/>
                  </a:cubicBezTo>
                  <a:cubicBezTo>
                    <a:pt x="1417" y="9389"/>
                    <a:pt x="1404" y="9552"/>
                    <a:pt x="1392" y="9619"/>
                  </a:cubicBezTo>
                  <a:cubicBezTo>
                    <a:pt x="1380" y="9687"/>
                    <a:pt x="1312" y="9737"/>
                    <a:pt x="1292" y="9664"/>
                  </a:cubicBezTo>
                  <a:cubicBezTo>
                    <a:pt x="1273" y="9591"/>
                    <a:pt x="1190" y="9664"/>
                    <a:pt x="1188" y="9574"/>
                  </a:cubicBezTo>
                  <a:cubicBezTo>
                    <a:pt x="1187" y="9484"/>
                    <a:pt x="1128" y="9350"/>
                    <a:pt x="1067" y="9377"/>
                  </a:cubicBezTo>
                  <a:cubicBezTo>
                    <a:pt x="1007" y="9406"/>
                    <a:pt x="995" y="9293"/>
                    <a:pt x="999" y="9158"/>
                  </a:cubicBezTo>
                  <a:cubicBezTo>
                    <a:pt x="1003" y="9023"/>
                    <a:pt x="965" y="8944"/>
                    <a:pt x="967" y="8883"/>
                  </a:cubicBezTo>
                  <a:cubicBezTo>
                    <a:pt x="969" y="8820"/>
                    <a:pt x="940" y="8697"/>
                    <a:pt x="971" y="8635"/>
                  </a:cubicBezTo>
                  <a:cubicBezTo>
                    <a:pt x="1003" y="8573"/>
                    <a:pt x="979" y="8478"/>
                    <a:pt x="981" y="8393"/>
                  </a:cubicBezTo>
                  <a:cubicBezTo>
                    <a:pt x="983" y="8309"/>
                    <a:pt x="928" y="8179"/>
                    <a:pt x="879" y="8179"/>
                  </a:cubicBezTo>
                  <a:cubicBezTo>
                    <a:pt x="830" y="8179"/>
                    <a:pt x="840" y="8039"/>
                    <a:pt x="799" y="8011"/>
                  </a:cubicBezTo>
                  <a:cubicBezTo>
                    <a:pt x="758" y="7983"/>
                    <a:pt x="676" y="7785"/>
                    <a:pt x="670" y="7701"/>
                  </a:cubicBezTo>
                  <a:cubicBezTo>
                    <a:pt x="664" y="7617"/>
                    <a:pt x="601" y="7605"/>
                    <a:pt x="623" y="7577"/>
                  </a:cubicBezTo>
                  <a:cubicBezTo>
                    <a:pt x="645" y="7549"/>
                    <a:pt x="693" y="7589"/>
                    <a:pt x="729" y="7690"/>
                  </a:cubicBezTo>
                  <a:cubicBezTo>
                    <a:pt x="764" y="7791"/>
                    <a:pt x="821" y="7881"/>
                    <a:pt x="913" y="7915"/>
                  </a:cubicBezTo>
                  <a:cubicBezTo>
                    <a:pt x="1005" y="7949"/>
                    <a:pt x="1042" y="8072"/>
                    <a:pt x="1143" y="8123"/>
                  </a:cubicBezTo>
                  <a:cubicBezTo>
                    <a:pt x="1245" y="8174"/>
                    <a:pt x="1306" y="8207"/>
                    <a:pt x="1453" y="8270"/>
                  </a:cubicBezTo>
                  <a:cubicBezTo>
                    <a:pt x="1599" y="8331"/>
                    <a:pt x="1795" y="7904"/>
                    <a:pt x="1836" y="7785"/>
                  </a:cubicBezTo>
                  <a:cubicBezTo>
                    <a:pt x="1877" y="7667"/>
                    <a:pt x="1824" y="7426"/>
                    <a:pt x="1824" y="7336"/>
                  </a:cubicBezTo>
                  <a:cubicBezTo>
                    <a:pt x="1824" y="7246"/>
                    <a:pt x="1758" y="7234"/>
                    <a:pt x="1748" y="7167"/>
                  </a:cubicBezTo>
                  <a:cubicBezTo>
                    <a:pt x="1738" y="7099"/>
                    <a:pt x="1695" y="6976"/>
                    <a:pt x="1639" y="6976"/>
                  </a:cubicBezTo>
                  <a:cubicBezTo>
                    <a:pt x="1582" y="6976"/>
                    <a:pt x="1574" y="6790"/>
                    <a:pt x="1529" y="6801"/>
                  </a:cubicBezTo>
                  <a:cubicBezTo>
                    <a:pt x="1484" y="6812"/>
                    <a:pt x="1453" y="6745"/>
                    <a:pt x="1335" y="6520"/>
                  </a:cubicBezTo>
                  <a:cubicBezTo>
                    <a:pt x="1218" y="6295"/>
                    <a:pt x="1055" y="6132"/>
                    <a:pt x="1026" y="6171"/>
                  </a:cubicBezTo>
                  <a:cubicBezTo>
                    <a:pt x="997" y="6211"/>
                    <a:pt x="977" y="6233"/>
                    <a:pt x="958" y="6149"/>
                  </a:cubicBezTo>
                  <a:cubicBezTo>
                    <a:pt x="938" y="6064"/>
                    <a:pt x="893" y="6076"/>
                    <a:pt x="862" y="6143"/>
                  </a:cubicBezTo>
                  <a:cubicBezTo>
                    <a:pt x="830" y="6211"/>
                    <a:pt x="799" y="6081"/>
                    <a:pt x="740" y="6120"/>
                  </a:cubicBezTo>
                  <a:cubicBezTo>
                    <a:pt x="682" y="6160"/>
                    <a:pt x="650" y="6047"/>
                    <a:pt x="666" y="5997"/>
                  </a:cubicBezTo>
                  <a:cubicBezTo>
                    <a:pt x="682" y="5946"/>
                    <a:pt x="768" y="5991"/>
                    <a:pt x="764" y="5907"/>
                  </a:cubicBezTo>
                  <a:cubicBezTo>
                    <a:pt x="760" y="5823"/>
                    <a:pt x="729" y="5907"/>
                    <a:pt x="676" y="5806"/>
                  </a:cubicBezTo>
                  <a:cubicBezTo>
                    <a:pt x="623" y="5704"/>
                    <a:pt x="594" y="5772"/>
                    <a:pt x="582" y="5856"/>
                  </a:cubicBezTo>
                  <a:cubicBezTo>
                    <a:pt x="570" y="5941"/>
                    <a:pt x="529" y="5918"/>
                    <a:pt x="502" y="5845"/>
                  </a:cubicBezTo>
                  <a:cubicBezTo>
                    <a:pt x="499" y="5838"/>
                    <a:pt x="496" y="5833"/>
                    <a:pt x="493" y="5827"/>
                  </a:cubicBezTo>
                  <a:cubicBezTo>
                    <a:pt x="484" y="5968"/>
                    <a:pt x="455" y="5982"/>
                    <a:pt x="425" y="5963"/>
                  </a:cubicBezTo>
                  <a:cubicBezTo>
                    <a:pt x="390" y="5941"/>
                    <a:pt x="355" y="6109"/>
                    <a:pt x="316" y="6109"/>
                  </a:cubicBezTo>
                  <a:cubicBezTo>
                    <a:pt x="277" y="6109"/>
                    <a:pt x="234" y="6233"/>
                    <a:pt x="226" y="6334"/>
                  </a:cubicBezTo>
                  <a:cubicBezTo>
                    <a:pt x="218" y="6435"/>
                    <a:pt x="175" y="6379"/>
                    <a:pt x="175" y="6447"/>
                  </a:cubicBezTo>
                  <a:cubicBezTo>
                    <a:pt x="175" y="6514"/>
                    <a:pt x="175" y="6582"/>
                    <a:pt x="155" y="6649"/>
                  </a:cubicBezTo>
                  <a:cubicBezTo>
                    <a:pt x="136" y="6717"/>
                    <a:pt x="155" y="6751"/>
                    <a:pt x="175" y="6863"/>
                  </a:cubicBezTo>
                  <a:cubicBezTo>
                    <a:pt x="195" y="6976"/>
                    <a:pt x="238" y="6964"/>
                    <a:pt x="257" y="6998"/>
                  </a:cubicBezTo>
                  <a:cubicBezTo>
                    <a:pt x="277" y="7032"/>
                    <a:pt x="351" y="7212"/>
                    <a:pt x="351" y="7279"/>
                  </a:cubicBezTo>
                  <a:cubicBezTo>
                    <a:pt x="351" y="7347"/>
                    <a:pt x="292" y="7516"/>
                    <a:pt x="269" y="7561"/>
                  </a:cubicBezTo>
                  <a:cubicBezTo>
                    <a:pt x="245" y="7605"/>
                    <a:pt x="214" y="7718"/>
                    <a:pt x="230" y="7785"/>
                  </a:cubicBezTo>
                  <a:cubicBezTo>
                    <a:pt x="245" y="7853"/>
                    <a:pt x="312" y="8134"/>
                    <a:pt x="355" y="8359"/>
                  </a:cubicBezTo>
                  <a:cubicBezTo>
                    <a:pt x="398" y="8584"/>
                    <a:pt x="339" y="8483"/>
                    <a:pt x="312" y="8584"/>
                  </a:cubicBezTo>
                  <a:cubicBezTo>
                    <a:pt x="285" y="8686"/>
                    <a:pt x="324" y="8810"/>
                    <a:pt x="331" y="8877"/>
                  </a:cubicBezTo>
                  <a:cubicBezTo>
                    <a:pt x="339" y="8944"/>
                    <a:pt x="296" y="8933"/>
                    <a:pt x="300" y="8989"/>
                  </a:cubicBezTo>
                  <a:cubicBezTo>
                    <a:pt x="304" y="9046"/>
                    <a:pt x="363" y="9068"/>
                    <a:pt x="367" y="9113"/>
                  </a:cubicBezTo>
                  <a:cubicBezTo>
                    <a:pt x="371" y="9158"/>
                    <a:pt x="328" y="9214"/>
                    <a:pt x="347" y="9304"/>
                  </a:cubicBezTo>
                  <a:cubicBezTo>
                    <a:pt x="367" y="9395"/>
                    <a:pt x="414" y="9394"/>
                    <a:pt x="418" y="9507"/>
                  </a:cubicBezTo>
                  <a:cubicBezTo>
                    <a:pt x="422" y="9619"/>
                    <a:pt x="331" y="9630"/>
                    <a:pt x="335" y="9721"/>
                  </a:cubicBezTo>
                  <a:cubicBezTo>
                    <a:pt x="339" y="9811"/>
                    <a:pt x="453" y="9923"/>
                    <a:pt x="504" y="10092"/>
                  </a:cubicBezTo>
                  <a:cubicBezTo>
                    <a:pt x="555" y="10261"/>
                    <a:pt x="551" y="10306"/>
                    <a:pt x="539" y="10396"/>
                  </a:cubicBezTo>
                  <a:cubicBezTo>
                    <a:pt x="515" y="10577"/>
                    <a:pt x="375" y="10733"/>
                    <a:pt x="343" y="10936"/>
                  </a:cubicBezTo>
                  <a:cubicBezTo>
                    <a:pt x="312" y="11138"/>
                    <a:pt x="195" y="11250"/>
                    <a:pt x="140" y="11408"/>
                  </a:cubicBezTo>
                  <a:cubicBezTo>
                    <a:pt x="117" y="11473"/>
                    <a:pt x="95" y="11559"/>
                    <a:pt x="77" y="11639"/>
                  </a:cubicBezTo>
                  <a:cubicBezTo>
                    <a:pt x="100" y="11622"/>
                    <a:pt x="118" y="11602"/>
                    <a:pt x="132" y="11583"/>
                  </a:cubicBezTo>
                  <a:cubicBezTo>
                    <a:pt x="163" y="11537"/>
                    <a:pt x="185" y="11757"/>
                    <a:pt x="216" y="11830"/>
                  </a:cubicBezTo>
                  <a:cubicBezTo>
                    <a:pt x="247" y="11903"/>
                    <a:pt x="310" y="11836"/>
                    <a:pt x="331" y="11903"/>
                  </a:cubicBezTo>
                  <a:cubicBezTo>
                    <a:pt x="353" y="11971"/>
                    <a:pt x="314" y="11976"/>
                    <a:pt x="269" y="11954"/>
                  </a:cubicBezTo>
                  <a:cubicBezTo>
                    <a:pt x="224" y="11931"/>
                    <a:pt x="212" y="12010"/>
                    <a:pt x="142" y="12077"/>
                  </a:cubicBezTo>
                  <a:cubicBezTo>
                    <a:pt x="89" y="12128"/>
                    <a:pt x="94" y="12182"/>
                    <a:pt x="77" y="12224"/>
                  </a:cubicBezTo>
                  <a:cubicBezTo>
                    <a:pt x="108" y="12356"/>
                    <a:pt x="66" y="12373"/>
                    <a:pt x="50" y="12474"/>
                  </a:cubicBezTo>
                  <a:cubicBezTo>
                    <a:pt x="32" y="12583"/>
                    <a:pt x="9" y="12600"/>
                    <a:pt x="6" y="12668"/>
                  </a:cubicBezTo>
                  <a:cubicBezTo>
                    <a:pt x="3" y="12736"/>
                    <a:pt x="12" y="12786"/>
                    <a:pt x="14" y="12887"/>
                  </a:cubicBezTo>
                  <a:cubicBezTo>
                    <a:pt x="17" y="12989"/>
                    <a:pt x="23" y="13005"/>
                    <a:pt x="44" y="13090"/>
                  </a:cubicBezTo>
                  <a:cubicBezTo>
                    <a:pt x="64" y="13174"/>
                    <a:pt x="26" y="13174"/>
                    <a:pt x="9" y="13216"/>
                  </a:cubicBezTo>
                  <a:cubicBezTo>
                    <a:pt x="-9" y="13259"/>
                    <a:pt x="3" y="13351"/>
                    <a:pt x="26" y="13419"/>
                  </a:cubicBezTo>
                  <a:cubicBezTo>
                    <a:pt x="50" y="13486"/>
                    <a:pt x="50" y="13571"/>
                    <a:pt x="41" y="13630"/>
                  </a:cubicBezTo>
                  <a:cubicBezTo>
                    <a:pt x="32" y="13689"/>
                    <a:pt x="61" y="13790"/>
                    <a:pt x="82" y="13849"/>
                  </a:cubicBezTo>
                  <a:cubicBezTo>
                    <a:pt x="102" y="13908"/>
                    <a:pt x="100" y="14069"/>
                    <a:pt x="117" y="14111"/>
                  </a:cubicBezTo>
                  <a:cubicBezTo>
                    <a:pt x="135" y="14153"/>
                    <a:pt x="155" y="14195"/>
                    <a:pt x="188" y="14170"/>
                  </a:cubicBezTo>
                  <a:cubicBezTo>
                    <a:pt x="220" y="14144"/>
                    <a:pt x="240" y="14187"/>
                    <a:pt x="255" y="14263"/>
                  </a:cubicBezTo>
                  <a:cubicBezTo>
                    <a:pt x="270" y="14339"/>
                    <a:pt x="293" y="14305"/>
                    <a:pt x="326" y="14263"/>
                  </a:cubicBezTo>
                  <a:cubicBezTo>
                    <a:pt x="358" y="14220"/>
                    <a:pt x="431" y="14339"/>
                    <a:pt x="449" y="14364"/>
                  </a:cubicBezTo>
                  <a:cubicBezTo>
                    <a:pt x="466" y="14389"/>
                    <a:pt x="458" y="14533"/>
                    <a:pt x="461" y="14625"/>
                  </a:cubicBezTo>
                  <a:cubicBezTo>
                    <a:pt x="463" y="14718"/>
                    <a:pt x="443" y="14836"/>
                    <a:pt x="475" y="14896"/>
                  </a:cubicBezTo>
                  <a:cubicBezTo>
                    <a:pt x="508" y="14955"/>
                    <a:pt x="499" y="15090"/>
                    <a:pt x="537" y="15132"/>
                  </a:cubicBezTo>
                  <a:cubicBezTo>
                    <a:pt x="575" y="15174"/>
                    <a:pt x="590" y="15326"/>
                    <a:pt x="613" y="15343"/>
                  </a:cubicBezTo>
                  <a:cubicBezTo>
                    <a:pt x="637" y="15359"/>
                    <a:pt x="681" y="15461"/>
                    <a:pt x="687" y="15537"/>
                  </a:cubicBezTo>
                  <a:cubicBezTo>
                    <a:pt x="692" y="15613"/>
                    <a:pt x="646" y="15680"/>
                    <a:pt x="619" y="15714"/>
                  </a:cubicBezTo>
                  <a:cubicBezTo>
                    <a:pt x="593" y="15748"/>
                    <a:pt x="543" y="15613"/>
                    <a:pt x="525" y="15672"/>
                  </a:cubicBezTo>
                  <a:cubicBezTo>
                    <a:pt x="508" y="15731"/>
                    <a:pt x="531" y="15840"/>
                    <a:pt x="546" y="16026"/>
                  </a:cubicBezTo>
                  <a:cubicBezTo>
                    <a:pt x="560" y="16212"/>
                    <a:pt x="572" y="16229"/>
                    <a:pt x="601" y="16229"/>
                  </a:cubicBezTo>
                  <a:cubicBezTo>
                    <a:pt x="631" y="16229"/>
                    <a:pt x="643" y="16170"/>
                    <a:pt x="663" y="16136"/>
                  </a:cubicBezTo>
                  <a:cubicBezTo>
                    <a:pt x="684" y="16102"/>
                    <a:pt x="731" y="16153"/>
                    <a:pt x="751" y="16127"/>
                  </a:cubicBezTo>
                  <a:cubicBezTo>
                    <a:pt x="772" y="16102"/>
                    <a:pt x="845" y="16094"/>
                    <a:pt x="860" y="16161"/>
                  </a:cubicBezTo>
                  <a:cubicBezTo>
                    <a:pt x="874" y="16229"/>
                    <a:pt x="889" y="16389"/>
                    <a:pt x="877" y="16448"/>
                  </a:cubicBezTo>
                  <a:cubicBezTo>
                    <a:pt x="866" y="16507"/>
                    <a:pt x="892" y="16575"/>
                    <a:pt x="907" y="16659"/>
                  </a:cubicBezTo>
                  <a:cubicBezTo>
                    <a:pt x="921" y="16743"/>
                    <a:pt x="983" y="16701"/>
                    <a:pt x="1004" y="16727"/>
                  </a:cubicBezTo>
                  <a:cubicBezTo>
                    <a:pt x="1024" y="16752"/>
                    <a:pt x="1071" y="16937"/>
                    <a:pt x="1062" y="17022"/>
                  </a:cubicBezTo>
                  <a:cubicBezTo>
                    <a:pt x="1053" y="17106"/>
                    <a:pt x="1092" y="17123"/>
                    <a:pt x="1112" y="17098"/>
                  </a:cubicBezTo>
                  <a:cubicBezTo>
                    <a:pt x="1133" y="17072"/>
                    <a:pt x="1153" y="17140"/>
                    <a:pt x="1177" y="17182"/>
                  </a:cubicBezTo>
                  <a:cubicBezTo>
                    <a:pt x="1200" y="17224"/>
                    <a:pt x="1221" y="17207"/>
                    <a:pt x="1244" y="17165"/>
                  </a:cubicBezTo>
                  <a:cubicBezTo>
                    <a:pt x="1268" y="17123"/>
                    <a:pt x="1306" y="17089"/>
                    <a:pt x="1318" y="17148"/>
                  </a:cubicBezTo>
                  <a:cubicBezTo>
                    <a:pt x="1329" y="17207"/>
                    <a:pt x="1376" y="17317"/>
                    <a:pt x="1376" y="17351"/>
                  </a:cubicBezTo>
                  <a:cubicBezTo>
                    <a:pt x="1376" y="17385"/>
                    <a:pt x="1450" y="17351"/>
                    <a:pt x="1485" y="17402"/>
                  </a:cubicBezTo>
                  <a:cubicBezTo>
                    <a:pt x="1520" y="17452"/>
                    <a:pt x="1558" y="17427"/>
                    <a:pt x="1596" y="17486"/>
                  </a:cubicBezTo>
                  <a:cubicBezTo>
                    <a:pt x="1635" y="17545"/>
                    <a:pt x="1670" y="17553"/>
                    <a:pt x="1673" y="17621"/>
                  </a:cubicBezTo>
                  <a:cubicBezTo>
                    <a:pt x="1676" y="17688"/>
                    <a:pt x="1635" y="17747"/>
                    <a:pt x="1635" y="17781"/>
                  </a:cubicBezTo>
                  <a:cubicBezTo>
                    <a:pt x="1635" y="17815"/>
                    <a:pt x="1667" y="17840"/>
                    <a:pt x="1667" y="17891"/>
                  </a:cubicBezTo>
                  <a:cubicBezTo>
                    <a:pt x="1667" y="17942"/>
                    <a:pt x="1626" y="17942"/>
                    <a:pt x="1620" y="17984"/>
                  </a:cubicBezTo>
                  <a:cubicBezTo>
                    <a:pt x="1614" y="18026"/>
                    <a:pt x="1643" y="18085"/>
                    <a:pt x="1649" y="18127"/>
                  </a:cubicBezTo>
                  <a:cubicBezTo>
                    <a:pt x="1655" y="18169"/>
                    <a:pt x="1626" y="18313"/>
                    <a:pt x="1626" y="18355"/>
                  </a:cubicBezTo>
                  <a:cubicBezTo>
                    <a:pt x="1626" y="18397"/>
                    <a:pt x="1538" y="18346"/>
                    <a:pt x="1517" y="18346"/>
                  </a:cubicBezTo>
                  <a:cubicBezTo>
                    <a:pt x="1497" y="18346"/>
                    <a:pt x="1435" y="18541"/>
                    <a:pt x="1414" y="18549"/>
                  </a:cubicBezTo>
                  <a:cubicBezTo>
                    <a:pt x="1397" y="18556"/>
                    <a:pt x="1405" y="18650"/>
                    <a:pt x="1411" y="18729"/>
                  </a:cubicBezTo>
                  <a:cubicBezTo>
                    <a:pt x="1475" y="18695"/>
                    <a:pt x="1540" y="18680"/>
                    <a:pt x="1547" y="18721"/>
                  </a:cubicBezTo>
                  <a:cubicBezTo>
                    <a:pt x="1558" y="18788"/>
                    <a:pt x="1410" y="18968"/>
                    <a:pt x="1382" y="18996"/>
                  </a:cubicBezTo>
                  <a:cubicBezTo>
                    <a:pt x="1355" y="19024"/>
                    <a:pt x="1435" y="19142"/>
                    <a:pt x="1433" y="19210"/>
                  </a:cubicBezTo>
                  <a:cubicBezTo>
                    <a:pt x="1431" y="19277"/>
                    <a:pt x="1347" y="19295"/>
                    <a:pt x="1355" y="19429"/>
                  </a:cubicBezTo>
                  <a:cubicBezTo>
                    <a:pt x="1363" y="19564"/>
                    <a:pt x="1327" y="19593"/>
                    <a:pt x="1282" y="19593"/>
                  </a:cubicBezTo>
                  <a:cubicBezTo>
                    <a:pt x="1237" y="19593"/>
                    <a:pt x="1226" y="19671"/>
                    <a:pt x="1247" y="19682"/>
                  </a:cubicBezTo>
                  <a:cubicBezTo>
                    <a:pt x="1269" y="19694"/>
                    <a:pt x="1267" y="19863"/>
                    <a:pt x="1351" y="19924"/>
                  </a:cubicBezTo>
                  <a:cubicBezTo>
                    <a:pt x="1435" y="19986"/>
                    <a:pt x="1525" y="20211"/>
                    <a:pt x="1597" y="20436"/>
                  </a:cubicBezTo>
                  <a:cubicBezTo>
                    <a:pt x="1608" y="20468"/>
                    <a:pt x="1619" y="20493"/>
                    <a:pt x="1632" y="20514"/>
                  </a:cubicBezTo>
                  <a:cubicBezTo>
                    <a:pt x="1653" y="20478"/>
                    <a:pt x="1671" y="20452"/>
                    <a:pt x="1682" y="20448"/>
                  </a:cubicBezTo>
                  <a:cubicBezTo>
                    <a:pt x="1723" y="20431"/>
                    <a:pt x="1799" y="20498"/>
                    <a:pt x="1840" y="20582"/>
                  </a:cubicBezTo>
                  <a:cubicBezTo>
                    <a:pt x="1881" y="20667"/>
                    <a:pt x="2028" y="20566"/>
                    <a:pt x="2046" y="20633"/>
                  </a:cubicBezTo>
                  <a:cubicBezTo>
                    <a:pt x="2063" y="20701"/>
                    <a:pt x="2098" y="20785"/>
                    <a:pt x="2128" y="20785"/>
                  </a:cubicBezTo>
                  <a:cubicBezTo>
                    <a:pt x="2157" y="20785"/>
                    <a:pt x="2186" y="20954"/>
                    <a:pt x="2210" y="20903"/>
                  </a:cubicBezTo>
                  <a:cubicBezTo>
                    <a:pt x="2233" y="20852"/>
                    <a:pt x="2321" y="20852"/>
                    <a:pt x="2345" y="20852"/>
                  </a:cubicBezTo>
                  <a:cubicBezTo>
                    <a:pt x="2368" y="20852"/>
                    <a:pt x="2368" y="20903"/>
                    <a:pt x="2392" y="20903"/>
                  </a:cubicBezTo>
                  <a:cubicBezTo>
                    <a:pt x="2415" y="20903"/>
                    <a:pt x="2415" y="21156"/>
                    <a:pt x="2433" y="21139"/>
                  </a:cubicBezTo>
                  <a:cubicBezTo>
                    <a:pt x="2450" y="21122"/>
                    <a:pt x="2515" y="21291"/>
                    <a:pt x="2556" y="21308"/>
                  </a:cubicBezTo>
                  <a:cubicBezTo>
                    <a:pt x="2597" y="21325"/>
                    <a:pt x="2638" y="21527"/>
                    <a:pt x="2656" y="21511"/>
                  </a:cubicBezTo>
                  <a:cubicBezTo>
                    <a:pt x="2674" y="21494"/>
                    <a:pt x="2703" y="21595"/>
                    <a:pt x="2715" y="21511"/>
                  </a:cubicBezTo>
                  <a:cubicBezTo>
                    <a:pt x="2726" y="21431"/>
                    <a:pt x="2784" y="21470"/>
                    <a:pt x="2800" y="21331"/>
                  </a:cubicBezTo>
                  <a:cubicBezTo>
                    <a:pt x="2726" y="21069"/>
                    <a:pt x="2646" y="20779"/>
                    <a:pt x="2648" y="20667"/>
                  </a:cubicBezTo>
                  <a:cubicBezTo>
                    <a:pt x="2652" y="20476"/>
                    <a:pt x="2680" y="20352"/>
                    <a:pt x="2597" y="20149"/>
                  </a:cubicBezTo>
                  <a:cubicBezTo>
                    <a:pt x="2515" y="19947"/>
                    <a:pt x="2605" y="19812"/>
                    <a:pt x="2664" y="19598"/>
                  </a:cubicBezTo>
                  <a:cubicBezTo>
                    <a:pt x="2716" y="19407"/>
                    <a:pt x="2828" y="19324"/>
                    <a:pt x="2899" y="19187"/>
                  </a:cubicBezTo>
                  <a:cubicBezTo>
                    <a:pt x="2884" y="19159"/>
                    <a:pt x="2870" y="19132"/>
                    <a:pt x="2856" y="19114"/>
                  </a:cubicBezTo>
                  <a:cubicBezTo>
                    <a:pt x="2803" y="19047"/>
                    <a:pt x="2785" y="18979"/>
                    <a:pt x="2826" y="18946"/>
                  </a:cubicBezTo>
                  <a:cubicBezTo>
                    <a:pt x="2867" y="18912"/>
                    <a:pt x="2850" y="18844"/>
                    <a:pt x="2809" y="18709"/>
                  </a:cubicBezTo>
                  <a:cubicBezTo>
                    <a:pt x="2768" y="18574"/>
                    <a:pt x="2750" y="18439"/>
                    <a:pt x="2726" y="18439"/>
                  </a:cubicBezTo>
                  <a:cubicBezTo>
                    <a:pt x="2703" y="18439"/>
                    <a:pt x="2668" y="18423"/>
                    <a:pt x="2632" y="18456"/>
                  </a:cubicBezTo>
                  <a:cubicBezTo>
                    <a:pt x="2597" y="18490"/>
                    <a:pt x="2603" y="18372"/>
                    <a:pt x="2609" y="18254"/>
                  </a:cubicBezTo>
                  <a:cubicBezTo>
                    <a:pt x="2615" y="18136"/>
                    <a:pt x="2544" y="18152"/>
                    <a:pt x="2533" y="18102"/>
                  </a:cubicBezTo>
                  <a:cubicBezTo>
                    <a:pt x="2521" y="18051"/>
                    <a:pt x="2550" y="17883"/>
                    <a:pt x="2562" y="17866"/>
                  </a:cubicBezTo>
                  <a:cubicBezTo>
                    <a:pt x="2574" y="17849"/>
                    <a:pt x="2609" y="17798"/>
                    <a:pt x="2609" y="17747"/>
                  </a:cubicBezTo>
                  <a:cubicBezTo>
                    <a:pt x="2609" y="17697"/>
                    <a:pt x="2544" y="17680"/>
                    <a:pt x="2568" y="17562"/>
                  </a:cubicBezTo>
                  <a:cubicBezTo>
                    <a:pt x="2591" y="17444"/>
                    <a:pt x="2638" y="17444"/>
                    <a:pt x="2638" y="17326"/>
                  </a:cubicBezTo>
                  <a:cubicBezTo>
                    <a:pt x="2638" y="17207"/>
                    <a:pt x="2674" y="17106"/>
                    <a:pt x="2715" y="17191"/>
                  </a:cubicBezTo>
                  <a:cubicBezTo>
                    <a:pt x="2756" y="17275"/>
                    <a:pt x="2773" y="17494"/>
                    <a:pt x="2820" y="17444"/>
                  </a:cubicBezTo>
                  <a:cubicBezTo>
                    <a:pt x="2867" y="17393"/>
                    <a:pt x="2838" y="17275"/>
                    <a:pt x="2832" y="17207"/>
                  </a:cubicBezTo>
                  <a:cubicBezTo>
                    <a:pt x="2826" y="17140"/>
                    <a:pt x="2814" y="17039"/>
                    <a:pt x="2867" y="17005"/>
                  </a:cubicBezTo>
                  <a:cubicBezTo>
                    <a:pt x="2920" y="16971"/>
                    <a:pt x="2897" y="16819"/>
                    <a:pt x="2938" y="16819"/>
                  </a:cubicBezTo>
                  <a:cubicBezTo>
                    <a:pt x="2979" y="16819"/>
                    <a:pt x="3055" y="16667"/>
                    <a:pt x="3079" y="16634"/>
                  </a:cubicBezTo>
                  <a:cubicBezTo>
                    <a:pt x="3102" y="16600"/>
                    <a:pt x="3155" y="16516"/>
                    <a:pt x="3178" y="16549"/>
                  </a:cubicBezTo>
                  <a:cubicBezTo>
                    <a:pt x="3202" y="16583"/>
                    <a:pt x="3231" y="16667"/>
                    <a:pt x="3249" y="16549"/>
                  </a:cubicBezTo>
                  <a:cubicBezTo>
                    <a:pt x="3266" y="16431"/>
                    <a:pt x="3337" y="16482"/>
                    <a:pt x="3343" y="16549"/>
                  </a:cubicBezTo>
                  <a:cubicBezTo>
                    <a:pt x="3349" y="16617"/>
                    <a:pt x="3460" y="16617"/>
                    <a:pt x="3495" y="16684"/>
                  </a:cubicBezTo>
                  <a:cubicBezTo>
                    <a:pt x="3531" y="16752"/>
                    <a:pt x="3607" y="16887"/>
                    <a:pt x="3607" y="16954"/>
                  </a:cubicBezTo>
                  <a:cubicBezTo>
                    <a:pt x="3607" y="17022"/>
                    <a:pt x="3642" y="17123"/>
                    <a:pt x="3642" y="17005"/>
                  </a:cubicBezTo>
                  <a:cubicBezTo>
                    <a:pt x="3642" y="16887"/>
                    <a:pt x="3671" y="16921"/>
                    <a:pt x="3718" y="17005"/>
                  </a:cubicBezTo>
                  <a:cubicBezTo>
                    <a:pt x="3765" y="17089"/>
                    <a:pt x="3830" y="17055"/>
                    <a:pt x="3842" y="16971"/>
                  </a:cubicBezTo>
                  <a:cubicBezTo>
                    <a:pt x="3853" y="16887"/>
                    <a:pt x="3942" y="16786"/>
                    <a:pt x="3971" y="16853"/>
                  </a:cubicBezTo>
                  <a:cubicBezTo>
                    <a:pt x="4000" y="16921"/>
                    <a:pt x="4012" y="16971"/>
                    <a:pt x="4047" y="16870"/>
                  </a:cubicBezTo>
                  <a:cubicBezTo>
                    <a:pt x="4082" y="16769"/>
                    <a:pt x="4165" y="16786"/>
                    <a:pt x="4176" y="16887"/>
                  </a:cubicBezTo>
                  <a:cubicBezTo>
                    <a:pt x="4188" y="16988"/>
                    <a:pt x="4229" y="17005"/>
                    <a:pt x="4264" y="17005"/>
                  </a:cubicBezTo>
                  <a:cubicBezTo>
                    <a:pt x="4300" y="17005"/>
                    <a:pt x="4306" y="17157"/>
                    <a:pt x="4329" y="17123"/>
                  </a:cubicBezTo>
                  <a:cubicBezTo>
                    <a:pt x="4352" y="17089"/>
                    <a:pt x="4347" y="16921"/>
                    <a:pt x="4376" y="16937"/>
                  </a:cubicBezTo>
                  <a:cubicBezTo>
                    <a:pt x="4405" y="16954"/>
                    <a:pt x="4429" y="17055"/>
                    <a:pt x="4476" y="17055"/>
                  </a:cubicBezTo>
                  <a:cubicBezTo>
                    <a:pt x="4523" y="17055"/>
                    <a:pt x="4558" y="17022"/>
                    <a:pt x="4558" y="16921"/>
                  </a:cubicBezTo>
                  <a:cubicBezTo>
                    <a:pt x="4558" y="16819"/>
                    <a:pt x="4552" y="16650"/>
                    <a:pt x="4523" y="16650"/>
                  </a:cubicBezTo>
                  <a:cubicBezTo>
                    <a:pt x="4493" y="16650"/>
                    <a:pt x="4464" y="16566"/>
                    <a:pt x="4429" y="16566"/>
                  </a:cubicBezTo>
                  <a:cubicBezTo>
                    <a:pt x="4394" y="16566"/>
                    <a:pt x="4358" y="16397"/>
                    <a:pt x="4394" y="16364"/>
                  </a:cubicBezTo>
                  <a:cubicBezTo>
                    <a:pt x="4429" y="16330"/>
                    <a:pt x="4487" y="16246"/>
                    <a:pt x="4476" y="16161"/>
                  </a:cubicBezTo>
                  <a:cubicBezTo>
                    <a:pt x="4464" y="16077"/>
                    <a:pt x="4452" y="15908"/>
                    <a:pt x="4499" y="15891"/>
                  </a:cubicBezTo>
                  <a:cubicBezTo>
                    <a:pt x="4546" y="15874"/>
                    <a:pt x="4646" y="15874"/>
                    <a:pt x="4640" y="15824"/>
                  </a:cubicBezTo>
                  <a:cubicBezTo>
                    <a:pt x="4634" y="15773"/>
                    <a:pt x="4540" y="15739"/>
                    <a:pt x="4523" y="15655"/>
                  </a:cubicBezTo>
                  <a:cubicBezTo>
                    <a:pt x="4505" y="15570"/>
                    <a:pt x="4499" y="15368"/>
                    <a:pt x="4517" y="15334"/>
                  </a:cubicBezTo>
                  <a:cubicBezTo>
                    <a:pt x="4534" y="15300"/>
                    <a:pt x="4593" y="15351"/>
                    <a:pt x="4628" y="15317"/>
                  </a:cubicBezTo>
                  <a:cubicBezTo>
                    <a:pt x="4664" y="15284"/>
                    <a:pt x="4740" y="15368"/>
                    <a:pt x="4787" y="15267"/>
                  </a:cubicBezTo>
                  <a:cubicBezTo>
                    <a:pt x="4834" y="15166"/>
                    <a:pt x="4934" y="15149"/>
                    <a:pt x="4986" y="15149"/>
                  </a:cubicBezTo>
                  <a:cubicBezTo>
                    <a:pt x="5039" y="15149"/>
                    <a:pt x="5080" y="15047"/>
                    <a:pt x="5121" y="15030"/>
                  </a:cubicBezTo>
                  <a:cubicBezTo>
                    <a:pt x="5163" y="15014"/>
                    <a:pt x="5280" y="14963"/>
                    <a:pt x="5309" y="14929"/>
                  </a:cubicBezTo>
                  <a:cubicBezTo>
                    <a:pt x="5339" y="14896"/>
                    <a:pt x="5497" y="14828"/>
                    <a:pt x="5503" y="14744"/>
                  </a:cubicBezTo>
                  <a:cubicBezTo>
                    <a:pt x="5509" y="14659"/>
                    <a:pt x="5635" y="14592"/>
                    <a:pt x="5667" y="14634"/>
                  </a:cubicBezTo>
                  <a:cubicBezTo>
                    <a:pt x="5700" y="14676"/>
                    <a:pt x="5741" y="14710"/>
                    <a:pt x="5770" y="14676"/>
                  </a:cubicBezTo>
                  <a:cubicBezTo>
                    <a:pt x="5799" y="14642"/>
                    <a:pt x="5861" y="14735"/>
                    <a:pt x="5855" y="14828"/>
                  </a:cubicBezTo>
                  <a:cubicBezTo>
                    <a:pt x="5849" y="14921"/>
                    <a:pt x="5882" y="15022"/>
                    <a:pt x="5879" y="15098"/>
                  </a:cubicBezTo>
                  <a:cubicBezTo>
                    <a:pt x="5876" y="15174"/>
                    <a:pt x="5846" y="15199"/>
                    <a:pt x="5864" y="15258"/>
                  </a:cubicBezTo>
                  <a:cubicBezTo>
                    <a:pt x="5882" y="15317"/>
                    <a:pt x="5961" y="15275"/>
                    <a:pt x="5984" y="15199"/>
                  </a:cubicBezTo>
                  <a:cubicBezTo>
                    <a:pt x="6008" y="15123"/>
                    <a:pt x="6034" y="15233"/>
                    <a:pt x="6034" y="15292"/>
                  </a:cubicBezTo>
                  <a:cubicBezTo>
                    <a:pt x="6034" y="15351"/>
                    <a:pt x="6072" y="15393"/>
                    <a:pt x="6072" y="15317"/>
                  </a:cubicBezTo>
                  <a:cubicBezTo>
                    <a:pt x="6072" y="15241"/>
                    <a:pt x="6119" y="15292"/>
                    <a:pt x="6134" y="15343"/>
                  </a:cubicBezTo>
                  <a:cubicBezTo>
                    <a:pt x="6149" y="15393"/>
                    <a:pt x="6205" y="15284"/>
                    <a:pt x="6205" y="15368"/>
                  </a:cubicBezTo>
                  <a:cubicBezTo>
                    <a:pt x="6205" y="15452"/>
                    <a:pt x="6122" y="15520"/>
                    <a:pt x="6158" y="15613"/>
                  </a:cubicBezTo>
                  <a:cubicBezTo>
                    <a:pt x="6193" y="15706"/>
                    <a:pt x="6213" y="15503"/>
                    <a:pt x="6257" y="15545"/>
                  </a:cubicBezTo>
                  <a:cubicBezTo>
                    <a:pt x="6301" y="15588"/>
                    <a:pt x="6360" y="15402"/>
                    <a:pt x="6401" y="15376"/>
                  </a:cubicBezTo>
                  <a:cubicBezTo>
                    <a:pt x="6442" y="15351"/>
                    <a:pt x="6486" y="15241"/>
                    <a:pt x="6521" y="15182"/>
                  </a:cubicBezTo>
                  <a:cubicBezTo>
                    <a:pt x="6557" y="15123"/>
                    <a:pt x="6633" y="15140"/>
                    <a:pt x="6610" y="15208"/>
                  </a:cubicBezTo>
                  <a:cubicBezTo>
                    <a:pt x="6586" y="15275"/>
                    <a:pt x="6560" y="15402"/>
                    <a:pt x="6648" y="15494"/>
                  </a:cubicBezTo>
                  <a:cubicBezTo>
                    <a:pt x="6736" y="15588"/>
                    <a:pt x="6836" y="16077"/>
                    <a:pt x="6891" y="16321"/>
                  </a:cubicBezTo>
                  <a:cubicBezTo>
                    <a:pt x="6947" y="16566"/>
                    <a:pt x="7000" y="17005"/>
                    <a:pt x="7029" y="17005"/>
                  </a:cubicBezTo>
                  <a:cubicBezTo>
                    <a:pt x="7059" y="17005"/>
                    <a:pt x="7067" y="16786"/>
                    <a:pt x="7106" y="16760"/>
                  </a:cubicBezTo>
                  <a:cubicBezTo>
                    <a:pt x="7144" y="16735"/>
                    <a:pt x="7167" y="16946"/>
                    <a:pt x="7208" y="16971"/>
                  </a:cubicBezTo>
                  <a:cubicBezTo>
                    <a:pt x="7249" y="16996"/>
                    <a:pt x="7305" y="17064"/>
                    <a:pt x="7337" y="17030"/>
                  </a:cubicBezTo>
                  <a:cubicBezTo>
                    <a:pt x="7370" y="16996"/>
                    <a:pt x="7443" y="16878"/>
                    <a:pt x="7469" y="16921"/>
                  </a:cubicBezTo>
                  <a:cubicBezTo>
                    <a:pt x="7496" y="16963"/>
                    <a:pt x="7531" y="16963"/>
                    <a:pt x="7555" y="17123"/>
                  </a:cubicBezTo>
                  <a:cubicBezTo>
                    <a:pt x="7578" y="17283"/>
                    <a:pt x="7613" y="17317"/>
                    <a:pt x="7637" y="17317"/>
                  </a:cubicBezTo>
                  <a:cubicBezTo>
                    <a:pt x="7660" y="17317"/>
                    <a:pt x="7665" y="17393"/>
                    <a:pt x="7665" y="17461"/>
                  </a:cubicBezTo>
                  <a:cubicBezTo>
                    <a:pt x="7665" y="17528"/>
                    <a:pt x="7708" y="17618"/>
                    <a:pt x="7732" y="17618"/>
                  </a:cubicBezTo>
                  <a:cubicBezTo>
                    <a:pt x="7755" y="17618"/>
                    <a:pt x="7818" y="17595"/>
                    <a:pt x="7837" y="17562"/>
                  </a:cubicBezTo>
                  <a:cubicBezTo>
                    <a:pt x="7857" y="17528"/>
                    <a:pt x="7880" y="17495"/>
                    <a:pt x="7884" y="17573"/>
                  </a:cubicBezTo>
                  <a:cubicBezTo>
                    <a:pt x="7888" y="17652"/>
                    <a:pt x="7924" y="17776"/>
                    <a:pt x="7947" y="17776"/>
                  </a:cubicBezTo>
                  <a:cubicBezTo>
                    <a:pt x="7970" y="17776"/>
                    <a:pt x="8017" y="17832"/>
                    <a:pt x="8021" y="17776"/>
                  </a:cubicBezTo>
                  <a:cubicBezTo>
                    <a:pt x="8025" y="17719"/>
                    <a:pt x="8088" y="17686"/>
                    <a:pt x="8111" y="17674"/>
                  </a:cubicBezTo>
                  <a:cubicBezTo>
                    <a:pt x="8135" y="17663"/>
                    <a:pt x="8217" y="17618"/>
                    <a:pt x="8233" y="17517"/>
                  </a:cubicBezTo>
                  <a:cubicBezTo>
                    <a:pt x="8248" y="17416"/>
                    <a:pt x="8315" y="17416"/>
                    <a:pt x="8334" y="17348"/>
                  </a:cubicBezTo>
                  <a:cubicBezTo>
                    <a:pt x="8354" y="17281"/>
                    <a:pt x="8409" y="17247"/>
                    <a:pt x="8420" y="17179"/>
                  </a:cubicBezTo>
                  <a:cubicBezTo>
                    <a:pt x="8432" y="17112"/>
                    <a:pt x="8503" y="17123"/>
                    <a:pt x="8511" y="17067"/>
                  </a:cubicBezTo>
                  <a:cubicBezTo>
                    <a:pt x="8518" y="17011"/>
                    <a:pt x="8577" y="16999"/>
                    <a:pt x="8604" y="17022"/>
                  </a:cubicBezTo>
                  <a:cubicBezTo>
                    <a:pt x="8632" y="17044"/>
                    <a:pt x="8769" y="17123"/>
                    <a:pt x="8788" y="17112"/>
                  </a:cubicBezTo>
                  <a:cubicBezTo>
                    <a:pt x="8808" y="17101"/>
                    <a:pt x="8812" y="17315"/>
                    <a:pt x="8831" y="17326"/>
                  </a:cubicBezTo>
                  <a:cubicBezTo>
                    <a:pt x="8851" y="17337"/>
                    <a:pt x="8921" y="17494"/>
                    <a:pt x="8941" y="17450"/>
                  </a:cubicBezTo>
                  <a:cubicBezTo>
                    <a:pt x="8960" y="17404"/>
                    <a:pt x="9007" y="17359"/>
                    <a:pt x="9047" y="17427"/>
                  </a:cubicBezTo>
                  <a:cubicBezTo>
                    <a:pt x="9086" y="17494"/>
                    <a:pt x="9125" y="17584"/>
                    <a:pt x="9141" y="17506"/>
                  </a:cubicBezTo>
                  <a:cubicBezTo>
                    <a:pt x="9156" y="17427"/>
                    <a:pt x="9238" y="17393"/>
                    <a:pt x="9250" y="17348"/>
                  </a:cubicBezTo>
                  <a:cubicBezTo>
                    <a:pt x="9262" y="17303"/>
                    <a:pt x="9274" y="17168"/>
                    <a:pt x="9254" y="17123"/>
                  </a:cubicBezTo>
                  <a:cubicBezTo>
                    <a:pt x="9235" y="17078"/>
                    <a:pt x="9215" y="16898"/>
                    <a:pt x="9207" y="16808"/>
                  </a:cubicBezTo>
                  <a:cubicBezTo>
                    <a:pt x="9199" y="16718"/>
                    <a:pt x="9254" y="16696"/>
                    <a:pt x="9262" y="16617"/>
                  </a:cubicBezTo>
                  <a:cubicBezTo>
                    <a:pt x="9270" y="16538"/>
                    <a:pt x="9317" y="16527"/>
                    <a:pt x="9332" y="16482"/>
                  </a:cubicBezTo>
                  <a:cubicBezTo>
                    <a:pt x="9348" y="16437"/>
                    <a:pt x="9352" y="16336"/>
                    <a:pt x="9379" y="16358"/>
                  </a:cubicBezTo>
                  <a:cubicBezTo>
                    <a:pt x="9407" y="16381"/>
                    <a:pt x="9465" y="16437"/>
                    <a:pt x="9477" y="16471"/>
                  </a:cubicBezTo>
                  <a:cubicBezTo>
                    <a:pt x="9489" y="16504"/>
                    <a:pt x="9532" y="16527"/>
                    <a:pt x="9559" y="16527"/>
                  </a:cubicBezTo>
                  <a:cubicBezTo>
                    <a:pt x="9587" y="16527"/>
                    <a:pt x="9630" y="16594"/>
                    <a:pt x="9657" y="16639"/>
                  </a:cubicBezTo>
                  <a:cubicBezTo>
                    <a:pt x="9685" y="16684"/>
                    <a:pt x="9771" y="16684"/>
                    <a:pt x="9786" y="16752"/>
                  </a:cubicBezTo>
                  <a:cubicBezTo>
                    <a:pt x="9802" y="16819"/>
                    <a:pt x="9782" y="17011"/>
                    <a:pt x="9802" y="17078"/>
                  </a:cubicBezTo>
                  <a:cubicBezTo>
                    <a:pt x="9821" y="17146"/>
                    <a:pt x="9868" y="17292"/>
                    <a:pt x="9884" y="17258"/>
                  </a:cubicBezTo>
                  <a:cubicBezTo>
                    <a:pt x="9900" y="17224"/>
                    <a:pt x="9974" y="17371"/>
                    <a:pt x="10002" y="17359"/>
                  </a:cubicBezTo>
                  <a:cubicBezTo>
                    <a:pt x="10029" y="17348"/>
                    <a:pt x="10072" y="17224"/>
                    <a:pt x="10095" y="17224"/>
                  </a:cubicBezTo>
                  <a:cubicBezTo>
                    <a:pt x="10119" y="17224"/>
                    <a:pt x="10193" y="17168"/>
                    <a:pt x="10217" y="17179"/>
                  </a:cubicBezTo>
                  <a:cubicBezTo>
                    <a:pt x="10240" y="17191"/>
                    <a:pt x="10326" y="17281"/>
                    <a:pt x="10338" y="17258"/>
                  </a:cubicBezTo>
                  <a:cubicBezTo>
                    <a:pt x="10350" y="17236"/>
                    <a:pt x="10428" y="17269"/>
                    <a:pt x="10440" y="17337"/>
                  </a:cubicBezTo>
                  <a:cubicBezTo>
                    <a:pt x="10452" y="17404"/>
                    <a:pt x="10549" y="17404"/>
                    <a:pt x="10549" y="17483"/>
                  </a:cubicBezTo>
                  <a:cubicBezTo>
                    <a:pt x="10549" y="17562"/>
                    <a:pt x="10604" y="17607"/>
                    <a:pt x="10620" y="17697"/>
                  </a:cubicBezTo>
                  <a:cubicBezTo>
                    <a:pt x="10635" y="17787"/>
                    <a:pt x="10765" y="17731"/>
                    <a:pt x="10788" y="17787"/>
                  </a:cubicBezTo>
                  <a:cubicBezTo>
                    <a:pt x="10812" y="17843"/>
                    <a:pt x="10960" y="17832"/>
                    <a:pt x="10964" y="17787"/>
                  </a:cubicBezTo>
                  <a:cubicBezTo>
                    <a:pt x="10968" y="17742"/>
                    <a:pt x="11109" y="17719"/>
                    <a:pt x="11136" y="17663"/>
                  </a:cubicBezTo>
                  <a:cubicBezTo>
                    <a:pt x="11164" y="17607"/>
                    <a:pt x="11238" y="17630"/>
                    <a:pt x="11242" y="17551"/>
                  </a:cubicBezTo>
                  <a:cubicBezTo>
                    <a:pt x="11246" y="17472"/>
                    <a:pt x="11316" y="17416"/>
                    <a:pt x="11348" y="17348"/>
                  </a:cubicBezTo>
                  <a:cubicBezTo>
                    <a:pt x="11379" y="17281"/>
                    <a:pt x="11504" y="17292"/>
                    <a:pt x="11512" y="17371"/>
                  </a:cubicBezTo>
                  <a:cubicBezTo>
                    <a:pt x="11520" y="17450"/>
                    <a:pt x="11594" y="17472"/>
                    <a:pt x="11626" y="17438"/>
                  </a:cubicBezTo>
                  <a:cubicBezTo>
                    <a:pt x="11657" y="17404"/>
                    <a:pt x="11739" y="17450"/>
                    <a:pt x="11751" y="17528"/>
                  </a:cubicBezTo>
                  <a:cubicBezTo>
                    <a:pt x="11763" y="17607"/>
                    <a:pt x="11856" y="17652"/>
                    <a:pt x="11880" y="17629"/>
                  </a:cubicBezTo>
                  <a:cubicBezTo>
                    <a:pt x="11903" y="17607"/>
                    <a:pt x="11978" y="17450"/>
                    <a:pt x="12005" y="17438"/>
                  </a:cubicBezTo>
                  <a:cubicBezTo>
                    <a:pt x="12033" y="17427"/>
                    <a:pt x="12072" y="17348"/>
                    <a:pt x="12064" y="17269"/>
                  </a:cubicBezTo>
                  <a:cubicBezTo>
                    <a:pt x="12056" y="17191"/>
                    <a:pt x="12119" y="16966"/>
                    <a:pt x="12127" y="16876"/>
                  </a:cubicBezTo>
                  <a:cubicBezTo>
                    <a:pt x="12134" y="16786"/>
                    <a:pt x="12189" y="16538"/>
                    <a:pt x="12209" y="16516"/>
                  </a:cubicBezTo>
                  <a:cubicBezTo>
                    <a:pt x="12228" y="16493"/>
                    <a:pt x="12271" y="16392"/>
                    <a:pt x="12267" y="16324"/>
                  </a:cubicBezTo>
                  <a:cubicBezTo>
                    <a:pt x="12263" y="16257"/>
                    <a:pt x="12252" y="16054"/>
                    <a:pt x="12228" y="16054"/>
                  </a:cubicBezTo>
                  <a:cubicBezTo>
                    <a:pt x="12205" y="16054"/>
                    <a:pt x="12162" y="16066"/>
                    <a:pt x="12217" y="15852"/>
                  </a:cubicBezTo>
                  <a:cubicBezTo>
                    <a:pt x="12271" y="15638"/>
                    <a:pt x="12369" y="15694"/>
                    <a:pt x="12385" y="15694"/>
                  </a:cubicBezTo>
                  <a:cubicBezTo>
                    <a:pt x="12400" y="15694"/>
                    <a:pt x="12526" y="15604"/>
                    <a:pt x="12580" y="15649"/>
                  </a:cubicBezTo>
                  <a:cubicBezTo>
                    <a:pt x="12635" y="15694"/>
                    <a:pt x="12670" y="15627"/>
                    <a:pt x="12729" y="15717"/>
                  </a:cubicBezTo>
                  <a:cubicBezTo>
                    <a:pt x="12788" y="15807"/>
                    <a:pt x="12870" y="15773"/>
                    <a:pt x="12890" y="15852"/>
                  </a:cubicBezTo>
                  <a:cubicBezTo>
                    <a:pt x="12909" y="15931"/>
                    <a:pt x="12987" y="15998"/>
                    <a:pt x="12976" y="16133"/>
                  </a:cubicBezTo>
                  <a:cubicBezTo>
                    <a:pt x="12964" y="16268"/>
                    <a:pt x="13019" y="16189"/>
                    <a:pt x="13038" y="16482"/>
                  </a:cubicBezTo>
                  <a:cubicBezTo>
                    <a:pt x="13058" y="16774"/>
                    <a:pt x="13105" y="16797"/>
                    <a:pt x="13117" y="16932"/>
                  </a:cubicBezTo>
                  <a:cubicBezTo>
                    <a:pt x="13128" y="17067"/>
                    <a:pt x="13191" y="17315"/>
                    <a:pt x="13183" y="17393"/>
                  </a:cubicBezTo>
                  <a:cubicBezTo>
                    <a:pt x="13175" y="17472"/>
                    <a:pt x="13167" y="17595"/>
                    <a:pt x="13234" y="17607"/>
                  </a:cubicBezTo>
                  <a:cubicBezTo>
                    <a:pt x="13300" y="17618"/>
                    <a:pt x="13348" y="17764"/>
                    <a:pt x="13363" y="17742"/>
                  </a:cubicBezTo>
                  <a:cubicBezTo>
                    <a:pt x="13379" y="17719"/>
                    <a:pt x="13457" y="17798"/>
                    <a:pt x="13496" y="17911"/>
                  </a:cubicBezTo>
                  <a:cubicBezTo>
                    <a:pt x="13535" y="18023"/>
                    <a:pt x="13594" y="17967"/>
                    <a:pt x="13590" y="18091"/>
                  </a:cubicBezTo>
                  <a:cubicBezTo>
                    <a:pt x="13586" y="18214"/>
                    <a:pt x="13621" y="18316"/>
                    <a:pt x="13617" y="18417"/>
                  </a:cubicBezTo>
                  <a:cubicBezTo>
                    <a:pt x="13614" y="18518"/>
                    <a:pt x="13692" y="18586"/>
                    <a:pt x="13747" y="18563"/>
                  </a:cubicBezTo>
                  <a:cubicBezTo>
                    <a:pt x="13801" y="18541"/>
                    <a:pt x="13841" y="18619"/>
                    <a:pt x="13864" y="18484"/>
                  </a:cubicBezTo>
                  <a:cubicBezTo>
                    <a:pt x="13888" y="18349"/>
                    <a:pt x="13966" y="18406"/>
                    <a:pt x="13993" y="18349"/>
                  </a:cubicBezTo>
                  <a:cubicBezTo>
                    <a:pt x="14020" y="18293"/>
                    <a:pt x="14103" y="18226"/>
                    <a:pt x="14099" y="18428"/>
                  </a:cubicBezTo>
                  <a:cubicBezTo>
                    <a:pt x="14095" y="18631"/>
                    <a:pt x="14142" y="18676"/>
                    <a:pt x="14103" y="18743"/>
                  </a:cubicBezTo>
                  <a:cubicBezTo>
                    <a:pt x="14064" y="18810"/>
                    <a:pt x="14044" y="19103"/>
                    <a:pt x="14032" y="19227"/>
                  </a:cubicBezTo>
                  <a:cubicBezTo>
                    <a:pt x="14020" y="19351"/>
                    <a:pt x="13962" y="19384"/>
                    <a:pt x="13954" y="19519"/>
                  </a:cubicBezTo>
                  <a:cubicBezTo>
                    <a:pt x="13946" y="19654"/>
                    <a:pt x="13891" y="19666"/>
                    <a:pt x="13891" y="19767"/>
                  </a:cubicBezTo>
                  <a:cubicBezTo>
                    <a:pt x="13891" y="19868"/>
                    <a:pt x="13813" y="19846"/>
                    <a:pt x="13774" y="19767"/>
                  </a:cubicBezTo>
                  <a:cubicBezTo>
                    <a:pt x="13735" y="19688"/>
                    <a:pt x="13696" y="19913"/>
                    <a:pt x="13664" y="19913"/>
                  </a:cubicBezTo>
                  <a:cubicBezTo>
                    <a:pt x="13633" y="19913"/>
                    <a:pt x="13637" y="20104"/>
                    <a:pt x="13645" y="20183"/>
                  </a:cubicBezTo>
                  <a:cubicBezTo>
                    <a:pt x="13653" y="20262"/>
                    <a:pt x="13633" y="20363"/>
                    <a:pt x="13653" y="20498"/>
                  </a:cubicBezTo>
                  <a:cubicBezTo>
                    <a:pt x="13663" y="20571"/>
                    <a:pt x="13657" y="20708"/>
                    <a:pt x="13662" y="20862"/>
                  </a:cubicBezTo>
                  <a:cubicBezTo>
                    <a:pt x="13710" y="20763"/>
                    <a:pt x="13753" y="20689"/>
                    <a:pt x="13772" y="20689"/>
                  </a:cubicBezTo>
                  <a:cubicBezTo>
                    <a:pt x="13821" y="20689"/>
                    <a:pt x="13870" y="20931"/>
                    <a:pt x="13925" y="20937"/>
                  </a:cubicBezTo>
                  <a:cubicBezTo>
                    <a:pt x="13980" y="20943"/>
                    <a:pt x="14228" y="20464"/>
                    <a:pt x="14230" y="20386"/>
                  </a:cubicBezTo>
                  <a:cubicBezTo>
                    <a:pt x="14232" y="20307"/>
                    <a:pt x="14377" y="19907"/>
                    <a:pt x="14445" y="19699"/>
                  </a:cubicBezTo>
                  <a:cubicBezTo>
                    <a:pt x="14514" y="19491"/>
                    <a:pt x="14604" y="19187"/>
                    <a:pt x="14639" y="18951"/>
                  </a:cubicBezTo>
                  <a:cubicBezTo>
                    <a:pt x="14661" y="18806"/>
                    <a:pt x="14756" y="18524"/>
                    <a:pt x="14780" y="18411"/>
                  </a:cubicBezTo>
                  <a:cubicBezTo>
                    <a:pt x="14803" y="18299"/>
                    <a:pt x="14819" y="18288"/>
                    <a:pt x="14862" y="18023"/>
                  </a:cubicBezTo>
                  <a:cubicBezTo>
                    <a:pt x="14905" y="17759"/>
                    <a:pt x="14905" y="17067"/>
                    <a:pt x="14919" y="17022"/>
                  </a:cubicBezTo>
                  <a:cubicBezTo>
                    <a:pt x="14932" y="16977"/>
                    <a:pt x="14925" y="16859"/>
                    <a:pt x="14944" y="16786"/>
                  </a:cubicBezTo>
                  <a:cubicBezTo>
                    <a:pt x="14964" y="16713"/>
                    <a:pt x="14954" y="16611"/>
                    <a:pt x="14993" y="16516"/>
                  </a:cubicBezTo>
                  <a:cubicBezTo>
                    <a:pt x="15032" y="16420"/>
                    <a:pt x="15024" y="16336"/>
                    <a:pt x="15015" y="16262"/>
                  </a:cubicBezTo>
                  <a:cubicBezTo>
                    <a:pt x="15005" y="16189"/>
                    <a:pt x="15017" y="16026"/>
                    <a:pt x="15007" y="15976"/>
                  </a:cubicBezTo>
                  <a:cubicBezTo>
                    <a:pt x="14997" y="15925"/>
                    <a:pt x="14999" y="15903"/>
                    <a:pt x="15022" y="15863"/>
                  </a:cubicBezTo>
                  <a:cubicBezTo>
                    <a:pt x="15046" y="15824"/>
                    <a:pt x="15007" y="15722"/>
                    <a:pt x="14974" y="15677"/>
                  </a:cubicBezTo>
                  <a:cubicBezTo>
                    <a:pt x="14940" y="15632"/>
                    <a:pt x="14897" y="15593"/>
                    <a:pt x="14893" y="15486"/>
                  </a:cubicBezTo>
                  <a:cubicBezTo>
                    <a:pt x="14889" y="15379"/>
                    <a:pt x="14833" y="15250"/>
                    <a:pt x="14789" y="15261"/>
                  </a:cubicBezTo>
                  <a:cubicBezTo>
                    <a:pt x="14746" y="15273"/>
                    <a:pt x="14666" y="15194"/>
                    <a:pt x="14676" y="15273"/>
                  </a:cubicBezTo>
                  <a:cubicBezTo>
                    <a:pt x="14686" y="15351"/>
                    <a:pt x="14672" y="15419"/>
                    <a:pt x="14651" y="15402"/>
                  </a:cubicBezTo>
                  <a:cubicBezTo>
                    <a:pt x="14629" y="15385"/>
                    <a:pt x="14619" y="15436"/>
                    <a:pt x="14594" y="15548"/>
                  </a:cubicBezTo>
                  <a:cubicBezTo>
                    <a:pt x="14568" y="15661"/>
                    <a:pt x="14478" y="15672"/>
                    <a:pt x="14519" y="15565"/>
                  </a:cubicBezTo>
                  <a:cubicBezTo>
                    <a:pt x="14561" y="15458"/>
                    <a:pt x="14506" y="15452"/>
                    <a:pt x="14514" y="15340"/>
                  </a:cubicBezTo>
                  <a:cubicBezTo>
                    <a:pt x="14522" y="15227"/>
                    <a:pt x="14555" y="15115"/>
                    <a:pt x="14510" y="15188"/>
                  </a:cubicBezTo>
                  <a:cubicBezTo>
                    <a:pt x="14465" y="15261"/>
                    <a:pt x="14465" y="15436"/>
                    <a:pt x="14428" y="15458"/>
                  </a:cubicBezTo>
                  <a:cubicBezTo>
                    <a:pt x="14390" y="15481"/>
                    <a:pt x="14402" y="15154"/>
                    <a:pt x="14412" y="15070"/>
                  </a:cubicBezTo>
                  <a:cubicBezTo>
                    <a:pt x="14422" y="14986"/>
                    <a:pt x="14343" y="15076"/>
                    <a:pt x="14261" y="15059"/>
                  </a:cubicBezTo>
                  <a:cubicBezTo>
                    <a:pt x="14179" y="15042"/>
                    <a:pt x="14201" y="14879"/>
                    <a:pt x="14267" y="14777"/>
                  </a:cubicBezTo>
                  <a:cubicBezTo>
                    <a:pt x="14334" y="14676"/>
                    <a:pt x="14322" y="14581"/>
                    <a:pt x="14355" y="14541"/>
                  </a:cubicBezTo>
                  <a:cubicBezTo>
                    <a:pt x="14388" y="14502"/>
                    <a:pt x="14475" y="14339"/>
                    <a:pt x="14525" y="14254"/>
                  </a:cubicBezTo>
                  <a:cubicBezTo>
                    <a:pt x="14576" y="14170"/>
                    <a:pt x="14586" y="14074"/>
                    <a:pt x="14598" y="13979"/>
                  </a:cubicBezTo>
                  <a:cubicBezTo>
                    <a:pt x="14610" y="13883"/>
                    <a:pt x="14703" y="13765"/>
                    <a:pt x="14788" y="13568"/>
                  </a:cubicBezTo>
                  <a:cubicBezTo>
                    <a:pt x="14872" y="13371"/>
                    <a:pt x="14913" y="13259"/>
                    <a:pt x="14932" y="13140"/>
                  </a:cubicBezTo>
                  <a:cubicBezTo>
                    <a:pt x="14952" y="13022"/>
                    <a:pt x="15077" y="12876"/>
                    <a:pt x="15079" y="12786"/>
                  </a:cubicBezTo>
                  <a:cubicBezTo>
                    <a:pt x="15081" y="12696"/>
                    <a:pt x="15228" y="12471"/>
                    <a:pt x="15328" y="12415"/>
                  </a:cubicBezTo>
                  <a:cubicBezTo>
                    <a:pt x="15427" y="12359"/>
                    <a:pt x="15586" y="12432"/>
                    <a:pt x="15615" y="12516"/>
                  </a:cubicBezTo>
                  <a:cubicBezTo>
                    <a:pt x="15645" y="12600"/>
                    <a:pt x="15666" y="12567"/>
                    <a:pt x="15684" y="12511"/>
                  </a:cubicBezTo>
                  <a:cubicBezTo>
                    <a:pt x="15701" y="12454"/>
                    <a:pt x="15740" y="12482"/>
                    <a:pt x="15807" y="12505"/>
                  </a:cubicBezTo>
                  <a:cubicBezTo>
                    <a:pt x="15874" y="12527"/>
                    <a:pt x="15889" y="12415"/>
                    <a:pt x="15934" y="12454"/>
                  </a:cubicBezTo>
                  <a:cubicBezTo>
                    <a:pt x="15979" y="12494"/>
                    <a:pt x="16016" y="12516"/>
                    <a:pt x="16044" y="12364"/>
                  </a:cubicBezTo>
                  <a:cubicBezTo>
                    <a:pt x="16071" y="12212"/>
                    <a:pt x="16200" y="12241"/>
                    <a:pt x="16230" y="12303"/>
                  </a:cubicBezTo>
                  <a:cubicBezTo>
                    <a:pt x="16259" y="12365"/>
                    <a:pt x="16283" y="12449"/>
                    <a:pt x="16330" y="12359"/>
                  </a:cubicBezTo>
                  <a:cubicBezTo>
                    <a:pt x="16376" y="12269"/>
                    <a:pt x="16376" y="12477"/>
                    <a:pt x="16421" y="12494"/>
                  </a:cubicBezTo>
                  <a:cubicBezTo>
                    <a:pt x="16466" y="12511"/>
                    <a:pt x="16437" y="12623"/>
                    <a:pt x="16398" y="12612"/>
                  </a:cubicBezTo>
                  <a:cubicBezTo>
                    <a:pt x="16359" y="12600"/>
                    <a:pt x="16310" y="12668"/>
                    <a:pt x="16355" y="12741"/>
                  </a:cubicBezTo>
                  <a:cubicBezTo>
                    <a:pt x="16400" y="12814"/>
                    <a:pt x="16453" y="12674"/>
                    <a:pt x="16488" y="12685"/>
                  </a:cubicBezTo>
                  <a:cubicBezTo>
                    <a:pt x="16523" y="12696"/>
                    <a:pt x="16578" y="12707"/>
                    <a:pt x="16627" y="12617"/>
                  </a:cubicBezTo>
                  <a:cubicBezTo>
                    <a:pt x="16676" y="12527"/>
                    <a:pt x="16690" y="12691"/>
                    <a:pt x="16721" y="12612"/>
                  </a:cubicBezTo>
                  <a:cubicBezTo>
                    <a:pt x="16752" y="12533"/>
                    <a:pt x="16823" y="12511"/>
                    <a:pt x="16858" y="12516"/>
                  </a:cubicBezTo>
                  <a:cubicBezTo>
                    <a:pt x="16893" y="12522"/>
                    <a:pt x="16864" y="12398"/>
                    <a:pt x="16805" y="12398"/>
                  </a:cubicBezTo>
                  <a:cubicBezTo>
                    <a:pt x="16746" y="12398"/>
                    <a:pt x="16748" y="12308"/>
                    <a:pt x="16795" y="12077"/>
                  </a:cubicBezTo>
                  <a:cubicBezTo>
                    <a:pt x="16842" y="11847"/>
                    <a:pt x="16932" y="11723"/>
                    <a:pt x="16989" y="11583"/>
                  </a:cubicBezTo>
                  <a:cubicBezTo>
                    <a:pt x="17046" y="11442"/>
                    <a:pt x="17087" y="11510"/>
                    <a:pt x="17087" y="11419"/>
                  </a:cubicBezTo>
                  <a:cubicBezTo>
                    <a:pt x="17087" y="11329"/>
                    <a:pt x="17114" y="11076"/>
                    <a:pt x="17157" y="11071"/>
                  </a:cubicBezTo>
                  <a:cubicBezTo>
                    <a:pt x="17200" y="11065"/>
                    <a:pt x="17308" y="11121"/>
                    <a:pt x="17374" y="11014"/>
                  </a:cubicBezTo>
                  <a:cubicBezTo>
                    <a:pt x="17441" y="10907"/>
                    <a:pt x="17435" y="11093"/>
                    <a:pt x="17462" y="11121"/>
                  </a:cubicBezTo>
                  <a:cubicBezTo>
                    <a:pt x="17490" y="11149"/>
                    <a:pt x="17527" y="10958"/>
                    <a:pt x="17558" y="11014"/>
                  </a:cubicBezTo>
                  <a:cubicBezTo>
                    <a:pt x="17590" y="11071"/>
                    <a:pt x="17511" y="11206"/>
                    <a:pt x="17494" y="11369"/>
                  </a:cubicBezTo>
                  <a:cubicBezTo>
                    <a:pt x="17476" y="11532"/>
                    <a:pt x="17535" y="11470"/>
                    <a:pt x="17568" y="11515"/>
                  </a:cubicBezTo>
                  <a:cubicBezTo>
                    <a:pt x="17601" y="11560"/>
                    <a:pt x="17525" y="11628"/>
                    <a:pt x="17533" y="11672"/>
                  </a:cubicBezTo>
                  <a:cubicBezTo>
                    <a:pt x="17541" y="11717"/>
                    <a:pt x="17607" y="11717"/>
                    <a:pt x="17693" y="11470"/>
                  </a:cubicBezTo>
                  <a:cubicBezTo>
                    <a:pt x="17779" y="11223"/>
                    <a:pt x="17858" y="11155"/>
                    <a:pt x="17912" y="11172"/>
                  </a:cubicBezTo>
                  <a:cubicBezTo>
                    <a:pt x="17967" y="11189"/>
                    <a:pt x="17936" y="11031"/>
                    <a:pt x="17940" y="10801"/>
                  </a:cubicBezTo>
                  <a:cubicBezTo>
                    <a:pt x="17944" y="10570"/>
                    <a:pt x="18112" y="10503"/>
                    <a:pt x="18167" y="10570"/>
                  </a:cubicBezTo>
                  <a:cubicBezTo>
                    <a:pt x="18222" y="10637"/>
                    <a:pt x="18218" y="10699"/>
                    <a:pt x="18165" y="10660"/>
                  </a:cubicBezTo>
                  <a:cubicBezTo>
                    <a:pt x="18112" y="10621"/>
                    <a:pt x="18063" y="10756"/>
                    <a:pt x="18065" y="10947"/>
                  </a:cubicBezTo>
                  <a:cubicBezTo>
                    <a:pt x="18067" y="11138"/>
                    <a:pt x="18018" y="11200"/>
                    <a:pt x="18044" y="11273"/>
                  </a:cubicBezTo>
                  <a:cubicBezTo>
                    <a:pt x="18069" y="11346"/>
                    <a:pt x="18006" y="11363"/>
                    <a:pt x="18004" y="11442"/>
                  </a:cubicBezTo>
                  <a:cubicBezTo>
                    <a:pt x="18002" y="11521"/>
                    <a:pt x="18004" y="11583"/>
                    <a:pt x="17965" y="11616"/>
                  </a:cubicBezTo>
                  <a:cubicBezTo>
                    <a:pt x="17926" y="11650"/>
                    <a:pt x="17795" y="11689"/>
                    <a:pt x="17791" y="11836"/>
                  </a:cubicBezTo>
                  <a:cubicBezTo>
                    <a:pt x="17787" y="11982"/>
                    <a:pt x="17717" y="11999"/>
                    <a:pt x="17683" y="12179"/>
                  </a:cubicBezTo>
                  <a:cubicBezTo>
                    <a:pt x="17650" y="12359"/>
                    <a:pt x="17523" y="12466"/>
                    <a:pt x="17439" y="12826"/>
                  </a:cubicBezTo>
                  <a:cubicBezTo>
                    <a:pt x="17355" y="13186"/>
                    <a:pt x="17222" y="13186"/>
                    <a:pt x="17222" y="13253"/>
                  </a:cubicBezTo>
                  <a:cubicBezTo>
                    <a:pt x="17222" y="13321"/>
                    <a:pt x="17130" y="13315"/>
                    <a:pt x="17098" y="13326"/>
                  </a:cubicBezTo>
                  <a:cubicBezTo>
                    <a:pt x="17067" y="13337"/>
                    <a:pt x="17128" y="13557"/>
                    <a:pt x="17053" y="13787"/>
                  </a:cubicBezTo>
                  <a:cubicBezTo>
                    <a:pt x="16979" y="14018"/>
                    <a:pt x="16930" y="14339"/>
                    <a:pt x="16932" y="14659"/>
                  </a:cubicBezTo>
                  <a:cubicBezTo>
                    <a:pt x="16934" y="14980"/>
                    <a:pt x="16971" y="15903"/>
                    <a:pt x="17005" y="16066"/>
                  </a:cubicBezTo>
                  <a:cubicBezTo>
                    <a:pt x="17038" y="16229"/>
                    <a:pt x="17018" y="16628"/>
                    <a:pt x="17046" y="16713"/>
                  </a:cubicBezTo>
                  <a:cubicBezTo>
                    <a:pt x="17073" y="16797"/>
                    <a:pt x="17063" y="16937"/>
                    <a:pt x="17081" y="16988"/>
                  </a:cubicBezTo>
                  <a:cubicBezTo>
                    <a:pt x="17098" y="17039"/>
                    <a:pt x="17171" y="16763"/>
                    <a:pt x="17220" y="16645"/>
                  </a:cubicBezTo>
                  <a:cubicBezTo>
                    <a:pt x="17269" y="16527"/>
                    <a:pt x="17253" y="16488"/>
                    <a:pt x="17286" y="16426"/>
                  </a:cubicBezTo>
                  <a:cubicBezTo>
                    <a:pt x="17320" y="16364"/>
                    <a:pt x="17306" y="16105"/>
                    <a:pt x="17316" y="16037"/>
                  </a:cubicBezTo>
                  <a:cubicBezTo>
                    <a:pt x="17325" y="15970"/>
                    <a:pt x="17386" y="15936"/>
                    <a:pt x="17406" y="15863"/>
                  </a:cubicBezTo>
                  <a:cubicBezTo>
                    <a:pt x="17425" y="15790"/>
                    <a:pt x="17476" y="15835"/>
                    <a:pt x="17504" y="15807"/>
                  </a:cubicBezTo>
                  <a:cubicBezTo>
                    <a:pt x="17531" y="15779"/>
                    <a:pt x="17501" y="15593"/>
                    <a:pt x="17492" y="15486"/>
                  </a:cubicBezTo>
                  <a:cubicBezTo>
                    <a:pt x="17482" y="15379"/>
                    <a:pt x="17572" y="15233"/>
                    <a:pt x="17619" y="15137"/>
                  </a:cubicBezTo>
                  <a:cubicBezTo>
                    <a:pt x="17666" y="15042"/>
                    <a:pt x="17725" y="15199"/>
                    <a:pt x="17777" y="15059"/>
                  </a:cubicBezTo>
                  <a:cubicBezTo>
                    <a:pt x="17830" y="14918"/>
                    <a:pt x="17774" y="14755"/>
                    <a:pt x="17754" y="14682"/>
                  </a:cubicBezTo>
                  <a:cubicBezTo>
                    <a:pt x="17734" y="14609"/>
                    <a:pt x="17807" y="14254"/>
                    <a:pt x="17848" y="14220"/>
                  </a:cubicBezTo>
                  <a:cubicBezTo>
                    <a:pt x="17889" y="14187"/>
                    <a:pt x="17910" y="14305"/>
                    <a:pt x="17950" y="14204"/>
                  </a:cubicBezTo>
                  <a:cubicBezTo>
                    <a:pt x="17989" y="14102"/>
                    <a:pt x="17914" y="13939"/>
                    <a:pt x="17887" y="13951"/>
                  </a:cubicBezTo>
                  <a:cubicBezTo>
                    <a:pt x="17860" y="13962"/>
                    <a:pt x="17850" y="13664"/>
                    <a:pt x="17914" y="13523"/>
                  </a:cubicBezTo>
                  <a:cubicBezTo>
                    <a:pt x="17979" y="13383"/>
                    <a:pt x="17953" y="13354"/>
                    <a:pt x="17910" y="13321"/>
                  </a:cubicBezTo>
                  <a:cubicBezTo>
                    <a:pt x="17867" y="13287"/>
                    <a:pt x="17860" y="13332"/>
                    <a:pt x="17826" y="13337"/>
                  </a:cubicBezTo>
                  <a:cubicBezTo>
                    <a:pt x="17793" y="13343"/>
                    <a:pt x="17760" y="13140"/>
                    <a:pt x="17811" y="12944"/>
                  </a:cubicBezTo>
                  <a:cubicBezTo>
                    <a:pt x="17862" y="12747"/>
                    <a:pt x="17910" y="12769"/>
                    <a:pt x="17922" y="12606"/>
                  </a:cubicBezTo>
                  <a:cubicBezTo>
                    <a:pt x="17934" y="12443"/>
                    <a:pt x="18004" y="12212"/>
                    <a:pt x="18022" y="12128"/>
                  </a:cubicBezTo>
                  <a:cubicBezTo>
                    <a:pt x="18040" y="12044"/>
                    <a:pt x="18110" y="12128"/>
                    <a:pt x="18138" y="12111"/>
                  </a:cubicBezTo>
                  <a:cubicBezTo>
                    <a:pt x="18165" y="12094"/>
                    <a:pt x="18155" y="12263"/>
                    <a:pt x="18188" y="12179"/>
                  </a:cubicBezTo>
                  <a:cubicBezTo>
                    <a:pt x="18222" y="12094"/>
                    <a:pt x="18276" y="11813"/>
                    <a:pt x="18321" y="11813"/>
                  </a:cubicBezTo>
                  <a:cubicBezTo>
                    <a:pt x="18366" y="11813"/>
                    <a:pt x="18337" y="12021"/>
                    <a:pt x="18349" y="12145"/>
                  </a:cubicBezTo>
                  <a:cubicBezTo>
                    <a:pt x="18361" y="12269"/>
                    <a:pt x="18386" y="12111"/>
                    <a:pt x="18472" y="11943"/>
                  </a:cubicBezTo>
                  <a:cubicBezTo>
                    <a:pt x="18558" y="11774"/>
                    <a:pt x="18746" y="11790"/>
                    <a:pt x="18803" y="11869"/>
                  </a:cubicBezTo>
                  <a:cubicBezTo>
                    <a:pt x="18860" y="11948"/>
                    <a:pt x="18869" y="12134"/>
                    <a:pt x="18901" y="12111"/>
                  </a:cubicBezTo>
                  <a:cubicBezTo>
                    <a:pt x="18948" y="12077"/>
                    <a:pt x="18908" y="11926"/>
                    <a:pt x="18955" y="11886"/>
                  </a:cubicBezTo>
                  <a:cubicBezTo>
                    <a:pt x="19002" y="11847"/>
                    <a:pt x="19085" y="11706"/>
                    <a:pt x="19147" y="11577"/>
                  </a:cubicBezTo>
                  <a:cubicBezTo>
                    <a:pt x="19210" y="11447"/>
                    <a:pt x="19192" y="11543"/>
                    <a:pt x="19225" y="11425"/>
                  </a:cubicBezTo>
                  <a:cubicBezTo>
                    <a:pt x="19259" y="11307"/>
                    <a:pt x="19292" y="11358"/>
                    <a:pt x="19302" y="11279"/>
                  </a:cubicBezTo>
                  <a:cubicBezTo>
                    <a:pt x="19312" y="11200"/>
                    <a:pt x="19401" y="11071"/>
                    <a:pt x="19525" y="10992"/>
                  </a:cubicBezTo>
                  <a:cubicBezTo>
                    <a:pt x="19648" y="10913"/>
                    <a:pt x="19808" y="10677"/>
                    <a:pt x="19801" y="10604"/>
                  </a:cubicBezTo>
                  <a:cubicBezTo>
                    <a:pt x="19793" y="10531"/>
                    <a:pt x="19848" y="10497"/>
                    <a:pt x="19854" y="10570"/>
                  </a:cubicBezTo>
                  <a:cubicBezTo>
                    <a:pt x="19859" y="10643"/>
                    <a:pt x="19906" y="10615"/>
                    <a:pt x="19971" y="10654"/>
                  </a:cubicBezTo>
                  <a:cubicBezTo>
                    <a:pt x="20035" y="10694"/>
                    <a:pt x="20065" y="10767"/>
                    <a:pt x="20116" y="10621"/>
                  </a:cubicBezTo>
                  <a:cubicBezTo>
                    <a:pt x="20167" y="10474"/>
                    <a:pt x="20110" y="10424"/>
                    <a:pt x="20112" y="10311"/>
                  </a:cubicBezTo>
                  <a:cubicBezTo>
                    <a:pt x="20114" y="10199"/>
                    <a:pt x="20024" y="10081"/>
                    <a:pt x="20035" y="9963"/>
                  </a:cubicBezTo>
                  <a:cubicBezTo>
                    <a:pt x="20047" y="9844"/>
                    <a:pt x="19969" y="9529"/>
                    <a:pt x="19945" y="9591"/>
                  </a:cubicBezTo>
                  <a:cubicBezTo>
                    <a:pt x="19922" y="9653"/>
                    <a:pt x="19867" y="9541"/>
                    <a:pt x="19867" y="9451"/>
                  </a:cubicBezTo>
                  <a:cubicBezTo>
                    <a:pt x="19867" y="9361"/>
                    <a:pt x="19863" y="9254"/>
                    <a:pt x="19826" y="9321"/>
                  </a:cubicBezTo>
                  <a:cubicBezTo>
                    <a:pt x="19789" y="9389"/>
                    <a:pt x="19726" y="9355"/>
                    <a:pt x="19715" y="9254"/>
                  </a:cubicBezTo>
                  <a:cubicBezTo>
                    <a:pt x="19703" y="9153"/>
                    <a:pt x="19787" y="9079"/>
                    <a:pt x="19846" y="9147"/>
                  </a:cubicBezTo>
                  <a:cubicBezTo>
                    <a:pt x="19904" y="9214"/>
                    <a:pt x="19887" y="9282"/>
                    <a:pt x="19916" y="9333"/>
                  </a:cubicBezTo>
                  <a:cubicBezTo>
                    <a:pt x="19945" y="9383"/>
                    <a:pt x="20026" y="9361"/>
                    <a:pt x="20067" y="9304"/>
                  </a:cubicBezTo>
                  <a:cubicBezTo>
                    <a:pt x="20108" y="9248"/>
                    <a:pt x="20223" y="9141"/>
                    <a:pt x="20243" y="9046"/>
                  </a:cubicBezTo>
                  <a:cubicBezTo>
                    <a:pt x="20262" y="8950"/>
                    <a:pt x="20241" y="8905"/>
                    <a:pt x="20280" y="8849"/>
                  </a:cubicBezTo>
                  <a:cubicBezTo>
                    <a:pt x="20319" y="8792"/>
                    <a:pt x="20290" y="8674"/>
                    <a:pt x="20257" y="8624"/>
                  </a:cubicBezTo>
                  <a:cubicBezTo>
                    <a:pt x="20223" y="8573"/>
                    <a:pt x="20231" y="8438"/>
                    <a:pt x="20266" y="8438"/>
                  </a:cubicBezTo>
                  <a:cubicBezTo>
                    <a:pt x="20302" y="8438"/>
                    <a:pt x="20292" y="8320"/>
                    <a:pt x="20315" y="8314"/>
                  </a:cubicBezTo>
                  <a:cubicBezTo>
                    <a:pt x="20339" y="8309"/>
                    <a:pt x="20343" y="8365"/>
                    <a:pt x="20386" y="8303"/>
                  </a:cubicBezTo>
                  <a:cubicBezTo>
                    <a:pt x="20429" y="8241"/>
                    <a:pt x="20388" y="8399"/>
                    <a:pt x="20368" y="8506"/>
                  </a:cubicBezTo>
                  <a:cubicBezTo>
                    <a:pt x="20349" y="8612"/>
                    <a:pt x="20409" y="8702"/>
                    <a:pt x="20415" y="8764"/>
                  </a:cubicBezTo>
                  <a:cubicBezTo>
                    <a:pt x="20421" y="8826"/>
                    <a:pt x="20505" y="8849"/>
                    <a:pt x="20552" y="8776"/>
                  </a:cubicBezTo>
                  <a:cubicBezTo>
                    <a:pt x="20599" y="8702"/>
                    <a:pt x="20750" y="8866"/>
                    <a:pt x="20759" y="8972"/>
                  </a:cubicBezTo>
                  <a:cubicBezTo>
                    <a:pt x="20769" y="9079"/>
                    <a:pt x="20791" y="9209"/>
                    <a:pt x="20853" y="9299"/>
                  </a:cubicBezTo>
                  <a:cubicBezTo>
                    <a:pt x="20916" y="9389"/>
                    <a:pt x="20973" y="9350"/>
                    <a:pt x="20984" y="9434"/>
                  </a:cubicBezTo>
                  <a:cubicBezTo>
                    <a:pt x="20996" y="9518"/>
                    <a:pt x="21020" y="9563"/>
                    <a:pt x="21055" y="9541"/>
                  </a:cubicBezTo>
                  <a:cubicBezTo>
                    <a:pt x="21090" y="9518"/>
                    <a:pt x="21110" y="9630"/>
                    <a:pt x="21135" y="9563"/>
                  </a:cubicBezTo>
                  <a:cubicBezTo>
                    <a:pt x="21161" y="9496"/>
                    <a:pt x="21174" y="9603"/>
                    <a:pt x="21208" y="9518"/>
                  </a:cubicBezTo>
                  <a:cubicBezTo>
                    <a:pt x="21241" y="9434"/>
                    <a:pt x="21135" y="9377"/>
                    <a:pt x="21149" y="9310"/>
                  </a:cubicBezTo>
                  <a:cubicBezTo>
                    <a:pt x="21163" y="9242"/>
                    <a:pt x="21184" y="9361"/>
                    <a:pt x="21213" y="9355"/>
                  </a:cubicBezTo>
                  <a:cubicBezTo>
                    <a:pt x="21243" y="9350"/>
                    <a:pt x="21206" y="9186"/>
                    <a:pt x="21227" y="9169"/>
                  </a:cubicBezTo>
                  <a:cubicBezTo>
                    <a:pt x="21249" y="9153"/>
                    <a:pt x="21231" y="8815"/>
                    <a:pt x="21208" y="8792"/>
                  </a:cubicBezTo>
                  <a:cubicBezTo>
                    <a:pt x="21184" y="8770"/>
                    <a:pt x="21204" y="8652"/>
                    <a:pt x="21249" y="8747"/>
                  </a:cubicBezTo>
                  <a:cubicBezTo>
                    <a:pt x="21294" y="8843"/>
                    <a:pt x="21364" y="8837"/>
                    <a:pt x="21397" y="8837"/>
                  </a:cubicBezTo>
                  <a:cubicBezTo>
                    <a:pt x="21431" y="8837"/>
                    <a:pt x="21399" y="8747"/>
                    <a:pt x="21366" y="8731"/>
                  </a:cubicBezTo>
                  <a:cubicBezTo>
                    <a:pt x="21333" y="8714"/>
                    <a:pt x="21372" y="8635"/>
                    <a:pt x="21395" y="8697"/>
                  </a:cubicBezTo>
                  <a:cubicBezTo>
                    <a:pt x="21419" y="8759"/>
                    <a:pt x="21464" y="8787"/>
                    <a:pt x="21468" y="8719"/>
                  </a:cubicBezTo>
                  <a:cubicBezTo>
                    <a:pt x="21472" y="8652"/>
                    <a:pt x="21495" y="8506"/>
                    <a:pt x="21536" y="8511"/>
                  </a:cubicBezTo>
                  <a:cubicBezTo>
                    <a:pt x="21577" y="8517"/>
                    <a:pt x="21591" y="8449"/>
                    <a:pt x="21552" y="841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1" name="Shape 3397"/>
            <p:cNvSpPr/>
            <p:nvPr/>
          </p:nvSpPr>
          <p:spPr>
            <a:xfrm>
              <a:off x="16296200" y="3107832"/>
              <a:ext cx="356794" cy="351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6" h="20702" extrusionOk="0">
                  <a:moveTo>
                    <a:pt x="16256" y="12539"/>
                  </a:moveTo>
                  <a:cubicBezTo>
                    <a:pt x="13377" y="15199"/>
                    <a:pt x="7615" y="15825"/>
                    <a:pt x="7615" y="18017"/>
                  </a:cubicBezTo>
                  <a:cubicBezTo>
                    <a:pt x="7615" y="20208"/>
                    <a:pt x="643" y="21303"/>
                    <a:pt x="35" y="20364"/>
                  </a:cubicBezTo>
                  <a:cubicBezTo>
                    <a:pt x="-494" y="19541"/>
                    <a:pt x="5190" y="19268"/>
                    <a:pt x="6554" y="16137"/>
                  </a:cubicBezTo>
                  <a:cubicBezTo>
                    <a:pt x="7919" y="13006"/>
                    <a:pt x="13095" y="11395"/>
                    <a:pt x="15650" y="7214"/>
                  </a:cubicBezTo>
                  <a:cubicBezTo>
                    <a:pt x="17469" y="4242"/>
                    <a:pt x="18985" y="-297"/>
                    <a:pt x="20046" y="15"/>
                  </a:cubicBezTo>
                  <a:cubicBezTo>
                    <a:pt x="21106" y="329"/>
                    <a:pt x="19136" y="9875"/>
                    <a:pt x="16256" y="1253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2" name="Shape 3398"/>
            <p:cNvSpPr/>
            <p:nvPr/>
          </p:nvSpPr>
          <p:spPr>
            <a:xfrm>
              <a:off x="11295777" y="318752"/>
              <a:ext cx="9769543" cy="3575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7" h="21445" extrusionOk="0">
                  <a:moveTo>
                    <a:pt x="4515" y="6402"/>
                  </a:moveTo>
                  <a:cubicBezTo>
                    <a:pt x="4519" y="6508"/>
                    <a:pt x="4495" y="6583"/>
                    <a:pt x="4421" y="6583"/>
                  </a:cubicBezTo>
                  <a:cubicBezTo>
                    <a:pt x="4347" y="6583"/>
                    <a:pt x="4456" y="6710"/>
                    <a:pt x="4464" y="6827"/>
                  </a:cubicBezTo>
                  <a:cubicBezTo>
                    <a:pt x="4472" y="6944"/>
                    <a:pt x="4390" y="6859"/>
                    <a:pt x="4386" y="7040"/>
                  </a:cubicBezTo>
                  <a:cubicBezTo>
                    <a:pt x="4382" y="7221"/>
                    <a:pt x="4241" y="7040"/>
                    <a:pt x="4221" y="7274"/>
                  </a:cubicBezTo>
                  <a:cubicBezTo>
                    <a:pt x="4202" y="7508"/>
                    <a:pt x="4292" y="7476"/>
                    <a:pt x="4355" y="7487"/>
                  </a:cubicBezTo>
                  <a:cubicBezTo>
                    <a:pt x="4417" y="7497"/>
                    <a:pt x="4331" y="7657"/>
                    <a:pt x="4378" y="7752"/>
                  </a:cubicBezTo>
                  <a:cubicBezTo>
                    <a:pt x="4425" y="7848"/>
                    <a:pt x="4460" y="7816"/>
                    <a:pt x="4429" y="7635"/>
                  </a:cubicBezTo>
                  <a:cubicBezTo>
                    <a:pt x="4398" y="7455"/>
                    <a:pt x="4593" y="7699"/>
                    <a:pt x="4535" y="7838"/>
                  </a:cubicBezTo>
                  <a:cubicBezTo>
                    <a:pt x="4476" y="7976"/>
                    <a:pt x="4628" y="8082"/>
                    <a:pt x="4703" y="8093"/>
                  </a:cubicBezTo>
                  <a:cubicBezTo>
                    <a:pt x="4777" y="8104"/>
                    <a:pt x="5041" y="8260"/>
                    <a:pt x="5047" y="8093"/>
                  </a:cubicBezTo>
                  <a:cubicBezTo>
                    <a:pt x="5051" y="7986"/>
                    <a:pt x="4950" y="7891"/>
                    <a:pt x="4867" y="7657"/>
                  </a:cubicBezTo>
                  <a:cubicBezTo>
                    <a:pt x="4785" y="7423"/>
                    <a:pt x="4726" y="7040"/>
                    <a:pt x="4820" y="6880"/>
                  </a:cubicBezTo>
                  <a:cubicBezTo>
                    <a:pt x="4914" y="6721"/>
                    <a:pt x="4832" y="6646"/>
                    <a:pt x="4926" y="6466"/>
                  </a:cubicBezTo>
                  <a:cubicBezTo>
                    <a:pt x="5020" y="6285"/>
                    <a:pt x="4965" y="6115"/>
                    <a:pt x="5043" y="6093"/>
                  </a:cubicBezTo>
                  <a:cubicBezTo>
                    <a:pt x="5122" y="6072"/>
                    <a:pt x="5036" y="5881"/>
                    <a:pt x="5114" y="5849"/>
                  </a:cubicBezTo>
                  <a:cubicBezTo>
                    <a:pt x="5192" y="5817"/>
                    <a:pt x="5208" y="5583"/>
                    <a:pt x="5196" y="5498"/>
                  </a:cubicBezTo>
                  <a:cubicBezTo>
                    <a:pt x="5184" y="5413"/>
                    <a:pt x="5278" y="5509"/>
                    <a:pt x="5321" y="5381"/>
                  </a:cubicBezTo>
                  <a:cubicBezTo>
                    <a:pt x="5364" y="5253"/>
                    <a:pt x="5466" y="5338"/>
                    <a:pt x="5497" y="5158"/>
                  </a:cubicBezTo>
                  <a:cubicBezTo>
                    <a:pt x="5529" y="4977"/>
                    <a:pt x="5979" y="4562"/>
                    <a:pt x="6233" y="4402"/>
                  </a:cubicBezTo>
                  <a:cubicBezTo>
                    <a:pt x="6488" y="4243"/>
                    <a:pt x="6664" y="3956"/>
                    <a:pt x="6574" y="3764"/>
                  </a:cubicBezTo>
                  <a:cubicBezTo>
                    <a:pt x="6484" y="3573"/>
                    <a:pt x="6229" y="3839"/>
                    <a:pt x="6167" y="3977"/>
                  </a:cubicBezTo>
                  <a:cubicBezTo>
                    <a:pt x="6104" y="4115"/>
                    <a:pt x="6014" y="4019"/>
                    <a:pt x="5952" y="4115"/>
                  </a:cubicBezTo>
                  <a:cubicBezTo>
                    <a:pt x="5889" y="4211"/>
                    <a:pt x="5756" y="4296"/>
                    <a:pt x="5689" y="4179"/>
                  </a:cubicBezTo>
                  <a:cubicBezTo>
                    <a:pt x="5623" y="4062"/>
                    <a:pt x="5544" y="4317"/>
                    <a:pt x="5494" y="4307"/>
                  </a:cubicBezTo>
                  <a:cubicBezTo>
                    <a:pt x="5443" y="4296"/>
                    <a:pt x="5384" y="4445"/>
                    <a:pt x="5329" y="4434"/>
                  </a:cubicBezTo>
                  <a:cubicBezTo>
                    <a:pt x="5274" y="4424"/>
                    <a:pt x="5165" y="4551"/>
                    <a:pt x="5157" y="4636"/>
                  </a:cubicBezTo>
                  <a:cubicBezTo>
                    <a:pt x="5149" y="4721"/>
                    <a:pt x="5055" y="4700"/>
                    <a:pt x="5055" y="4807"/>
                  </a:cubicBezTo>
                  <a:cubicBezTo>
                    <a:pt x="5055" y="4913"/>
                    <a:pt x="4981" y="5009"/>
                    <a:pt x="4942" y="4913"/>
                  </a:cubicBezTo>
                  <a:cubicBezTo>
                    <a:pt x="4902" y="4817"/>
                    <a:pt x="4856" y="5019"/>
                    <a:pt x="4910" y="5158"/>
                  </a:cubicBezTo>
                  <a:cubicBezTo>
                    <a:pt x="4965" y="5296"/>
                    <a:pt x="4809" y="5306"/>
                    <a:pt x="4836" y="5391"/>
                  </a:cubicBezTo>
                  <a:cubicBezTo>
                    <a:pt x="4863" y="5477"/>
                    <a:pt x="4777" y="5530"/>
                    <a:pt x="4797" y="5625"/>
                  </a:cubicBezTo>
                  <a:cubicBezTo>
                    <a:pt x="4816" y="5721"/>
                    <a:pt x="4742" y="5753"/>
                    <a:pt x="4683" y="5785"/>
                  </a:cubicBezTo>
                  <a:cubicBezTo>
                    <a:pt x="4625" y="5817"/>
                    <a:pt x="4593" y="6030"/>
                    <a:pt x="4668" y="6040"/>
                  </a:cubicBezTo>
                  <a:cubicBezTo>
                    <a:pt x="4742" y="6051"/>
                    <a:pt x="4625" y="6083"/>
                    <a:pt x="4632" y="6242"/>
                  </a:cubicBezTo>
                  <a:cubicBezTo>
                    <a:pt x="4640" y="6402"/>
                    <a:pt x="4511" y="6295"/>
                    <a:pt x="4515" y="6402"/>
                  </a:cubicBezTo>
                  <a:close/>
                  <a:moveTo>
                    <a:pt x="5098" y="499"/>
                  </a:moveTo>
                  <a:cubicBezTo>
                    <a:pt x="5110" y="276"/>
                    <a:pt x="4973" y="457"/>
                    <a:pt x="4871" y="340"/>
                  </a:cubicBezTo>
                  <a:cubicBezTo>
                    <a:pt x="4769" y="223"/>
                    <a:pt x="4709" y="232"/>
                    <a:pt x="4777" y="393"/>
                  </a:cubicBezTo>
                  <a:cubicBezTo>
                    <a:pt x="4809" y="467"/>
                    <a:pt x="4603" y="526"/>
                    <a:pt x="4636" y="616"/>
                  </a:cubicBezTo>
                  <a:cubicBezTo>
                    <a:pt x="4711" y="818"/>
                    <a:pt x="5086" y="723"/>
                    <a:pt x="5098" y="499"/>
                  </a:cubicBezTo>
                  <a:close/>
                  <a:moveTo>
                    <a:pt x="5721" y="669"/>
                  </a:moveTo>
                  <a:cubicBezTo>
                    <a:pt x="5748" y="574"/>
                    <a:pt x="5670" y="574"/>
                    <a:pt x="5662" y="478"/>
                  </a:cubicBezTo>
                  <a:cubicBezTo>
                    <a:pt x="5654" y="382"/>
                    <a:pt x="5435" y="361"/>
                    <a:pt x="5447" y="467"/>
                  </a:cubicBezTo>
                  <a:cubicBezTo>
                    <a:pt x="5458" y="574"/>
                    <a:pt x="5295" y="690"/>
                    <a:pt x="5345" y="797"/>
                  </a:cubicBezTo>
                  <a:cubicBezTo>
                    <a:pt x="5439" y="999"/>
                    <a:pt x="5693" y="765"/>
                    <a:pt x="5721" y="669"/>
                  </a:cubicBezTo>
                  <a:close/>
                  <a:moveTo>
                    <a:pt x="5051" y="872"/>
                  </a:moveTo>
                  <a:cubicBezTo>
                    <a:pt x="5063" y="956"/>
                    <a:pt x="5032" y="967"/>
                    <a:pt x="4953" y="967"/>
                  </a:cubicBezTo>
                  <a:cubicBezTo>
                    <a:pt x="4875" y="967"/>
                    <a:pt x="4834" y="1087"/>
                    <a:pt x="4875" y="1180"/>
                  </a:cubicBezTo>
                  <a:cubicBezTo>
                    <a:pt x="4922" y="1286"/>
                    <a:pt x="5129" y="1244"/>
                    <a:pt x="5165" y="1116"/>
                  </a:cubicBezTo>
                  <a:cubicBezTo>
                    <a:pt x="5200" y="988"/>
                    <a:pt x="5290" y="1095"/>
                    <a:pt x="5306" y="967"/>
                  </a:cubicBezTo>
                  <a:cubicBezTo>
                    <a:pt x="5321" y="840"/>
                    <a:pt x="5039" y="787"/>
                    <a:pt x="5051" y="872"/>
                  </a:cubicBezTo>
                  <a:close/>
                  <a:moveTo>
                    <a:pt x="4546" y="1010"/>
                  </a:moveTo>
                  <a:cubicBezTo>
                    <a:pt x="4546" y="840"/>
                    <a:pt x="4342" y="1027"/>
                    <a:pt x="4382" y="1063"/>
                  </a:cubicBezTo>
                  <a:cubicBezTo>
                    <a:pt x="4417" y="1095"/>
                    <a:pt x="4546" y="1180"/>
                    <a:pt x="4546" y="1010"/>
                  </a:cubicBezTo>
                  <a:close/>
                  <a:moveTo>
                    <a:pt x="5032" y="297"/>
                  </a:moveTo>
                  <a:cubicBezTo>
                    <a:pt x="5126" y="297"/>
                    <a:pt x="5098" y="138"/>
                    <a:pt x="5161" y="159"/>
                  </a:cubicBezTo>
                  <a:cubicBezTo>
                    <a:pt x="5223" y="180"/>
                    <a:pt x="5306" y="170"/>
                    <a:pt x="5274" y="63"/>
                  </a:cubicBezTo>
                  <a:cubicBezTo>
                    <a:pt x="5243" y="-43"/>
                    <a:pt x="5016" y="-1"/>
                    <a:pt x="5039" y="85"/>
                  </a:cubicBezTo>
                  <a:cubicBezTo>
                    <a:pt x="5063" y="170"/>
                    <a:pt x="4856" y="138"/>
                    <a:pt x="4859" y="170"/>
                  </a:cubicBezTo>
                  <a:cubicBezTo>
                    <a:pt x="4867" y="233"/>
                    <a:pt x="4938" y="297"/>
                    <a:pt x="5032" y="297"/>
                  </a:cubicBezTo>
                  <a:close/>
                  <a:moveTo>
                    <a:pt x="12159" y="5551"/>
                  </a:moveTo>
                  <a:cubicBezTo>
                    <a:pt x="12144" y="5636"/>
                    <a:pt x="12058" y="5642"/>
                    <a:pt x="12081" y="5721"/>
                  </a:cubicBezTo>
                  <a:cubicBezTo>
                    <a:pt x="12120" y="5860"/>
                    <a:pt x="12316" y="5785"/>
                    <a:pt x="12320" y="5615"/>
                  </a:cubicBezTo>
                  <a:cubicBezTo>
                    <a:pt x="12324" y="5445"/>
                    <a:pt x="12175" y="5466"/>
                    <a:pt x="12159" y="5551"/>
                  </a:cubicBezTo>
                  <a:close/>
                  <a:moveTo>
                    <a:pt x="3826" y="9252"/>
                  </a:moveTo>
                  <a:cubicBezTo>
                    <a:pt x="3932" y="9518"/>
                    <a:pt x="4022" y="9135"/>
                    <a:pt x="4073" y="9114"/>
                  </a:cubicBezTo>
                  <a:cubicBezTo>
                    <a:pt x="4124" y="9093"/>
                    <a:pt x="4041" y="8944"/>
                    <a:pt x="3955" y="8880"/>
                  </a:cubicBezTo>
                  <a:cubicBezTo>
                    <a:pt x="3869" y="8816"/>
                    <a:pt x="3746" y="9051"/>
                    <a:pt x="3826" y="9252"/>
                  </a:cubicBezTo>
                  <a:close/>
                  <a:moveTo>
                    <a:pt x="3994" y="659"/>
                  </a:moveTo>
                  <a:cubicBezTo>
                    <a:pt x="4049" y="765"/>
                    <a:pt x="3842" y="733"/>
                    <a:pt x="3814" y="840"/>
                  </a:cubicBezTo>
                  <a:cubicBezTo>
                    <a:pt x="3787" y="946"/>
                    <a:pt x="3666" y="907"/>
                    <a:pt x="3689" y="1031"/>
                  </a:cubicBezTo>
                  <a:cubicBezTo>
                    <a:pt x="3713" y="1159"/>
                    <a:pt x="3908" y="1169"/>
                    <a:pt x="3908" y="1063"/>
                  </a:cubicBezTo>
                  <a:cubicBezTo>
                    <a:pt x="3908" y="956"/>
                    <a:pt x="4010" y="1052"/>
                    <a:pt x="4014" y="956"/>
                  </a:cubicBezTo>
                  <a:cubicBezTo>
                    <a:pt x="4018" y="861"/>
                    <a:pt x="4061" y="755"/>
                    <a:pt x="4170" y="733"/>
                  </a:cubicBezTo>
                  <a:cubicBezTo>
                    <a:pt x="4280" y="712"/>
                    <a:pt x="4280" y="606"/>
                    <a:pt x="4178" y="478"/>
                  </a:cubicBezTo>
                  <a:cubicBezTo>
                    <a:pt x="4077" y="350"/>
                    <a:pt x="3940" y="553"/>
                    <a:pt x="3994" y="659"/>
                  </a:cubicBezTo>
                  <a:close/>
                  <a:moveTo>
                    <a:pt x="16304" y="18728"/>
                  </a:moveTo>
                  <a:cubicBezTo>
                    <a:pt x="16261" y="18419"/>
                    <a:pt x="16367" y="18122"/>
                    <a:pt x="16289" y="17962"/>
                  </a:cubicBezTo>
                  <a:cubicBezTo>
                    <a:pt x="16210" y="17803"/>
                    <a:pt x="16242" y="17473"/>
                    <a:pt x="16203" y="17537"/>
                  </a:cubicBezTo>
                  <a:cubicBezTo>
                    <a:pt x="16163" y="17601"/>
                    <a:pt x="16203" y="17888"/>
                    <a:pt x="16140" y="17909"/>
                  </a:cubicBezTo>
                  <a:cubicBezTo>
                    <a:pt x="16077" y="17930"/>
                    <a:pt x="16136" y="18090"/>
                    <a:pt x="16112" y="18303"/>
                  </a:cubicBezTo>
                  <a:cubicBezTo>
                    <a:pt x="16089" y="18515"/>
                    <a:pt x="16124" y="18824"/>
                    <a:pt x="16156" y="19015"/>
                  </a:cubicBezTo>
                  <a:cubicBezTo>
                    <a:pt x="16187" y="19206"/>
                    <a:pt x="16112" y="20227"/>
                    <a:pt x="16144" y="20398"/>
                  </a:cubicBezTo>
                  <a:cubicBezTo>
                    <a:pt x="16175" y="20568"/>
                    <a:pt x="16093" y="21321"/>
                    <a:pt x="16120" y="21408"/>
                  </a:cubicBezTo>
                  <a:cubicBezTo>
                    <a:pt x="16167" y="21557"/>
                    <a:pt x="16136" y="21206"/>
                    <a:pt x="16206" y="21174"/>
                  </a:cubicBezTo>
                  <a:cubicBezTo>
                    <a:pt x="16277" y="21142"/>
                    <a:pt x="16277" y="21387"/>
                    <a:pt x="16320" y="21440"/>
                  </a:cubicBezTo>
                  <a:cubicBezTo>
                    <a:pt x="16363" y="21493"/>
                    <a:pt x="16336" y="21099"/>
                    <a:pt x="16296" y="21121"/>
                  </a:cubicBezTo>
                  <a:cubicBezTo>
                    <a:pt x="16257" y="21142"/>
                    <a:pt x="16226" y="20866"/>
                    <a:pt x="16206" y="20695"/>
                  </a:cubicBezTo>
                  <a:cubicBezTo>
                    <a:pt x="16187" y="20525"/>
                    <a:pt x="16246" y="20323"/>
                    <a:pt x="16246" y="20110"/>
                  </a:cubicBezTo>
                  <a:cubicBezTo>
                    <a:pt x="16246" y="19898"/>
                    <a:pt x="16343" y="19908"/>
                    <a:pt x="16402" y="20068"/>
                  </a:cubicBezTo>
                  <a:cubicBezTo>
                    <a:pt x="16461" y="20227"/>
                    <a:pt x="16469" y="20121"/>
                    <a:pt x="16445" y="20004"/>
                  </a:cubicBezTo>
                  <a:cubicBezTo>
                    <a:pt x="16422" y="19887"/>
                    <a:pt x="16347" y="19036"/>
                    <a:pt x="16304" y="18728"/>
                  </a:cubicBezTo>
                  <a:close/>
                  <a:moveTo>
                    <a:pt x="3626" y="755"/>
                  </a:moveTo>
                  <a:cubicBezTo>
                    <a:pt x="3717" y="531"/>
                    <a:pt x="3834" y="744"/>
                    <a:pt x="3850" y="637"/>
                  </a:cubicBezTo>
                  <a:cubicBezTo>
                    <a:pt x="3865" y="531"/>
                    <a:pt x="3681" y="499"/>
                    <a:pt x="3615" y="595"/>
                  </a:cubicBezTo>
                  <a:cubicBezTo>
                    <a:pt x="3548" y="691"/>
                    <a:pt x="3392" y="614"/>
                    <a:pt x="3411" y="733"/>
                  </a:cubicBezTo>
                  <a:cubicBezTo>
                    <a:pt x="3423" y="808"/>
                    <a:pt x="3536" y="978"/>
                    <a:pt x="3626" y="755"/>
                  </a:cubicBezTo>
                  <a:close/>
                  <a:moveTo>
                    <a:pt x="16703" y="5072"/>
                  </a:moveTo>
                  <a:cubicBezTo>
                    <a:pt x="16797" y="5094"/>
                    <a:pt x="16844" y="5338"/>
                    <a:pt x="17024" y="5370"/>
                  </a:cubicBezTo>
                  <a:cubicBezTo>
                    <a:pt x="17205" y="5402"/>
                    <a:pt x="17338" y="5306"/>
                    <a:pt x="17341" y="5200"/>
                  </a:cubicBezTo>
                  <a:cubicBezTo>
                    <a:pt x="17345" y="5094"/>
                    <a:pt x="17177" y="4934"/>
                    <a:pt x="17126" y="5019"/>
                  </a:cubicBezTo>
                  <a:cubicBezTo>
                    <a:pt x="17075" y="5104"/>
                    <a:pt x="17036" y="4881"/>
                    <a:pt x="16974" y="4934"/>
                  </a:cubicBezTo>
                  <a:cubicBezTo>
                    <a:pt x="16911" y="4987"/>
                    <a:pt x="16825" y="4977"/>
                    <a:pt x="16793" y="4828"/>
                  </a:cubicBezTo>
                  <a:cubicBezTo>
                    <a:pt x="16762" y="4679"/>
                    <a:pt x="16656" y="5062"/>
                    <a:pt x="16703" y="5072"/>
                  </a:cubicBezTo>
                  <a:close/>
                  <a:moveTo>
                    <a:pt x="16022" y="5742"/>
                  </a:moveTo>
                  <a:cubicBezTo>
                    <a:pt x="16022" y="5583"/>
                    <a:pt x="15809" y="5801"/>
                    <a:pt x="15897" y="5881"/>
                  </a:cubicBezTo>
                  <a:cubicBezTo>
                    <a:pt x="15944" y="5923"/>
                    <a:pt x="16022" y="5902"/>
                    <a:pt x="16022" y="5742"/>
                  </a:cubicBezTo>
                  <a:close/>
                  <a:moveTo>
                    <a:pt x="16336" y="6444"/>
                  </a:moveTo>
                  <a:cubicBezTo>
                    <a:pt x="16406" y="6402"/>
                    <a:pt x="16285" y="6051"/>
                    <a:pt x="16163" y="5998"/>
                  </a:cubicBezTo>
                  <a:cubicBezTo>
                    <a:pt x="16042" y="5945"/>
                    <a:pt x="15929" y="6216"/>
                    <a:pt x="15944" y="6274"/>
                  </a:cubicBezTo>
                  <a:cubicBezTo>
                    <a:pt x="15979" y="6413"/>
                    <a:pt x="16265" y="6487"/>
                    <a:pt x="16336" y="6444"/>
                  </a:cubicBezTo>
                  <a:close/>
                  <a:moveTo>
                    <a:pt x="15517" y="5083"/>
                  </a:moveTo>
                  <a:cubicBezTo>
                    <a:pt x="15572" y="5158"/>
                    <a:pt x="15592" y="5232"/>
                    <a:pt x="15623" y="5317"/>
                  </a:cubicBezTo>
                  <a:cubicBezTo>
                    <a:pt x="15654" y="5402"/>
                    <a:pt x="15772" y="5275"/>
                    <a:pt x="15819" y="5232"/>
                  </a:cubicBezTo>
                  <a:cubicBezTo>
                    <a:pt x="15866" y="5190"/>
                    <a:pt x="15870" y="5423"/>
                    <a:pt x="15944" y="5296"/>
                  </a:cubicBezTo>
                  <a:cubicBezTo>
                    <a:pt x="16019" y="5168"/>
                    <a:pt x="16093" y="5232"/>
                    <a:pt x="16179" y="5232"/>
                  </a:cubicBezTo>
                  <a:cubicBezTo>
                    <a:pt x="16265" y="5232"/>
                    <a:pt x="16163" y="4945"/>
                    <a:pt x="16167" y="4817"/>
                  </a:cubicBezTo>
                  <a:cubicBezTo>
                    <a:pt x="16171" y="4689"/>
                    <a:pt x="16269" y="4775"/>
                    <a:pt x="16238" y="4881"/>
                  </a:cubicBezTo>
                  <a:cubicBezTo>
                    <a:pt x="16206" y="4987"/>
                    <a:pt x="16285" y="5232"/>
                    <a:pt x="16410" y="5211"/>
                  </a:cubicBezTo>
                  <a:cubicBezTo>
                    <a:pt x="16535" y="5190"/>
                    <a:pt x="16441" y="4977"/>
                    <a:pt x="16504" y="4902"/>
                  </a:cubicBezTo>
                  <a:cubicBezTo>
                    <a:pt x="16567" y="4828"/>
                    <a:pt x="16559" y="4743"/>
                    <a:pt x="16469" y="4594"/>
                  </a:cubicBezTo>
                  <a:cubicBezTo>
                    <a:pt x="16379" y="4445"/>
                    <a:pt x="16261" y="4541"/>
                    <a:pt x="16183" y="4445"/>
                  </a:cubicBezTo>
                  <a:cubicBezTo>
                    <a:pt x="16099" y="4343"/>
                    <a:pt x="15999" y="4338"/>
                    <a:pt x="15995" y="4573"/>
                  </a:cubicBezTo>
                  <a:cubicBezTo>
                    <a:pt x="15991" y="4807"/>
                    <a:pt x="15827" y="4317"/>
                    <a:pt x="15741" y="4243"/>
                  </a:cubicBezTo>
                  <a:cubicBezTo>
                    <a:pt x="15654" y="4169"/>
                    <a:pt x="15388" y="4907"/>
                    <a:pt x="15517" y="5083"/>
                  </a:cubicBezTo>
                  <a:close/>
                  <a:moveTo>
                    <a:pt x="10468" y="2892"/>
                  </a:moveTo>
                  <a:cubicBezTo>
                    <a:pt x="10523" y="2977"/>
                    <a:pt x="10699" y="2786"/>
                    <a:pt x="10817" y="2797"/>
                  </a:cubicBezTo>
                  <a:cubicBezTo>
                    <a:pt x="10934" y="2807"/>
                    <a:pt x="11263" y="2552"/>
                    <a:pt x="11275" y="2382"/>
                  </a:cubicBezTo>
                  <a:cubicBezTo>
                    <a:pt x="11286" y="2212"/>
                    <a:pt x="11153" y="2222"/>
                    <a:pt x="11102" y="2073"/>
                  </a:cubicBezTo>
                  <a:cubicBezTo>
                    <a:pt x="11052" y="1924"/>
                    <a:pt x="10938" y="2052"/>
                    <a:pt x="10911" y="2180"/>
                  </a:cubicBezTo>
                  <a:cubicBezTo>
                    <a:pt x="10883" y="2307"/>
                    <a:pt x="10852" y="2190"/>
                    <a:pt x="10926" y="1988"/>
                  </a:cubicBezTo>
                  <a:cubicBezTo>
                    <a:pt x="11001" y="1786"/>
                    <a:pt x="10852" y="1627"/>
                    <a:pt x="10848" y="1754"/>
                  </a:cubicBezTo>
                  <a:cubicBezTo>
                    <a:pt x="10844" y="1882"/>
                    <a:pt x="10707" y="1776"/>
                    <a:pt x="10707" y="1893"/>
                  </a:cubicBezTo>
                  <a:cubicBezTo>
                    <a:pt x="10707" y="2009"/>
                    <a:pt x="10656" y="2063"/>
                    <a:pt x="10660" y="2180"/>
                  </a:cubicBezTo>
                  <a:cubicBezTo>
                    <a:pt x="10664" y="2297"/>
                    <a:pt x="10566" y="2116"/>
                    <a:pt x="10562" y="2382"/>
                  </a:cubicBezTo>
                  <a:cubicBezTo>
                    <a:pt x="10558" y="2648"/>
                    <a:pt x="10411" y="2803"/>
                    <a:pt x="10468" y="2892"/>
                  </a:cubicBezTo>
                  <a:close/>
                  <a:moveTo>
                    <a:pt x="21072" y="8050"/>
                  </a:moveTo>
                  <a:cubicBezTo>
                    <a:pt x="21150" y="8157"/>
                    <a:pt x="21197" y="7923"/>
                    <a:pt x="21259" y="8040"/>
                  </a:cubicBezTo>
                  <a:cubicBezTo>
                    <a:pt x="21322" y="8157"/>
                    <a:pt x="21475" y="7986"/>
                    <a:pt x="21537" y="7955"/>
                  </a:cubicBezTo>
                  <a:cubicBezTo>
                    <a:pt x="21600" y="7923"/>
                    <a:pt x="21569" y="7710"/>
                    <a:pt x="21393" y="7646"/>
                  </a:cubicBezTo>
                  <a:cubicBezTo>
                    <a:pt x="21216" y="7582"/>
                    <a:pt x="20987" y="7936"/>
                    <a:pt x="21072" y="8050"/>
                  </a:cubicBezTo>
                  <a:close/>
                  <a:moveTo>
                    <a:pt x="9552" y="340"/>
                  </a:moveTo>
                  <a:cubicBezTo>
                    <a:pt x="9568" y="180"/>
                    <a:pt x="9308" y="250"/>
                    <a:pt x="9376" y="404"/>
                  </a:cubicBezTo>
                  <a:cubicBezTo>
                    <a:pt x="9400" y="457"/>
                    <a:pt x="9537" y="499"/>
                    <a:pt x="9552" y="340"/>
                  </a:cubicBezTo>
                  <a:close/>
                  <a:moveTo>
                    <a:pt x="7905" y="6689"/>
                  </a:moveTo>
                  <a:cubicBezTo>
                    <a:pt x="7967" y="6774"/>
                    <a:pt x="8014" y="6742"/>
                    <a:pt x="8006" y="6572"/>
                  </a:cubicBezTo>
                  <a:cubicBezTo>
                    <a:pt x="7999" y="6402"/>
                    <a:pt x="7855" y="6622"/>
                    <a:pt x="7905" y="6689"/>
                  </a:cubicBezTo>
                  <a:close/>
                  <a:moveTo>
                    <a:pt x="9862" y="1393"/>
                  </a:moveTo>
                  <a:cubicBezTo>
                    <a:pt x="9862" y="1510"/>
                    <a:pt x="9736" y="1626"/>
                    <a:pt x="9772" y="1712"/>
                  </a:cubicBezTo>
                  <a:cubicBezTo>
                    <a:pt x="9803" y="1786"/>
                    <a:pt x="9830" y="1765"/>
                    <a:pt x="9869" y="1786"/>
                  </a:cubicBezTo>
                  <a:cubicBezTo>
                    <a:pt x="9909" y="1808"/>
                    <a:pt x="9928" y="2073"/>
                    <a:pt x="9999" y="2031"/>
                  </a:cubicBezTo>
                  <a:cubicBezTo>
                    <a:pt x="10069" y="1988"/>
                    <a:pt x="10261" y="2243"/>
                    <a:pt x="10374" y="2243"/>
                  </a:cubicBezTo>
                  <a:cubicBezTo>
                    <a:pt x="10488" y="2243"/>
                    <a:pt x="10500" y="1988"/>
                    <a:pt x="10464" y="1978"/>
                  </a:cubicBezTo>
                  <a:cubicBezTo>
                    <a:pt x="10429" y="1967"/>
                    <a:pt x="10461" y="1818"/>
                    <a:pt x="10523" y="1573"/>
                  </a:cubicBezTo>
                  <a:cubicBezTo>
                    <a:pt x="10586" y="1329"/>
                    <a:pt x="10327" y="1148"/>
                    <a:pt x="10327" y="1339"/>
                  </a:cubicBezTo>
                  <a:cubicBezTo>
                    <a:pt x="10327" y="1531"/>
                    <a:pt x="10253" y="1297"/>
                    <a:pt x="10230" y="1180"/>
                  </a:cubicBezTo>
                  <a:cubicBezTo>
                    <a:pt x="10206" y="1063"/>
                    <a:pt x="9862" y="1276"/>
                    <a:pt x="9862" y="1393"/>
                  </a:cubicBezTo>
                  <a:close/>
                  <a:moveTo>
                    <a:pt x="9654" y="1095"/>
                  </a:moveTo>
                  <a:cubicBezTo>
                    <a:pt x="9729" y="1180"/>
                    <a:pt x="9701" y="1233"/>
                    <a:pt x="9623" y="1233"/>
                  </a:cubicBezTo>
                  <a:cubicBezTo>
                    <a:pt x="9545" y="1233"/>
                    <a:pt x="9477" y="1305"/>
                    <a:pt x="9529" y="1361"/>
                  </a:cubicBezTo>
                  <a:cubicBezTo>
                    <a:pt x="9568" y="1404"/>
                    <a:pt x="9564" y="1520"/>
                    <a:pt x="9646" y="1573"/>
                  </a:cubicBezTo>
                  <a:cubicBezTo>
                    <a:pt x="9729" y="1627"/>
                    <a:pt x="9811" y="1446"/>
                    <a:pt x="9803" y="1318"/>
                  </a:cubicBezTo>
                  <a:cubicBezTo>
                    <a:pt x="9795" y="1191"/>
                    <a:pt x="10089" y="1074"/>
                    <a:pt x="10167" y="1020"/>
                  </a:cubicBezTo>
                  <a:cubicBezTo>
                    <a:pt x="10245" y="967"/>
                    <a:pt x="10116" y="744"/>
                    <a:pt x="10202" y="723"/>
                  </a:cubicBezTo>
                  <a:cubicBezTo>
                    <a:pt x="10288" y="702"/>
                    <a:pt x="10253" y="595"/>
                    <a:pt x="10147" y="553"/>
                  </a:cubicBezTo>
                  <a:cubicBezTo>
                    <a:pt x="10042" y="510"/>
                    <a:pt x="10085" y="265"/>
                    <a:pt x="10050" y="180"/>
                  </a:cubicBezTo>
                  <a:cubicBezTo>
                    <a:pt x="10014" y="95"/>
                    <a:pt x="9995" y="286"/>
                    <a:pt x="9858" y="361"/>
                  </a:cubicBezTo>
                  <a:cubicBezTo>
                    <a:pt x="9721" y="436"/>
                    <a:pt x="9654" y="531"/>
                    <a:pt x="9709" y="606"/>
                  </a:cubicBezTo>
                  <a:cubicBezTo>
                    <a:pt x="9764" y="680"/>
                    <a:pt x="9709" y="861"/>
                    <a:pt x="9650" y="850"/>
                  </a:cubicBezTo>
                  <a:cubicBezTo>
                    <a:pt x="9592" y="840"/>
                    <a:pt x="9580" y="1010"/>
                    <a:pt x="9654" y="1095"/>
                  </a:cubicBezTo>
                  <a:close/>
                  <a:moveTo>
                    <a:pt x="6762" y="6530"/>
                  </a:moveTo>
                  <a:cubicBezTo>
                    <a:pt x="6813" y="6551"/>
                    <a:pt x="6950" y="6476"/>
                    <a:pt x="6965" y="6402"/>
                  </a:cubicBezTo>
                  <a:cubicBezTo>
                    <a:pt x="6981" y="6327"/>
                    <a:pt x="6910" y="6242"/>
                    <a:pt x="6820" y="6242"/>
                  </a:cubicBezTo>
                  <a:cubicBezTo>
                    <a:pt x="6730" y="6242"/>
                    <a:pt x="6718" y="6511"/>
                    <a:pt x="6762" y="6530"/>
                  </a:cubicBezTo>
                  <a:close/>
                  <a:moveTo>
                    <a:pt x="6006" y="616"/>
                  </a:moveTo>
                  <a:cubicBezTo>
                    <a:pt x="6155" y="574"/>
                    <a:pt x="6151" y="350"/>
                    <a:pt x="6073" y="308"/>
                  </a:cubicBezTo>
                  <a:cubicBezTo>
                    <a:pt x="5995" y="265"/>
                    <a:pt x="5983" y="436"/>
                    <a:pt x="5944" y="425"/>
                  </a:cubicBezTo>
                  <a:cubicBezTo>
                    <a:pt x="5904" y="414"/>
                    <a:pt x="5757" y="492"/>
                    <a:pt x="5787" y="584"/>
                  </a:cubicBezTo>
                  <a:cubicBezTo>
                    <a:pt x="5822" y="691"/>
                    <a:pt x="5932" y="637"/>
                    <a:pt x="6006" y="616"/>
                  </a:cubicBezTo>
                  <a:close/>
                  <a:moveTo>
                    <a:pt x="343" y="16997"/>
                  </a:moveTo>
                  <a:cubicBezTo>
                    <a:pt x="325" y="17021"/>
                    <a:pt x="278" y="16973"/>
                    <a:pt x="263" y="16917"/>
                  </a:cubicBezTo>
                  <a:cubicBezTo>
                    <a:pt x="252" y="16872"/>
                    <a:pt x="215" y="16889"/>
                    <a:pt x="183" y="16898"/>
                  </a:cubicBezTo>
                  <a:cubicBezTo>
                    <a:pt x="190" y="16909"/>
                    <a:pt x="198" y="16925"/>
                    <a:pt x="204" y="16952"/>
                  </a:cubicBezTo>
                  <a:cubicBezTo>
                    <a:pt x="221" y="17037"/>
                    <a:pt x="133" y="17048"/>
                    <a:pt x="161" y="17149"/>
                  </a:cubicBezTo>
                  <a:cubicBezTo>
                    <a:pt x="188" y="17250"/>
                    <a:pt x="98" y="17255"/>
                    <a:pt x="98" y="17149"/>
                  </a:cubicBezTo>
                  <a:cubicBezTo>
                    <a:pt x="98" y="17042"/>
                    <a:pt x="4" y="17095"/>
                    <a:pt x="8" y="17164"/>
                  </a:cubicBezTo>
                  <a:cubicBezTo>
                    <a:pt x="9" y="17189"/>
                    <a:pt x="6" y="17220"/>
                    <a:pt x="0" y="17250"/>
                  </a:cubicBezTo>
                  <a:cubicBezTo>
                    <a:pt x="26" y="17274"/>
                    <a:pt x="55" y="17303"/>
                    <a:pt x="67" y="17316"/>
                  </a:cubicBezTo>
                  <a:cubicBezTo>
                    <a:pt x="85" y="17335"/>
                    <a:pt x="319" y="17402"/>
                    <a:pt x="411" y="17355"/>
                  </a:cubicBezTo>
                  <a:cubicBezTo>
                    <a:pt x="406" y="17309"/>
                    <a:pt x="416" y="17170"/>
                    <a:pt x="416" y="17117"/>
                  </a:cubicBezTo>
                  <a:cubicBezTo>
                    <a:pt x="416" y="17053"/>
                    <a:pt x="360" y="16973"/>
                    <a:pt x="343" y="169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3" name="Shape 3399"/>
            <p:cNvSpPr/>
            <p:nvPr/>
          </p:nvSpPr>
          <p:spPr>
            <a:xfrm>
              <a:off x="11753983" y="836724"/>
              <a:ext cx="9774869" cy="3395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544" extrusionOk="0">
                  <a:moveTo>
                    <a:pt x="21552" y="8410"/>
                  </a:moveTo>
                  <a:cubicBezTo>
                    <a:pt x="21513" y="8371"/>
                    <a:pt x="21388" y="8140"/>
                    <a:pt x="21356" y="8011"/>
                  </a:cubicBezTo>
                  <a:cubicBezTo>
                    <a:pt x="21325" y="7881"/>
                    <a:pt x="21174" y="7819"/>
                    <a:pt x="21174" y="7887"/>
                  </a:cubicBezTo>
                  <a:cubicBezTo>
                    <a:pt x="21174" y="7954"/>
                    <a:pt x="21125" y="7870"/>
                    <a:pt x="21114" y="7797"/>
                  </a:cubicBezTo>
                  <a:cubicBezTo>
                    <a:pt x="21102" y="7724"/>
                    <a:pt x="20943" y="7713"/>
                    <a:pt x="20941" y="7791"/>
                  </a:cubicBezTo>
                  <a:cubicBezTo>
                    <a:pt x="20939" y="7870"/>
                    <a:pt x="20979" y="7876"/>
                    <a:pt x="21002" y="7966"/>
                  </a:cubicBezTo>
                  <a:cubicBezTo>
                    <a:pt x="21026" y="8056"/>
                    <a:pt x="20971" y="8106"/>
                    <a:pt x="20982" y="8207"/>
                  </a:cubicBezTo>
                  <a:cubicBezTo>
                    <a:pt x="20994" y="8309"/>
                    <a:pt x="20924" y="8157"/>
                    <a:pt x="20898" y="8101"/>
                  </a:cubicBezTo>
                  <a:cubicBezTo>
                    <a:pt x="20873" y="8045"/>
                    <a:pt x="20885" y="7825"/>
                    <a:pt x="20893" y="7713"/>
                  </a:cubicBezTo>
                  <a:cubicBezTo>
                    <a:pt x="20900" y="7600"/>
                    <a:pt x="20848" y="7622"/>
                    <a:pt x="20842" y="7510"/>
                  </a:cubicBezTo>
                  <a:cubicBezTo>
                    <a:pt x="20836" y="7397"/>
                    <a:pt x="20660" y="7167"/>
                    <a:pt x="20585" y="7077"/>
                  </a:cubicBezTo>
                  <a:cubicBezTo>
                    <a:pt x="20511" y="6987"/>
                    <a:pt x="20415" y="6908"/>
                    <a:pt x="20390" y="6796"/>
                  </a:cubicBezTo>
                  <a:cubicBezTo>
                    <a:pt x="20364" y="6683"/>
                    <a:pt x="20231" y="6672"/>
                    <a:pt x="20180" y="6520"/>
                  </a:cubicBezTo>
                  <a:cubicBezTo>
                    <a:pt x="20129" y="6368"/>
                    <a:pt x="19906" y="6098"/>
                    <a:pt x="19810" y="6081"/>
                  </a:cubicBezTo>
                  <a:cubicBezTo>
                    <a:pt x="19715" y="6064"/>
                    <a:pt x="19736" y="5912"/>
                    <a:pt x="19689" y="5935"/>
                  </a:cubicBezTo>
                  <a:cubicBezTo>
                    <a:pt x="19642" y="5957"/>
                    <a:pt x="19441" y="5929"/>
                    <a:pt x="19378" y="5901"/>
                  </a:cubicBezTo>
                  <a:cubicBezTo>
                    <a:pt x="19315" y="5873"/>
                    <a:pt x="19302" y="6008"/>
                    <a:pt x="19257" y="5957"/>
                  </a:cubicBezTo>
                  <a:cubicBezTo>
                    <a:pt x="19212" y="5907"/>
                    <a:pt x="18979" y="5665"/>
                    <a:pt x="18951" y="5755"/>
                  </a:cubicBezTo>
                  <a:cubicBezTo>
                    <a:pt x="18924" y="5845"/>
                    <a:pt x="18936" y="5974"/>
                    <a:pt x="18908" y="5997"/>
                  </a:cubicBezTo>
                  <a:cubicBezTo>
                    <a:pt x="18881" y="6019"/>
                    <a:pt x="18908" y="6132"/>
                    <a:pt x="18973" y="6301"/>
                  </a:cubicBezTo>
                  <a:cubicBezTo>
                    <a:pt x="19038" y="6469"/>
                    <a:pt x="18998" y="6599"/>
                    <a:pt x="18940" y="6672"/>
                  </a:cubicBezTo>
                  <a:cubicBezTo>
                    <a:pt x="18881" y="6745"/>
                    <a:pt x="18787" y="6604"/>
                    <a:pt x="18758" y="6475"/>
                  </a:cubicBezTo>
                  <a:cubicBezTo>
                    <a:pt x="18728" y="6346"/>
                    <a:pt x="18648" y="6402"/>
                    <a:pt x="18629" y="6233"/>
                  </a:cubicBezTo>
                  <a:cubicBezTo>
                    <a:pt x="18609" y="6064"/>
                    <a:pt x="18652" y="6036"/>
                    <a:pt x="18691" y="6132"/>
                  </a:cubicBezTo>
                  <a:cubicBezTo>
                    <a:pt x="18730" y="6227"/>
                    <a:pt x="18783" y="6149"/>
                    <a:pt x="18789" y="6025"/>
                  </a:cubicBezTo>
                  <a:cubicBezTo>
                    <a:pt x="18795" y="5901"/>
                    <a:pt x="18683" y="5817"/>
                    <a:pt x="18623" y="5828"/>
                  </a:cubicBezTo>
                  <a:cubicBezTo>
                    <a:pt x="18562" y="5839"/>
                    <a:pt x="18529" y="6081"/>
                    <a:pt x="18466" y="6182"/>
                  </a:cubicBezTo>
                  <a:cubicBezTo>
                    <a:pt x="18404" y="6284"/>
                    <a:pt x="18161" y="6143"/>
                    <a:pt x="18135" y="6076"/>
                  </a:cubicBezTo>
                  <a:cubicBezTo>
                    <a:pt x="18110" y="6008"/>
                    <a:pt x="17771" y="6076"/>
                    <a:pt x="17736" y="6143"/>
                  </a:cubicBezTo>
                  <a:cubicBezTo>
                    <a:pt x="17701" y="6211"/>
                    <a:pt x="17727" y="6475"/>
                    <a:pt x="17709" y="6498"/>
                  </a:cubicBezTo>
                  <a:cubicBezTo>
                    <a:pt x="17691" y="6520"/>
                    <a:pt x="17674" y="6194"/>
                    <a:pt x="17674" y="6132"/>
                  </a:cubicBezTo>
                  <a:cubicBezTo>
                    <a:pt x="17674" y="6070"/>
                    <a:pt x="17633" y="6025"/>
                    <a:pt x="17572" y="6025"/>
                  </a:cubicBezTo>
                  <a:cubicBezTo>
                    <a:pt x="17511" y="6025"/>
                    <a:pt x="17476" y="6019"/>
                    <a:pt x="17501" y="5946"/>
                  </a:cubicBezTo>
                  <a:cubicBezTo>
                    <a:pt x="17527" y="5873"/>
                    <a:pt x="17478" y="5800"/>
                    <a:pt x="17525" y="5704"/>
                  </a:cubicBezTo>
                  <a:cubicBezTo>
                    <a:pt x="17572" y="5609"/>
                    <a:pt x="17439" y="5311"/>
                    <a:pt x="17310" y="5164"/>
                  </a:cubicBezTo>
                  <a:cubicBezTo>
                    <a:pt x="17181" y="5018"/>
                    <a:pt x="16887" y="5102"/>
                    <a:pt x="16809" y="5170"/>
                  </a:cubicBezTo>
                  <a:cubicBezTo>
                    <a:pt x="16731" y="5237"/>
                    <a:pt x="16574" y="5215"/>
                    <a:pt x="16500" y="5221"/>
                  </a:cubicBezTo>
                  <a:cubicBezTo>
                    <a:pt x="16425" y="5226"/>
                    <a:pt x="16486" y="5136"/>
                    <a:pt x="16465" y="5035"/>
                  </a:cubicBezTo>
                  <a:cubicBezTo>
                    <a:pt x="16443" y="4934"/>
                    <a:pt x="16316" y="4810"/>
                    <a:pt x="16298" y="4894"/>
                  </a:cubicBezTo>
                  <a:cubicBezTo>
                    <a:pt x="16281" y="4979"/>
                    <a:pt x="16247" y="4894"/>
                    <a:pt x="16247" y="4832"/>
                  </a:cubicBezTo>
                  <a:cubicBezTo>
                    <a:pt x="16247" y="4771"/>
                    <a:pt x="16128" y="4647"/>
                    <a:pt x="16081" y="4675"/>
                  </a:cubicBezTo>
                  <a:cubicBezTo>
                    <a:pt x="16034" y="4703"/>
                    <a:pt x="16013" y="4551"/>
                    <a:pt x="16067" y="4551"/>
                  </a:cubicBezTo>
                  <a:cubicBezTo>
                    <a:pt x="16122" y="4551"/>
                    <a:pt x="16216" y="4585"/>
                    <a:pt x="16175" y="4405"/>
                  </a:cubicBezTo>
                  <a:cubicBezTo>
                    <a:pt x="16134" y="4225"/>
                    <a:pt x="15782" y="4169"/>
                    <a:pt x="15748" y="4202"/>
                  </a:cubicBezTo>
                  <a:cubicBezTo>
                    <a:pt x="15715" y="4236"/>
                    <a:pt x="15746" y="4365"/>
                    <a:pt x="15670" y="4574"/>
                  </a:cubicBezTo>
                  <a:cubicBezTo>
                    <a:pt x="15594" y="4782"/>
                    <a:pt x="15519" y="4641"/>
                    <a:pt x="15529" y="4540"/>
                  </a:cubicBezTo>
                  <a:cubicBezTo>
                    <a:pt x="15539" y="4439"/>
                    <a:pt x="15633" y="4456"/>
                    <a:pt x="15633" y="4354"/>
                  </a:cubicBezTo>
                  <a:cubicBezTo>
                    <a:pt x="15633" y="4253"/>
                    <a:pt x="15504" y="4309"/>
                    <a:pt x="15484" y="4225"/>
                  </a:cubicBezTo>
                  <a:cubicBezTo>
                    <a:pt x="15465" y="4141"/>
                    <a:pt x="15512" y="4084"/>
                    <a:pt x="15558" y="4124"/>
                  </a:cubicBezTo>
                  <a:cubicBezTo>
                    <a:pt x="15605" y="4163"/>
                    <a:pt x="15688" y="4186"/>
                    <a:pt x="15692" y="4124"/>
                  </a:cubicBezTo>
                  <a:cubicBezTo>
                    <a:pt x="15696" y="4062"/>
                    <a:pt x="15643" y="4051"/>
                    <a:pt x="15564" y="4011"/>
                  </a:cubicBezTo>
                  <a:cubicBezTo>
                    <a:pt x="15486" y="3972"/>
                    <a:pt x="15296" y="3842"/>
                    <a:pt x="15197" y="3871"/>
                  </a:cubicBezTo>
                  <a:cubicBezTo>
                    <a:pt x="15097" y="3899"/>
                    <a:pt x="15052" y="3764"/>
                    <a:pt x="14997" y="3752"/>
                  </a:cubicBezTo>
                  <a:cubicBezTo>
                    <a:pt x="14942" y="3741"/>
                    <a:pt x="14942" y="3837"/>
                    <a:pt x="14968" y="3927"/>
                  </a:cubicBezTo>
                  <a:cubicBezTo>
                    <a:pt x="14993" y="4017"/>
                    <a:pt x="14915" y="4073"/>
                    <a:pt x="14850" y="4045"/>
                  </a:cubicBezTo>
                  <a:cubicBezTo>
                    <a:pt x="14786" y="4017"/>
                    <a:pt x="14692" y="4146"/>
                    <a:pt x="14729" y="4281"/>
                  </a:cubicBezTo>
                  <a:cubicBezTo>
                    <a:pt x="14766" y="4416"/>
                    <a:pt x="14803" y="4242"/>
                    <a:pt x="14835" y="4287"/>
                  </a:cubicBezTo>
                  <a:cubicBezTo>
                    <a:pt x="14866" y="4332"/>
                    <a:pt x="14752" y="4427"/>
                    <a:pt x="14799" y="4489"/>
                  </a:cubicBezTo>
                  <a:cubicBezTo>
                    <a:pt x="14846" y="4551"/>
                    <a:pt x="14838" y="4681"/>
                    <a:pt x="14840" y="4748"/>
                  </a:cubicBezTo>
                  <a:cubicBezTo>
                    <a:pt x="14842" y="4815"/>
                    <a:pt x="14762" y="4849"/>
                    <a:pt x="14733" y="4748"/>
                  </a:cubicBezTo>
                  <a:cubicBezTo>
                    <a:pt x="14703" y="4647"/>
                    <a:pt x="14662" y="4737"/>
                    <a:pt x="14608" y="4726"/>
                  </a:cubicBezTo>
                  <a:cubicBezTo>
                    <a:pt x="14553" y="4714"/>
                    <a:pt x="14512" y="4787"/>
                    <a:pt x="14570" y="4810"/>
                  </a:cubicBezTo>
                  <a:cubicBezTo>
                    <a:pt x="14629" y="4832"/>
                    <a:pt x="14649" y="4939"/>
                    <a:pt x="14570" y="4962"/>
                  </a:cubicBezTo>
                  <a:cubicBezTo>
                    <a:pt x="14492" y="4984"/>
                    <a:pt x="14512" y="4754"/>
                    <a:pt x="14465" y="4782"/>
                  </a:cubicBezTo>
                  <a:cubicBezTo>
                    <a:pt x="14418" y="4810"/>
                    <a:pt x="14316" y="4675"/>
                    <a:pt x="14261" y="4681"/>
                  </a:cubicBezTo>
                  <a:cubicBezTo>
                    <a:pt x="14206" y="4686"/>
                    <a:pt x="14181" y="4810"/>
                    <a:pt x="14109" y="4827"/>
                  </a:cubicBezTo>
                  <a:cubicBezTo>
                    <a:pt x="14036" y="4844"/>
                    <a:pt x="13938" y="4720"/>
                    <a:pt x="13909" y="4607"/>
                  </a:cubicBezTo>
                  <a:cubicBezTo>
                    <a:pt x="13880" y="4495"/>
                    <a:pt x="13870" y="4461"/>
                    <a:pt x="13835" y="4591"/>
                  </a:cubicBezTo>
                  <a:cubicBezTo>
                    <a:pt x="13799" y="4720"/>
                    <a:pt x="13797" y="4967"/>
                    <a:pt x="13762" y="4984"/>
                  </a:cubicBezTo>
                  <a:cubicBezTo>
                    <a:pt x="13727" y="5001"/>
                    <a:pt x="13713" y="5221"/>
                    <a:pt x="13678" y="5277"/>
                  </a:cubicBezTo>
                  <a:cubicBezTo>
                    <a:pt x="13643" y="5333"/>
                    <a:pt x="13641" y="5192"/>
                    <a:pt x="13596" y="5204"/>
                  </a:cubicBezTo>
                  <a:cubicBezTo>
                    <a:pt x="13551" y="5215"/>
                    <a:pt x="13406" y="4810"/>
                    <a:pt x="13398" y="4692"/>
                  </a:cubicBezTo>
                  <a:cubicBezTo>
                    <a:pt x="13390" y="4574"/>
                    <a:pt x="13300" y="4349"/>
                    <a:pt x="13277" y="4304"/>
                  </a:cubicBezTo>
                  <a:cubicBezTo>
                    <a:pt x="13254" y="4259"/>
                    <a:pt x="13300" y="4236"/>
                    <a:pt x="13330" y="4309"/>
                  </a:cubicBezTo>
                  <a:cubicBezTo>
                    <a:pt x="13359" y="4382"/>
                    <a:pt x="13396" y="4382"/>
                    <a:pt x="13426" y="4338"/>
                  </a:cubicBezTo>
                  <a:cubicBezTo>
                    <a:pt x="13455" y="4292"/>
                    <a:pt x="13451" y="4084"/>
                    <a:pt x="13400" y="4079"/>
                  </a:cubicBezTo>
                  <a:cubicBezTo>
                    <a:pt x="13349" y="4073"/>
                    <a:pt x="13369" y="3949"/>
                    <a:pt x="13394" y="3927"/>
                  </a:cubicBezTo>
                  <a:cubicBezTo>
                    <a:pt x="13420" y="3904"/>
                    <a:pt x="13336" y="3685"/>
                    <a:pt x="13367" y="3663"/>
                  </a:cubicBezTo>
                  <a:cubicBezTo>
                    <a:pt x="13398" y="3640"/>
                    <a:pt x="13385" y="3544"/>
                    <a:pt x="13342" y="3527"/>
                  </a:cubicBezTo>
                  <a:cubicBezTo>
                    <a:pt x="13299" y="3511"/>
                    <a:pt x="13254" y="3409"/>
                    <a:pt x="13252" y="3347"/>
                  </a:cubicBezTo>
                  <a:cubicBezTo>
                    <a:pt x="13250" y="3286"/>
                    <a:pt x="13068" y="3263"/>
                    <a:pt x="13075" y="3353"/>
                  </a:cubicBezTo>
                  <a:cubicBezTo>
                    <a:pt x="13083" y="3443"/>
                    <a:pt x="13017" y="3415"/>
                    <a:pt x="13027" y="3342"/>
                  </a:cubicBezTo>
                  <a:cubicBezTo>
                    <a:pt x="13036" y="3269"/>
                    <a:pt x="12962" y="3291"/>
                    <a:pt x="12876" y="3224"/>
                  </a:cubicBezTo>
                  <a:cubicBezTo>
                    <a:pt x="12790" y="3156"/>
                    <a:pt x="12788" y="2982"/>
                    <a:pt x="12758" y="2971"/>
                  </a:cubicBezTo>
                  <a:cubicBezTo>
                    <a:pt x="12729" y="2959"/>
                    <a:pt x="12739" y="3212"/>
                    <a:pt x="12696" y="3156"/>
                  </a:cubicBezTo>
                  <a:cubicBezTo>
                    <a:pt x="12653" y="3100"/>
                    <a:pt x="12606" y="3207"/>
                    <a:pt x="12629" y="3353"/>
                  </a:cubicBezTo>
                  <a:cubicBezTo>
                    <a:pt x="12653" y="3499"/>
                    <a:pt x="12631" y="3522"/>
                    <a:pt x="12627" y="3640"/>
                  </a:cubicBezTo>
                  <a:cubicBezTo>
                    <a:pt x="12623" y="3758"/>
                    <a:pt x="12600" y="3707"/>
                    <a:pt x="12549" y="3657"/>
                  </a:cubicBezTo>
                  <a:cubicBezTo>
                    <a:pt x="12498" y="3606"/>
                    <a:pt x="12498" y="3781"/>
                    <a:pt x="12389" y="3702"/>
                  </a:cubicBezTo>
                  <a:cubicBezTo>
                    <a:pt x="12279" y="3623"/>
                    <a:pt x="12230" y="3707"/>
                    <a:pt x="12211" y="3606"/>
                  </a:cubicBezTo>
                  <a:cubicBezTo>
                    <a:pt x="12191" y="3505"/>
                    <a:pt x="12158" y="3494"/>
                    <a:pt x="12154" y="3578"/>
                  </a:cubicBezTo>
                  <a:cubicBezTo>
                    <a:pt x="12150" y="3663"/>
                    <a:pt x="11982" y="3629"/>
                    <a:pt x="11968" y="3505"/>
                  </a:cubicBezTo>
                  <a:cubicBezTo>
                    <a:pt x="11954" y="3381"/>
                    <a:pt x="11997" y="3359"/>
                    <a:pt x="12023" y="3325"/>
                  </a:cubicBezTo>
                  <a:cubicBezTo>
                    <a:pt x="12048" y="3291"/>
                    <a:pt x="11995" y="3241"/>
                    <a:pt x="11903" y="3257"/>
                  </a:cubicBezTo>
                  <a:cubicBezTo>
                    <a:pt x="11811" y="3274"/>
                    <a:pt x="11753" y="3123"/>
                    <a:pt x="11659" y="3150"/>
                  </a:cubicBezTo>
                  <a:cubicBezTo>
                    <a:pt x="11565" y="3179"/>
                    <a:pt x="11356" y="3235"/>
                    <a:pt x="11326" y="3274"/>
                  </a:cubicBezTo>
                  <a:cubicBezTo>
                    <a:pt x="11297" y="3314"/>
                    <a:pt x="11354" y="3465"/>
                    <a:pt x="11309" y="3477"/>
                  </a:cubicBezTo>
                  <a:cubicBezTo>
                    <a:pt x="11264" y="3488"/>
                    <a:pt x="11295" y="3229"/>
                    <a:pt x="11287" y="3106"/>
                  </a:cubicBezTo>
                  <a:cubicBezTo>
                    <a:pt x="11279" y="2982"/>
                    <a:pt x="11211" y="2965"/>
                    <a:pt x="11220" y="3061"/>
                  </a:cubicBezTo>
                  <a:cubicBezTo>
                    <a:pt x="11230" y="3156"/>
                    <a:pt x="11113" y="3190"/>
                    <a:pt x="11084" y="3117"/>
                  </a:cubicBezTo>
                  <a:cubicBezTo>
                    <a:pt x="11054" y="3044"/>
                    <a:pt x="11007" y="2948"/>
                    <a:pt x="10931" y="2892"/>
                  </a:cubicBezTo>
                  <a:cubicBezTo>
                    <a:pt x="10855" y="2836"/>
                    <a:pt x="10761" y="3072"/>
                    <a:pt x="10782" y="3139"/>
                  </a:cubicBezTo>
                  <a:cubicBezTo>
                    <a:pt x="10804" y="3207"/>
                    <a:pt x="10860" y="3156"/>
                    <a:pt x="10862" y="3201"/>
                  </a:cubicBezTo>
                  <a:cubicBezTo>
                    <a:pt x="10866" y="3294"/>
                    <a:pt x="10700" y="3257"/>
                    <a:pt x="10700" y="3336"/>
                  </a:cubicBezTo>
                  <a:cubicBezTo>
                    <a:pt x="10700" y="3415"/>
                    <a:pt x="10545" y="3522"/>
                    <a:pt x="10498" y="3539"/>
                  </a:cubicBezTo>
                  <a:cubicBezTo>
                    <a:pt x="10370" y="3585"/>
                    <a:pt x="10342" y="3584"/>
                    <a:pt x="10281" y="3730"/>
                  </a:cubicBezTo>
                  <a:cubicBezTo>
                    <a:pt x="10221" y="3876"/>
                    <a:pt x="10268" y="3601"/>
                    <a:pt x="10315" y="3465"/>
                  </a:cubicBezTo>
                  <a:cubicBezTo>
                    <a:pt x="10362" y="3331"/>
                    <a:pt x="10410" y="3387"/>
                    <a:pt x="10438" y="3280"/>
                  </a:cubicBezTo>
                  <a:cubicBezTo>
                    <a:pt x="10465" y="3173"/>
                    <a:pt x="10508" y="3184"/>
                    <a:pt x="10583" y="3150"/>
                  </a:cubicBezTo>
                  <a:cubicBezTo>
                    <a:pt x="10657" y="3117"/>
                    <a:pt x="10653" y="2993"/>
                    <a:pt x="10688" y="2948"/>
                  </a:cubicBezTo>
                  <a:cubicBezTo>
                    <a:pt x="10724" y="2903"/>
                    <a:pt x="10810" y="2807"/>
                    <a:pt x="10825" y="2706"/>
                  </a:cubicBezTo>
                  <a:cubicBezTo>
                    <a:pt x="10841" y="2605"/>
                    <a:pt x="11017" y="2436"/>
                    <a:pt x="11052" y="2442"/>
                  </a:cubicBezTo>
                  <a:cubicBezTo>
                    <a:pt x="11087" y="2447"/>
                    <a:pt x="11095" y="2239"/>
                    <a:pt x="11115" y="2239"/>
                  </a:cubicBezTo>
                  <a:cubicBezTo>
                    <a:pt x="11134" y="2239"/>
                    <a:pt x="11236" y="2110"/>
                    <a:pt x="11275" y="2059"/>
                  </a:cubicBezTo>
                  <a:cubicBezTo>
                    <a:pt x="11314" y="2009"/>
                    <a:pt x="11334" y="1902"/>
                    <a:pt x="11336" y="1829"/>
                  </a:cubicBezTo>
                  <a:cubicBezTo>
                    <a:pt x="11338" y="1756"/>
                    <a:pt x="11283" y="1767"/>
                    <a:pt x="11277" y="1699"/>
                  </a:cubicBezTo>
                  <a:cubicBezTo>
                    <a:pt x="11271" y="1632"/>
                    <a:pt x="11303" y="1677"/>
                    <a:pt x="11344" y="1632"/>
                  </a:cubicBezTo>
                  <a:cubicBezTo>
                    <a:pt x="11385" y="1587"/>
                    <a:pt x="11344" y="1429"/>
                    <a:pt x="11311" y="1457"/>
                  </a:cubicBezTo>
                  <a:cubicBezTo>
                    <a:pt x="11277" y="1486"/>
                    <a:pt x="11328" y="1373"/>
                    <a:pt x="11299" y="1272"/>
                  </a:cubicBezTo>
                  <a:cubicBezTo>
                    <a:pt x="11269" y="1170"/>
                    <a:pt x="11211" y="1334"/>
                    <a:pt x="11213" y="1227"/>
                  </a:cubicBezTo>
                  <a:cubicBezTo>
                    <a:pt x="11215" y="1120"/>
                    <a:pt x="11209" y="985"/>
                    <a:pt x="11185" y="917"/>
                  </a:cubicBezTo>
                  <a:cubicBezTo>
                    <a:pt x="11162" y="850"/>
                    <a:pt x="11119" y="1035"/>
                    <a:pt x="11070" y="929"/>
                  </a:cubicBezTo>
                  <a:cubicBezTo>
                    <a:pt x="11021" y="822"/>
                    <a:pt x="10878" y="754"/>
                    <a:pt x="10878" y="799"/>
                  </a:cubicBezTo>
                  <a:cubicBezTo>
                    <a:pt x="10878" y="844"/>
                    <a:pt x="10810" y="732"/>
                    <a:pt x="10796" y="777"/>
                  </a:cubicBezTo>
                  <a:cubicBezTo>
                    <a:pt x="10782" y="822"/>
                    <a:pt x="10669" y="816"/>
                    <a:pt x="10633" y="788"/>
                  </a:cubicBezTo>
                  <a:cubicBezTo>
                    <a:pt x="10598" y="760"/>
                    <a:pt x="10549" y="827"/>
                    <a:pt x="10547" y="929"/>
                  </a:cubicBezTo>
                  <a:cubicBezTo>
                    <a:pt x="10545" y="1030"/>
                    <a:pt x="10407" y="990"/>
                    <a:pt x="10381" y="974"/>
                  </a:cubicBezTo>
                  <a:cubicBezTo>
                    <a:pt x="10356" y="957"/>
                    <a:pt x="10477" y="670"/>
                    <a:pt x="10477" y="619"/>
                  </a:cubicBezTo>
                  <a:cubicBezTo>
                    <a:pt x="10477" y="569"/>
                    <a:pt x="10272" y="630"/>
                    <a:pt x="10260" y="574"/>
                  </a:cubicBezTo>
                  <a:cubicBezTo>
                    <a:pt x="10248" y="518"/>
                    <a:pt x="10148" y="501"/>
                    <a:pt x="10103" y="507"/>
                  </a:cubicBezTo>
                  <a:cubicBezTo>
                    <a:pt x="10058" y="512"/>
                    <a:pt x="10101" y="473"/>
                    <a:pt x="10142" y="462"/>
                  </a:cubicBezTo>
                  <a:cubicBezTo>
                    <a:pt x="10183" y="450"/>
                    <a:pt x="10221" y="349"/>
                    <a:pt x="10266" y="327"/>
                  </a:cubicBezTo>
                  <a:cubicBezTo>
                    <a:pt x="10311" y="304"/>
                    <a:pt x="10301" y="259"/>
                    <a:pt x="10281" y="180"/>
                  </a:cubicBezTo>
                  <a:cubicBezTo>
                    <a:pt x="10262" y="102"/>
                    <a:pt x="10215" y="141"/>
                    <a:pt x="10170" y="102"/>
                  </a:cubicBezTo>
                  <a:cubicBezTo>
                    <a:pt x="10125" y="63"/>
                    <a:pt x="10070" y="6"/>
                    <a:pt x="10031" y="1"/>
                  </a:cubicBezTo>
                  <a:cubicBezTo>
                    <a:pt x="9992" y="-5"/>
                    <a:pt x="9949" y="57"/>
                    <a:pt x="9857" y="107"/>
                  </a:cubicBezTo>
                  <a:cubicBezTo>
                    <a:pt x="9765" y="158"/>
                    <a:pt x="9757" y="361"/>
                    <a:pt x="9710" y="422"/>
                  </a:cubicBezTo>
                  <a:cubicBezTo>
                    <a:pt x="9663" y="484"/>
                    <a:pt x="9581" y="732"/>
                    <a:pt x="9620" y="754"/>
                  </a:cubicBezTo>
                  <a:cubicBezTo>
                    <a:pt x="9659" y="777"/>
                    <a:pt x="9639" y="844"/>
                    <a:pt x="9645" y="917"/>
                  </a:cubicBezTo>
                  <a:cubicBezTo>
                    <a:pt x="9651" y="990"/>
                    <a:pt x="9616" y="1007"/>
                    <a:pt x="9571" y="985"/>
                  </a:cubicBezTo>
                  <a:cubicBezTo>
                    <a:pt x="9526" y="962"/>
                    <a:pt x="9368" y="968"/>
                    <a:pt x="9369" y="1064"/>
                  </a:cubicBezTo>
                  <a:cubicBezTo>
                    <a:pt x="9371" y="1159"/>
                    <a:pt x="9462" y="1204"/>
                    <a:pt x="9456" y="1255"/>
                  </a:cubicBezTo>
                  <a:cubicBezTo>
                    <a:pt x="9450" y="1305"/>
                    <a:pt x="9387" y="1249"/>
                    <a:pt x="9356" y="1199"/>
                  </a:cubicBezTo>
                  <a:cubicBezTo>
                    <a:pt x="9325" y="1148"/>
                    <a:pt x="9254" y="1176"/>
                    <a:pt x="9240" y="1272"/>
                  </a:cubicBezTo>
                  <a:cubicBezTo>
                    <a:pt x="9227" y="1367"/>
                    <a:pt x="9172" y="1345"/>
                    <a:pt x="9154" y="1322"/>
                  </a:cubicBezTo>
                  <a:cubicBezTo>
                    <a:pt x="9137" y="1300"/>
                    <a:pt x="9097" y="1367"/>
                    <a:pt x="9068" y="1339"/>
                  </a:cubicBezTo>
                  <a:cubicBezTo>
                    <a:pt x="9039" y="1311"/>
                    <a:pt x="9127" y="1187"/>
                    <a:pt x="9105" y="1125"/>
                  </a:cubicBezTo>
                  <a:cubicBezTo>
                    <a:pt x="9084" y="1064"/>
                    <a:pt x="8990" y="1120"/>
                    <a:pt x="8980" y="1221"/>
                  </a:cubicBezTo>
                  <a:cubicBezTo>
                    <a:pt x="8970" y="1322"/>
                    <a:pt x="8914" y="1148"/>
                    <a:pt x="8892" y="1182"/>
                  </a:cubicBezTo>
                  <a:cubicBezTo>
                    <a:pt x="8871" y="1216"/>
                    <a:pt x="8847" y="1255"/>
                    <a:pt x="8806" y="1305"/>
                  </a:cubicBezTo>
                  <a:cubicBezTo>
                    <a:pt x="8765" y="1356"/>
                    <a:pt x="8694" y="1249"/>
                    <a:pt x="8679" y="1339"/>
                  </a:cubicBezTo>
                  <a:cubicBezTo>
                    <a:pt x="8663" y="1429"/>
                    <a:pt x="8757" y="1457"/>
                    <a:pt x="8759" y="1497"/>
                  </a:cubicBezTo>
                  <a:cubicBezTo>
                    <a:pt x="8761" y="1536"/>
                    <a:pt x="8546" y="1530"/>
                    <a:pt x="8540" y="1592"/>
                  </a:cubicBezTo>
                  <a:cubicBezTo>
                    <a:pt x="8534" y="1654"/>
                    <a:pt x="8462" y="1654"/>
                    <a:pt x="8373" y="1660"/>
                  </a:cubicBezTo>
                  <a:cubicBezTo>
                    <a:pt x="8285" y="1666"/>
                    <a:pt x="8321" y="1789"/>
                    <a:pt x="8250" y="1829"/>
                  </a:cubicBezTo>
                  <a:cubicBezTo>
                    <a:pt x="8180" y="1868"/>
                    <a:pt x="8148" y="1874"/>
                    <a:pt x="8125" y="1975"/>
                  </a:cubicBezTo>
                  <a:cubicBezTo>
                    <a:pt x="8102" y="2076"/>
                    <a:pt x="8047" y="2093"/>
                    <a:pt x="8023" y="2014"/>
                  </a:cubicBezTo>
                  <a:cubicBezTo>
                    <a:pt x="8000" y="1936"/>
                    <a:pt x="7935" y="2054"/>
                    <a:pt x="7970" y="2065"/>
                  </a:cubicBezTo>
                  <a:cubicBezTo>
                    <a:pt x="8006" y="2076"/>
                    <a:pt x="7972" y="2177"/>
                    <a:pt x="7951" y="2155"/>
                  </a:cubicBezTo>
                  <a:cubicBezTo>
                    <a:pt x="7929" y="2132"/>
                    <a:pt x="7867" y="2262"/>
                    <a:pt x="7902" y="2250"/>
                  </a:cubicBezTo>
                  <a:cubicBezTo>
                    <a:pt x="7937" y="2239"/>
                    <a:pt x="7955" y="2324"/>
                    <a:pt x="7937" y="2386"/>
                  </a:cubicBezTo>
                  <a:cubicBezTo>
                    <a:pt x="7920" y="2447"/>
                    <a:pt x="7843" y="2312"/>
                    <a:pt x="7824" y="2369"/>
                  </a:cubicBezTo>
                  <a:cubicBezTo>
                    <a:pt x="7804" y="2425"/>
                    <a:pt x="7861" y="2498"/>
                    <a:pt x="7896" y="2487"/>
                  </a:cubicBezTo>
                  <a:cubicBezTo>
                    <a:pt x="7931" y="2476"/>
                    <a:pt x="7951" y="2543"/>
                    <a:pt x="7955" y="2616"/>
                  </a:cubicBezTo>
                  <a:cubicBezTo>
                    <a:pt x="7959" y="2689"/>
                    <a:pt x="7873" y="2571"/>
                    <a:pt x="7855" y="2633"/>
                  </a:cubicBezTo>
                  <a:cubicBezTo>
                    <a:pt x="7837" y="2695"/>
                    <a:pt x="7869" y="2723"/>
                    <a:pt x="7906" y="2734"/>
                  </a:cubicBezTo>
                  <a:cubicBezTo>
                    <a:pt x="7943" y="2745"/>
                    <a:pt x="7916" y="2785"/>
                    <a:pt x="7949" y="2869"/>
                  </a:cubicBezTo>
                  <a:cubicBezTo>
                    <a:pt x="7951" y="2876"/>
                    <a:pt x="7954" y="2882"/>
                    <a:pt x="7955" y="2888"/>
                  </a:cubicBezTo>
                  <a:cubicBezTo>
                    <a:pt x="7975" y="2957"/>
                    <a:pt x="7937" y="2982"/>
                    <a:pt x="7941" y="3049"/>
                  </a:cubicBezTo>
                  <a:cubicBezTo>
                    <a:pt x="7945" y="3123"/>
                    <a:pt x="7904" y="3150"/>
                    <a:pt x="7904" y="3083"/>
                  </a:cubicBezTo>
                  <a:cubicBezTo>
                    <a:pt x="7904" y="3015"/>
                    <a:pt x="7800" y="2993"/>
                    <a:pt x="7779" y="3066"/>
                  </a:cubicBezTo>
                  <a:cubicBezTo>
                    <a:pt x="7757" y="3139"/>
                    <a:pt x="7742" y="3195"/>
                    <a:pt x="7716" y="3128"/>
                  </a:cubicBezTo>
                  <a:cubicBezTo>
                    <a:pt x="7691" y="3061"/>
                    <a:pt x="7616" y="3145"/>
                    <a:pt x="7520" y="3156"/>
                  </a:cubicBezTo>
                  <a:cubicBezTo>
                    <a:pt x="7425" y="3167"/>
                    <a:pt x="7227" y="3190"/>
                    <a:pt x="7178" y="3241"/>
                  </a:cubicBezTo>
                  <a:cubicBezTo>
                    <a:pt x="7129" y="3291"/>
                    <a:pt x="7088" y="3488"/>
                    <a:pt x="7133" y="3617"/>
                  </a:cubicBezTo>
                  <a:cubicBezTo>
                    <a:pt x="7178" y="3747"/>
                    <a:pt x="7135" y="3803"/>
                    <a:pt x="7135" y="3887"/>
                  </a:cubicBezTo>
                  <a:cubicBezTo>
                    <a:pt x="7135" y="3972"/>
                    <a:pt x="7252" y="4146"/>
                    <a:pt x="7315" y="4163"/>
                  </a:cubicBezTo>
                  <a:cubicBezTo>
                    <a:pt x="7378" y="4180"/>
                    <a:pt x="7428" y="4399"/>
                    <a:pt x="7391" y="4534"/>
                  </a:cubicBezTo>
                  <a:cubicBezTo>
                    <a:pt x="7354" y="4669"/>
                    <a:pt x="7241" y="4495"/>
                    <a:pt x="7166" y="4326"/>
                  </a:cubicBezTo>
                  <a:cubicBezTo>
                    <a:pt x="7092" y="4157"/>
                    <a:pt x="6920" y="4090"/>
                    <a:pt x="6863" y="4101"/>
                  </a:cubicBezTo>
                  <a:cubicBezTo>
                    <a:pt x="6806" y="4112"/>
                    <a:pt x="6839" y="3955"/>
                    <a:pt x="6767" y="3960"/>
                  </a:cubicBezTo>
                  <a:cubicBezTo>
                    <a:pt x="6695" y="3966"/>
                    <a:pt x="6634" y="4152"/>
                    <a:pt x="6683" y="4152"/>
                  </a:cubicBezTo>
                  <a:cubicBezTo>
                    <a:pt x="6732" y="4152"/>
                    <a:pt x="6763" y="4141"/>
                    <a:pt x="6738" y="4208"/>
                  </a:cubicBezTo>
                  <a:cubicBezTo>
                    <a:pt x="6712" y="4275"/>
                    <a:pt x="6751" y="4259"/>
                    <a:pt x="6810" y="4332"/>
                  </a:cubicBezTo>
                  <a:cubicBezTo>
                    <a:pt x="6869" y="4405"/>
                    <a:pt x="6761" y="4506"/>
                    <a:pt x="6700" y="4388"/>
                  </a:cubicBezTo>
                  <a:cubicBezTo>
                    <a:pt x="6640" y="4270"/>
                    <a:pt x="6575" y="4382"/>
                    <a:pt x="6558" y="4473"/>
                  </a:cubicBezTo>
                  <a:cubicBezTo>
                    <a:pt x="6540" y="4562"/>
                    <a:pt x="6628" y="4821"/>
                    <a:pt x="6734" y="4866"/>
                  </a:cubicBezTo>
                  <a:cubicBezTo>
                    <a:pt x="6839" y="4911"/>
                    <a:pt x="6804" y="5007"/>
                    <a:pt x="6853" y="5057"/>
                  </a:cubicBezTo>
                  <a:cubicBezTo>
                    <a:pt x="6902" y="5108"/>
                    <a:pt x="6867" y="5164"/>
                    <a:pt x="6834" y="5170"/>
                  </a:cubicBezTo>
                  <a:cubicBezTo>
                    <a:pt x="6800" y="5176"/>
                    <a:pt x="6734" y="5024"/>
                    <a:pt x="6681" y="4945"/>
                  </a:cubicBezTo>
                  <a:cubicBezTo>
                    <a:pt x="6628" y="4866"/>
                    <a:pt x="6485" y="4979"/>
                    <a:pt x="6456" y="4889"/>
                  </a:cubicBezTo>
                  <a:cubicBezTo>
                    <a:pt x="6427" y="4799"/>
                    <a:pt x="6476" y="4709"/>
                    <a:pt x="6448" y="4641"/>
                  </a:cubicBezTo>
                  <a:cubicBezTo>
                    <a:pt x="6421" y="4574"/>
                    <a:pt x="6444" y="4422"/>
                    <a:pt x="6479" y="4264"/>
                  </a:cubicBezTo>
                  <a:cubicBezTo>
                    <a:pt x="6515" y="4107"/>
                    <a:pt x="6474" y="3837"/>
                    <a:pt x="6423" y="3792"/>
                  </a:cubicBezTo>
                  <a:cubicBezTo>
                    <a:pt x="6372" y="3747"/>
                    <a:pt x="6376" y="3899"/>
                    <a:pt x="6387" y="3944"/>
                  </a:cubicBezTo>
                  <a:cubicBezTo>
                    <a:pt x="6399" y="3989"/>
                    <a:pt x="6393" y="4202"/>
                    <a:pt x="6354" y="4343"/>
                  </a:cubicBezTo>
                  <a:cubicBezTo>
                    <a:pt x="6315" y="4484"/>
                    <a:pt x="6196" y="4484"/>
                    <a:pt x="6196" y="4579"/>
                  </a:cubicBezTo>
                  <a:cubicBezTo>
                    <a:pt x="6196" y="4675"/>
                    <a:pt x="6115" y="4748"/>
                    <a:pt x="6143" y="4815"/>
                  </a:cubicBezTo>
                  <a:cubicBezTo>
                    <a:pt x="6170" y="4883"/>
                    <a:pt x="6278" y="5232"/>
                    <a:pt x="6294" y="5339"/>
                  </a:cubicBezTo>
                  <a:cubicBezTo>
                    <a:pt x="6309" y="5445"/>
                    <a:pt x="6198" y="5783"/>
                    <a:pt x="6215" y="5980"/>
                  </a:cubicBezTo>
                  <a:cubicBezTo>
                    <a:pt x="6233" y="6177"/>
                    <a:pt x="6200" y="6267"/>
                    <a:pt x="6221" y="6363"/>
                  </a:cubicBezTo>
                  <a:cubicBezTo>
                    <a:pt x="6243" y="6458"/>
                    <a:pt x="6291" y="6374"/>
                    <a:pt x="6323" y="6413"/>
                  </a:cubicBezTo>
                  <a:cubicBezTo>
                    <a:pt x="6354" y="6453"/>
                    <a:pt x="6405" y="6357"/>
                    <a:pt x="6477" y="6317"/>
                  </a:cubicBezTo>
                  <a:cubicBezTo>
                    <a:pt x="6550" y="6278"/>
                    <a:pt x="6683" y="6498"/>
                    <a:pt x="6732" y="6565"/>
                  </a:cubicBezTo>
                  <a:cubicBezTo>
                    <a:pt x="6781" y="6632"/>
                    <a:pt x="6755" y="6745"/>
                    <a:pt x="6781" y="6857"/>
                  </a:cubicBezTo>
                  <a:cubicBezTo>
                    <a:pt x="6806" y="6970"/>
                    <a:pt x="6722" y="6970"/>
                    <a:pt x="6720" y="7139"/>
                  </a:cubicBezTo>
                  <a:cubicBezTo>
                    <a:pt x="6718" y="7308"/>
                    <a:pt x="6867" y="7381"/>
                    <a:pt x="6873" y="7431"/>
                  </a:cubicBezTo>
                  <a:cubicBezTo>
                    <a:pt x="6879" y="7482"/>
                    <a:pt x="6767" y="7442"/>
                    <a:pt x="6724" y="7397"/>
                  </a:cubicBezTo>
                  <a:cubicBezTo>
                    <a:pt x="6681" y="7352"/>
                    <a:pt x="6677" y="7189"/>
                    <a:pt x="6663" y="7156"/>
                  </a:cubicBezTo>
                  <a:cubicBezTo>
                    <a:pt x="6650" y="7122"/>
                    <a:pt x="6693" y="6987"/>
                    <a:pt x="6697" y="6880"/>
                  </a:cubicBezTo>
                  <a:cubicBezTo>
                    <a:pt x="6700" y="6773"/>
                    <a:pt x="6648" y="6711"/>
                    <a:pt x="6630" y="6638"/>
                  </a:cubicBezTo>
                  <a:cubicBezTo>
                    <a:pt x="6612" y="6565"/>
                    <a:pt x="6581" y="6458"/>
                    <a:pt x="6546" y="6481"/>
                  </a:cubicBezTo>
                  <a:cubicBezTo>
                    <a:pt x="6511" y="6503"/>
                    <a:pt x="6382" y="6537"/>
                    <a:pt x="6342" y="6638"/>
                  </a:cubicBezTo>
                  <a:cubicBezTo>
                    <a:pt x="6303" y="6739"/>
                    <a:pt x="6348" y="7026"/>
                    <a:pt x="6370" y="7167"/>
                  </a:cubicBezTo>
                  <a:cubicBezTo>
                    <a:pt x="6391" y="7308"/>
                    <a:pt x="6256" y="7504"/>
                    <a:pt x="6260" y="7617"/>
                  </a:cubicBezTo>
                  <a:cubicBezTo>
                    <a:pt x="6264" y="7729"/>
                    <a:pt x="6219" y="7780"/>
                    <a:pt x="6160" y="7870"/>
                  </a:cubicBezTo>
                  <a:cubicBezTo>
                    <a:pt x="6102" y="7960"/>
                    <a:pt x="6037" y="8027"/>
                    <a:pt x="6039" y="8174"/>
                  </a:cubicBezTo>
                  <a:cubicBezTo>
                    <a:pt x="6041" y="8320"/>
                    <a:pt x="5961" y="8241"/>
                    <a:pt x="5920" y="8174"/>
                  </a:cubicBezTo>
                  <a:cubicBezTo>
                    <a:pt x="5879" y="8106"/>
                    <a:pt x="5826" y="8213"/>
                    <a:pt x="5767" y="8207"/>
                  </a:cubicBezTo>
                  <a:cubicBezTo>
                    <a:pt x="5708" y="8202"/>
                    <a:pt x="5708" y="8061"/>
                    <a:pt x="5661" y="8112"/>
                  </a:cubicBezTo>
                  <a:cubicBezTo>
                    <a:pt x="5615" y="8162"/>
                    <a:pt x="5583" y="8050"/>
                    <a:pt x="5597" y="7949"/>
                  </a:cubicBezTo>
                  <a:cubicBezTo>
                    <a:pt x="5611" y="7848"/>
                    <a:pt x="5663" y="7926"/>
                    <a:pt x="5667" y="7999"/>
                  </a:cubicBezTo>
                  <a:cubicBezTo>
                    <a:pt x="5671" y="8072"/>
                    <a:pt x="5704" y="8039"/>
                    <a:pt x="5744" y="7977"/>
                  </a:cubicBezTo>
                  <a:cubicBezTo>
                    <a:pt x="5783" y="7915"/>
                    <a:pt x="5763" y="8056"/>
                    <a:pt x="5820" y="8067"/>
                  </a:cubicBezTo>
                  <a:cubicBezTo>
                    <a:pt x="5877" y="8078"/>
                    <a:pt x="5845" y="7983"/>
                    <a:pt x="5888" y="7994"/>
                  </a:cubicBezTo>
                  <a:cubicBezTo>
                    <a:pt x="5932" y="8005"/>
                    <a:pt x="5933" y="7966"/>
                    <a:pt x="5920" y="7904"/>
                  </a:cubicBezTo>
                  <a:cubicBezTo>
                    <a:pt x="5906" y="7842"/>
                    <a:pt x="5951" y="7797"/>
                    <a:pt x="5978" y="7763"/>
                  </a:cubicBezTo>
                  <a:cubicBezTo>
                    <a:pt x="6009" y="7725"/>
                    <a:pt x="5994" y="7600"/>
                    <a:pt x="6020" y="7561"/>
                  </a:cubicBezTo>
                  <a:cubicBezTo>
                    <a:pt x="6045" y="7521"/>
                    <a:pt x="6027" y="7442"/>
                    <a:pt x="6055" y="7437"/>
                  </a:cubicBezTo>
                  <a:cubicBezTo>
                    <a:pt x="6082" y="7431"/>
                    <a:pt x="6094" y="7313"/>
                    <a:pt x="6119" y="7313"/>
                  </a:cubicBezTo>
                  <a:cubicBezTo>
                    <a:pt x="6145" y="7313"/>
                    <a:pt x="6159" y="7195"/>
                    <a:pt x="6143" y="7133"/>
                  </a:cubicBezTo>
                  <a:cubicBezTo>
                    <a:pt x="6127" y="7071"/>
                    <a:pt x="6153" y="6903"/>
                    <a:pt x="6178" y="6880"/>
                  </a:cubicBezTo>
                  <a:cubicBezTo>
                    <a:pt x="6203" y="6857"/>
                    <a:pt x="6205" y="6790"/>
                    <a:pt x="6182" y="6739"/>
                  </a:cubicBezTo>
                  <a:cubicBezTo>
                    <a:pt x="6159" y="6689"/>
                    <a:pt x="6072" y="6520"/>
                    <a:pt x="6078" y="6413"/>
                  </a:cubicBezTo>
                  <a:cubicBezTo>
                    <a:pt x="6084" y="6306"/>
                    <a:pt x="6063" y="6109"/>
                    <a:pt x="6074" y="6025"/>
                  </a:cubicBezTo>
                  <a:cubicBezTo>
                    <a:pt x="6086" y="5941"/>
                    <a:pt x="6076" y="5766"/>
                    <a:pt x="6072" y="5665"/>
                  </a:cubicBezTo>
                  <a:cubicBezTo>
                    <a:pt x="6069" y="5564"/>
                    <a:pt x="6094" y="5451"/>
                    <a:pt x="6106" y="5266"/>
                  </a:cubicBezTo>
                  <a:cubicBezTo>
                    <a:pt x="6117" y="5080"/>
                    <a:pt x="6037" y="4883"/>
                    <a:pt x="5998" y="4832"/>
                  </a:cubicBezTo>
                  <a:cubicBezTo>
                    <a:pt x="5959" y="4782"/>
                    <a:pt x="5984" y="4681"/>
                    <a:pt x="6041" y="4545"/>
                  </a:cubicBezTo>
                  <a:cubicBezTo>
                    <a:pt x="6098" y="4411"/>
                    <a:pt x="6102" y="3989"/>
                    <a:pt x="6098" y="3899"/>
                  </a:cubicBezTo>
                  <a:cubicBezTo>
                    <a:pt x="6094" y="3809"/>
                    <a:pt x="5978" y="3730"/>
                    <a:pt x="5934" y="3741"/>
                  </a:cubicBezTo>
                  <a:cubicBezTo>
                    <a:pt x="5888" y="3752"/>
                    <a:pt x="5722" y="3730"/>
                    <a:pt x="5681" y="3707"/>
                  </a:cubicBezTo>
                  <a:cubicBezTo>
                    <a:pt x="5640" y="3685"/>
                    <a:pt x="5626" y="3809"/>
                    <a:pt x="5607" y="3921"/>
                  </a:cubicBezTo>
                  <a:cubicBezTo>
                    <a:pt x="5587" y="4034"/>
                    <a:pt x="5544" y="4208"/>
                    <a:pt x="5519" y="4461"/>
                  </a:cubicBezTo>
                  <a:cubicBezTo>
                    <a:pt x="5493" y="4714"/>
                    <a:pt x="5390" y="4793"/>
                    <a:pt x="5343" y="4849"/>
                  </a:cubicBezTo>
                  <a:cubicBezTo>
                    <a:pt x="5296" y="4906"/>
                    <a:pt x="5266" y="5091"/>
                    <a:pt x="5288" y="5181"/>
                  </a:cubicBezTo>
                  <a:cubicBezTo>
                    <a:pt x="5309" y="5271"/>
                    <a:pt x="5341" y="5198"/>
                    <a:pt x="5362" y="5232"/>
                  </a:cubicBezTo>
                  <a:cubicBezTo>
                    <a:pt x="5384" y="5266"/>
                    <a:pt x="5360" y="5502"/>
                    <a:pt x="5346" y="5536"/>
                  </a:cubicBezTo>
                  <a:cubicBezTo>
                    <a:pt x="5333" y="5569"/>
                    <a:pt x="5372" y="5654"/>
                    <a:pt x="5339" y="5715"/>
                  </a:cubicBezTo>
                  <a:cubicBezTo>
                    <a:pt x="5305" y="5777"/>
                    <a:pt x="5274" y="5907"/>
                    <a:pt x="5294" y="5974"/>
                  </a:cubicBezTo>
                  <a:cubicBezTo>
                    <a:pt x="5313" y="6042"/>
                    <a:pt x="5409" y="6076"/>
                    <a:pt x="5450" y="6143"/>
                  </a:cubicBezTo>
                  <a:cubicBezTo>
                    <a:pt x="5491" y="6211"/>
                    <a:pt x="5476" y="6334"/>
                    <a:pt x="5507" y="6453"/>
                  </a:cubicBezTo>
                  <a:cubicBezTo>
                    <a:pt x="5538" y="6571"/>
                    <a:pt x="5572" y="6498"/>
                    <a:pt x="5587" y="6571"/>
                  </a:cubicBezTo>
                  <a:cubicBezTo>
                    <a:pt x="5603" y="6644"/>
                    <a:pt x="5530" y="6936"/>
                    <a:pt x="5505" y="6947"/>
                  </a:cubicBezTo>
                  <a:cubicBezTo>
                    <a:pt x="5480" y="6959"/>
                    <a:pt x="5376" y="6649"/>
                    <a:pt x="5345" y="6582"/>
                  </a:cubicBezTo>
                  <a:cubicBezTo>
                    <a:pt x="5313" y="6514"/>
                    <a:pt x="5192" y="6407"/>
                    <a:pt x="5131" y="6317"/>
                  </a:cubicBezTo>
                  <a:cubicBezTo>
                    <a:pt x="5071" y="6227"/>
                    <a:pt x="5022" y="6239"/>
                    <a:pt x="4955" y="6109"/>
                  </a:cubicBezTo>
                  <a:cubicBezTo>
                    <a:pt x="4889" y="5980"/>
                    <a:pt x="4832" y="5918"/>
                    <a:pt x="4711" y="5924"/>
                  </a:cubicBezTo>
                  <a:cubicBezTo>
                    <a:pt x="4589" y="5929"/>
                    <a:pt x="4511" y="5845"/>
                    <a:pt x="4470" y="5862"/>
                  </a:cubicBezTo>
                  <a:cubicBezTo>
                    <a:pt x="4429" y="5879"/>
                    <a:pt x="4444" y="5744"/>
                    <a:pt x="4372" y="5654"/>
                  </a:cubicBezTo>
                  <a:cubicBezTo>
                    <a:pt x="4300" y="5564"/>
                    <a:pt x="4253" y="5440"/>
                    <a:pt x="4212" y="5502"/>
                  </a:cubicBezTo>
                  <a:cubicBezTo>
                    <a:pt x="4170" y="5564"/>
                    <a:pt x="4186" y="5789"/>
                    <a:pt x="4249" y="5817"/>
                  </a:cubicBezTo>
                  <a:cubicBezTo>
                    <a:pt x="4311" y="5845"/>
                    <a:pt x="4280" y="5941"/>
                    <a:pt x="4347" y="5929"/>
                  </a:cubicBezTo>
                  <a:cubicBezTo>
                    <a:pt x="4413" y="5918"/>
                    <a:pt x="4433" y="5986"/>
                    <a:pt x="4431" y="6104"/>
                  </a:cubicBezTo>
                  <a:cubicBezTo>
                    <a:pt x="4429" y="6222"/>
                    <a:pt x="4462" y="6340"/>
                    <a:pt x="4491" y="6419"/>
                  </a:cubicBezTo>
                  <a:cubicBezTo>
                    <a:pt x="4521" y="6498"/>
                    <a:pt x="4503" y="6627"/>
                    <a:pt x="4450" y="6627"/>
                  </a:cubicBezTo>
                  <a:cubicBezTo>
                    <a:pt x="4397" y="6627"/>
                    <a:pt x="4337" y="6649"/>
                    <a:pt x="4360" y="6756"/>
                  </a:cubicBezTo>
                  <a:cubicBezTo>
                    <a:pt x="4384" y="6863"/>
                    <a:pt x="4345" y="6891"/>
                    <a:pt x="4292" y="6835"/>
                  </a:cubicBezTo>
                  <a:cubicBezTo>
                    <a:pt x="4239" y="6779"/>
                    <a:pt x="4270" y="6672"/>
                    <a:pt x="4292" y="6610"/>
                  </a:cubicBezTo>
                  <a:cubicBezTo>
                    <a:pt x="4313" y="6548"/>
                    <a:pt x="4245" y="6469"/>
                    <a:pt x="4212" y="6435"/>
                  </a:cubicBezTo>
                  <a:cubicBezTo>
                    <a:pt x="4178" y="6402"/>
                    <a:pt x="4045" y="6683"/>
                    <a:pt x="4008" y="6728"/>
                  </a:cubicBezTo>
                  <a:cubicBezTo>
                    <a:pt x="3971" y="6773"/>
                    <a:pt x="3879" y="6660"/>
                    <a:pt x="3785" y="6728"/>
                  </a:cubicBezTo>
                  <a:cubicBezTo>
                    <a:pt x="3691" y="6796"/>
                    <a:pt x="3697" y="7009"/>
                    <a:pt x="3662" y="6987"/>
                  </a:cubicBezTo>
                  <a:cubicBezTo>
                    <a:pt x="3627" y="6965"/>
                    <a:pt x="3523" y="7015"/>
                    <a:pt x="3484" y="6947"/>
                  </a:cubicBezTo>
                  <a:cubicBezTo>
                    <a:pt x="3444" y="6880"/>
                    <a:pt x="3476" y="6841"/>
                    <a:pt x="3517" y="6846"/>
                  </a:cubicBezTo>
                  <a:cubicBezTo>
                    <a:pt x="3558" y="6852"/>
                    <a:pt x="3572" y="6812"/>
                    <a:pt x="3548" y="6734"/>
                  </a:cubicBezTo>
                  <a:cubicBezTo>
                    <a:pt x="3525" y="6655"/>
                    <a:pt x="3580" y="6531"/>
                    <a:pt x="3578" y="6475"/>
                  </a:cubicBezTo>
                  <a:cubicBezTo>
                    <a:pt x="3576" y="6419"/>
                    <a:pt x="3423" y="6565"/>
                    <a:pt x="3398" y="6627"/>
                  </a:cubicBezTo>
                  <a:cubicBezTo>
                    <a:pt x="3372" y="6689"/>
                    <a:pt x="3400" y="6801"/>
                    <a:pt x="3372" y="6841"/>
                  </a:cubicBezTo>
                  <a:cubicBezTo>
                    <a:pt x="3345" y="6880"/>
                    <a:pt x="3345" y="6773"/>
                    <a:pt x="3313" y="6739"/>
                  </a:cubicBezTo>
                  <a:cubicBezTo>
                    <a:pt x="3282" y="6706"/>
                    <a:pt x="3053" y="6857"/>
                    <a:pt x="3010" y="6998"/>
                  </a:cubicBezTo>
                  <a:cubicBezTo>
                    <a:pt x="2967" y="7139"/>
                    <a:pt x="2883" y="7144"/>
                    <a:pt x="2883" y="7223"/>
                  </a:cubicBezTo>
                  <a:cubicBezTo>
                    <a:pt x="2883" y="7302"/>
                    <a:pt x="2779" y="7296"/>
                    <a:pt x="2738" y="7352"/>
                  </a:cubicBezTo>
                  <a:cubicBezTo>
                    <a:pt x="2697" y="7409"/>
                    <a:pt x="2725" y="7639"/>
                    <a:pt x="2709" y="7752"/>
                  </a:cubicBezTo>
                  <a:cubicBezTo>
                    <a:pt x="2693" y="7864"/>
                    <a:pt x="2533" y="7831"/>
                    <a:pt x="2484" y="7836"/>
                  </a:cubicBezTo>
                  <a:cubicBezTo>
                    <a:pt x="2435" y="7842"/>
                    <a:pt x="2417" y="7566"/>
                    <a:pt x="2378" y="7549"/>
                  </a:cubicBezTo>
                  <a:cubicBezTo>
                    <a:pt x="2339" y="7532"/>
                    <a:pt x="2362" y="7375"/>
                    <a:pt x="2374" y="7308"/>
                  </a:cubicBezTo>
                  <a:cubicBezTo>
                    <a:pt x="2386" y="7240"/>
                    <a:pt x="2417" y="7296"/>
                    <a:pt x="2466" y="7206"/>
                  </a:cubicBezTo>
                  <a:cubicBezTo>
                    <a:pt x="2515" y="7116"/>
                    <a:pt x="2564" y="7251"/>
                    <a:pt x="2584" y="7189"/>
                  </a:cubicBezTo>
                  <a:cubicBezTo>
                    <a:pt x="2603" y="7127"/>
                    <a:pt x="2509" y="6964"/>
                    <a:pt x="2503" y="6824"/>
                  </a:cubicBezTo>
                  <a:cubicBezTo>
                    <a:pt x="2497" y="6683"/>
                    <a:pt x="2394" y="6644"/>
                    <a:pt x="2335" y="6689"/>
                  </a:cubicBezTo>
                  <a:cubicBezTo>
                    <a:pt x="2276" y="6734"/>
                    <a:pt x="2212" y="6694"/>
                    <a:pt x="2171" y="6638"/>
                  </a:cubicBezTo>
                  <a:cubicBezTo>
                    <a:pt x="2130" y="6582"/>
                    <a:pt x="2134" y="6739"/>
                    <a:pt x="2194" y="6784"/>
                  </a:cubicBezTo>
                  <a:cubicBezTo>
                    <a:pt x="2255" y="6829"/>
                    <a:pt x="2224" y="6964"/>
                    <a:pt x="2233" y="7049"/>
                  </a:cubicBezTo>
                  <a:cubicBezTo>
                    <a:pt x="2243" y="7133"/>
                    <a:pt x="2218" y="7324"/>
                    <a:pt x="2182" y="7471"/>
                  </a:cubicBezTo>
                  <a:cubicBezTo>
                    <a:pt x="2147" y="7617"/>
                    <a:pt x="2173" y="7611"/>
                    <a:pt x="2226" y="7605"/>
                  </a:cubicBezTo>
                  <a:cubicBezTo>
                    <a:pt x="2278" y="7600"/>
                    <a:pt x="2274" y="7797"/>
                    <a:pt x="2274" y="7943"/>
                  </a:cubicBezTo>
                  <a:cubicBezTo>
                    <a:pt x="2274" y="8089"/>
                    <a:pt x="2233" y="8129"/>
                    <a:pt x="2233" y="8236"/>
                  </a:cubicBezTo>
                  <a:cubicBezTo>
                    <a:pt x="2233" y="8343"/>
                    <a:pt x="2190" y="8185"/>
                    <a:pt x="2177" y="8230"/>
                  </a:cubicBezTo>
                  <a:cubicBezTo>
                    <a:pt x="2163" y="8275"/>
                    <a:pt x="2145" y="8207"/>
                    <a:pt x="2137" y="8117"/>
                  </a:cubicBezTo>
                  <a:cubicBezTo>
                    <a:pt x="2130" y="8028"/>
                    <a:pt x="2049" y="8078"/>
                    <a:pt x="2004" y="8044"/>
                  </a:cubicBezTo>
                  <a:cubicBezTo>
                    <a:pt x="1959" y="8011"/>
                    <a:pt x="1942" y="8067"/>
                    <a:pt x="1920" y="8162"/>
                  </a:cubicBezTo>
                  <a:cubicBezTo>
                    <a:pt x="1899" y="8258"/>
                    <a:pt x="1836" y="8297"/>
                    <a:pt x="1803" y="8309"/>
                  </a:cubicBezTo>
                  <a:cubicBezTo>
                    <a:pt x="1766" y="8321"/>
                    <a:pt x="1711" y="8506"/>
                    <a:pt x="1676" y="8573"/>
                  </a:cubicBezTo>
                  <a:cubicBezTo>
                    <a:pt x="1640" y="8641"/>
                    <a:pt x="1635" y="8770"/>
                    <a:pt x="1683" y="8905"/>
                  </a:cubicBezTo>
                  <a:cubicBezTo>
                    <a:pt x="1732" y="9040"/>
                    <a:pt x="1742" y="9130"/>
                    <a:pt x="1738" y="9203"/>
                  </a:cubicBezTo>
                  <a:cubicBezTo>
                    <a:pt x="1734" y="9276"/>
                    <a:pt x="1601" y="9254"/>
                    <a:pt x="1580" y="9175"/>
                  </a:cubicBezTo>
                  <a:cubicBezTo>
                    <a:pt x="1558" y="9096"/>
                    <a:pt x="1472" y="9068"/>
                    <a:pt x="1443" y="9085"/>
                  </a:cubicBezTo>
                  <a:cubicBezTo>
                    <a:pt x="1413" y="9102"/>
                    <a:pt x="1333" y="8832"/>
                    <a:pt x="1292" y="8826"/>
                  </a:cubicBezTo>
                  <a:cubicBezTo>
                    <a:pt x="1251" y="8821"/>
                    <a:pt x="1226" y="8967"/>
                    <a:pt x="1212" y="9040"/>
                  </a:cubicBezTo>
                  <a:cubicBezTo>
                    <a:pt x="1198" y="9113"/>
                    <a:pt x="1231" y="9136"/>
                    <a:pt x="1251" y="9259"/>
                  </a:cubicBezTo>
                  <a:cubicBezTo>
                    <a:pt x="1271" y="9383"/>
                    <a:pt x="1343" y="9389"/>
                    <a:pt x="1380" y="9389"/>
                  </a:cubicBezTo>
                  <a:cubicBezTo>
                    <a:pt x="1417" y="9389"/>
                    <a:pt x="1404" y="9552"/>
                    <a:pt x="1392" y="9619"/>
                  </a:cubicBezTo>
                  <a:cubicBezTo>
                    <a:pt x="1380" y="9687"/>
                    <a:pt x="1312" y="9737"/>
                    <a:pt x="1292" y="9664"/>
                  </a:cubicBezTo>
                  <a:cubicBezTo>
                    <a:pt x="1273" y="9591"/>
                    <a:pt x="1190" y="9664"/>
                    <a:pt x="1188" y="9574"/>
                  </a:cubicBezTo>
                  <a:cubicBezTo>
                    <a:pt x="1187" y="9484"/>
                    <a:pt x="1128" y="9350"/>
                    <a:pt x="1067" y="9377"/>
                  </a:cubicBezTo>
                  <a:cubicBezTo>
                    <a:pt x="1007" y="9406"/>
                    <a:pt x="995" y="9293"/>
                    <a:pt x="999" y="9158"/>
                  </a:cubicBezTo>
                  <a:cubicBezTo>
                    <a:pt x="1003" y="9023"/>
                    <a:pt x="965" y="8944"/>
                    <a:pt x="967" y="8883"/>
                  </a:cubicBezTo>
                  <a:cubicBezTo>
                    <a:pt x="969" y="8820"/>
                    <a:pt x="940" y="8697"/>
                    <a:pt x="971" y="8635"/>
                  </a:cubicBezTo>
                  <a:cubicBezTo>
                    <a:pt x="1003" y="8573"/>
                    <a:pt x="979" y="8478"/>
                    <a:pt x="981" y="8393"/>
                  </a:cubicBezTo>
                  <a:cubicBezTo>
                    <a:pt x="983" y="8309"/>
                    <a:pt x="928" y="8179"/>
                    <a:pt x="879" y="8179"/>
                  </a:cubicBezTo>
                  <a:cubicBezTo>
                    <a:pt x="830" y="8179"/>
                    <a:pt x="840" y="8039"/>
                    <a:pt x="799" y="8011"/>
                  </a:cubicBezTo>
                  <a:cubicBezTo>
                    <a:pt x="758" y="7983"/>
                    <a:pt x="676" y="7785"/>
                    <a:pt x="670" y="7701"/>
                  </a:cubicBezTo>
                  <a:cubicBezTo>
                    <a:pt x="664" y="7617"/>
                    <a:pt x="601" y="7605"/>
                    <a:pt x="623" y="7577"/>
                  </a:cubicBezTo>
                  <a:cubicBezTo>
                    <a:pt x="645" y="7549"/>
                    <a:pt x="693" y="7589"/>
                    <a:pt x="729" y="7690"/>
                  </a:cubicBezTo>
                  <a:cubicBezTo>
                    <a:pt x="764" y="7791"/>
                    <a:pt x="821" y="7881"/>
                    <a:pt x="913" y="7915"/>
                  </a:cubicBezTo>
                  <a:cubicBezTo>
                    <a:pt x="1005" y="7949"/>
                    <a:pt x="1042" y="8072"/>
                    <a:pt x="1143" y="8123"/>
                  </a:cubicBezTo>
                  <a:cubicBezTo>
                    <a:pt x="1245" y="8174"/>
                    <a:pt x="1306" y="8207"/>
                    <a:pt x="1453" y="8270"/>
                  </a:cubicBezTo>
                  <a:cubicBezTo>
                    <a:pt x="1599" y="8331"/>
                    <a:pt x="1795" y="7904"/>
                    <a:pt x="1836" y="7785"/>
                  </a:cubicBezTo>
                  <a:cubicBezTo>
                    <a:pt x="1877" y="7667"/>
                    <a:pt x="1824" y="7426"/>
                    <a:pt x="1824" y="7336"/>
                  </a:cubicBezTo>
                  <a:cubicBezTo>
                    <a:pt x="1824" y="7246"/>
                    <a:pt x="1758" y="7234"/>
                    <a:pt x="1748" y="7167"/>
                  </a:cubicBezTo>
                  <a:cubicBezTo>
                    <a:pt x="1738" y="7099"/>
                    <a:pt x="1695" y="6976"/>
                    <a:pt x="1639" y="6976"/>
                  </a:cubicBezTo>
                  <a:cubicBezTo>
                    <a:pt x="1582" y="6976"/>
                    <a:pt x="1574" y="6790"/>
                    <a:pt x="1529" y="6801"/>
                  </a:cubicBezTo>
                  <a:cubicBezTo>
                    <a:pt x="1484" y="6812"/>
                    <a:pt x="1453" y="6745"/>
                    <a:pt x="1335" y="6520"/>
                  </a:cubicBezTo>
                  <a:cubicBezTo>
                    <a:pt x="1218" y="6295"/>
                    <a:pt x="1055" y="6132"/>
                    <a:pt x="1026" y="6171"/>
                  </a:cubicBezTo>
                  <a:cubicBezTo>
                    <a:pt x="997" y="6211"/>
                    <a:pt x="977" y="6233"/>
                    <a:pt x="958" y="6149"/>
                  </a:cubicBezTo>
                  <a:cubicBezTo>
                    <a:pt x="938" y="6064"/>
                    <a:pt x="893" y="6076"/>
                    <a:pt x="862" y="6143"/>
                  </a:cubicBezTo>
                  <a:cubicBezTo>
                    <a:pt x="830" y="6211"/>
                    <a:pt x="799" y="6081"/>
                    <a:pt x="740" y="6120"/>
                  </a:cubicBezTo>
                  <a:cubicBezTo>
                    <a:pt x="682" y="6160"/>
                    <a:pt x="650" y="6047"/>
                    <a:pt x="666" y="5997"/>
                  </a:cubicBezTo>
                  <a:cubicBezTo>
                    <a:pt x="682" y="5946"/>
                    <a:pt x="768" y="5991"/>
                    <a:pt x="764" y="5907"/>
                  </a:cubicBezTo>
                  <a:cubicBezTo>
                    <a:pt x="760" y="5823"/>
                    <a:pt x="729" y="5907"/>
                    <a:pt x="676" y="5806"/>
                  </a:cubicBezTo>
                  <a:cubicBezTo>
                    <a:pt x="623" y="5704"/>
                    <a:pt x="594" y="5772"/>
                    <a:pt x="582" y="5856"/>
                  </a:cubicBezTo>
                  <a:cubicBezTo>
                    <a:pt x="570" y="5941"/>
                    <a:pt x="529" y="5918"/>
                    <a:pt x="502" y="5845"/>
                  </a:cubicBezTo>
                  <a:cubicBezTo>
                    <a:pt x="499" y="5838"/>
                    <a:pt x="496" y="5833"/>
                    <a:pt x="493" y="5827"/>
                  </a:cubicBezTo>
                  <a:cubicBezTo>
                    <a:pt x="484" y="5968"/>
                    <a:pt x="455" y="5982"/>
                    <a:pt x="425" y="5963"/>
                  </a:cubicBezTo>
                  <a:cubicBezTo>
                    <a:pt x="390" y="5941"/>
                    <a:pt x="355" y="6109"/>
                    <a:pt x="316" y="6109"/>
                  </a:cubicBezTo>
                  <a:cubicBezTo>
                    <a:pt x="277" y="6109"/>
                    <a:pt x="234" y="6233"/>
                    <a:pt x="226" y="6334"/>
                  </a:cubicBezTo>
                  <a:cubicBezTo>
                    <a:pt x="218" y="6435"/>
                    <a:pt x="175" y="6379"/>
                    <a:pt x="175" y="6447"/>
                  </a:cubicBezTo>
                  <a:cubicBezTo>
                    <a:pt x="175" y="6514"/>
                    <a:pt x="175" y="6582"/>
                    <a:pt x="155" y="6649"/>
                  </a:cubicBezTo>
                  <a:cubicBezTo>
                    <a:pt x="136" y="6717"/>
                    <a:pt x="155" y="6751"/>
                    <a:pt x="175" y="6863"/>
                  </a:cubicBezTo>
                  <a:cubicBezTo>
                    <a:pt x="195" y="6976"/>
                    <a:pt x="238" y="6964"/>
                    <a:pt x="257" y="6998"/>
                  </a:cubicBezTo>
                  <a:cubicBezTo>
                    <a:pt x="277" y="7032"/>
                    <a:pt x="351" y="7212"/>
                    <a:pt x="351" y="7279"/>
                  </a:cubicBezTo>
                  <a:cubicBezTo>
                    <a:pt x="351" y="7347"/>
                    <a:pt x="292" y="7516"/>
                    <a:pt x="269" y="7561"/>
                  </a:cubicBezTo>
                  <a:cubicBezTo>
                    <a:pt x="245" y="7605"/>
                    <a:pt x="214" y="7718"/>
                    <a:pt x="230" y="7785"/>
                  </a:cubicBezTo>
                  <a:cubicBezTo>
                    <a:pt x="245" y="7853"/>
                    <a:pt x="312" y="8134"/>
                    <a:pt x="355" y="8359"/>
                  </a:cubicBezTo>
                  <a:cubicBezTo>
                    <a:pt x="398" y="8584"/>
                    <a:pt x="339" y="8483"/>
                    <a:pt x="312" y="8584"/>
                  </a:cubicBezTo>
                  <a:cubicBezTo>
                    <a:pt x="285" y="8686"/>
                    <a:pt x="324" y="8810"/>
                    <a:pt x="331" y="8877"/>
                  </a:cubicBezTo>
                  <a:cubicBezTo>
                    <a:pt x="339" y="8944"/>
                    <a:pt x="296" y="8933"/>
                    <a:pt x="300" y="8989"/>
                  </a:cubicBezTo>
                  <a:cubicBezTo>
                    <a:pt x="304" y="9046"/>
                    <a:pt x="363" y="9068"/>
                    <a:pt x="367" y="9113"/>
                  </a:cubicBezTo>
                  <a:cubicBezTo>
                    <a:pt x="371" y="9158"/>
                    <a:pt x="328" y="9214"/>
                    <a:pt x="347" y="9304"/>
                  </a:cubicBezTo>
                  <a:cubicBezTo>
                    <a:pt x="367" y="9395"/>
                    <a:pt x="414" y="9394"/>
                    <a:pt x="418" y="9507"/>
                  </a:cubicBezTo>
                  <a:cubicBezTo>
                    <a:pt x="422" y="9619"/>
                    <a:pt x="331" y="9630"/>
                    <a:pt x="335" y="9721"/>
                  </a:cubicBezTo>
                  <a:cubicBezTo>
                    <a:pt x="339" y="9811"/>
                    <a:pt x="453" y="9923"/>
                    <a:pt x="504" y="10092"/>
                  </a:cubicBezTo>
                  <a:cubicBezTo>
                    <a:pt x="555" y="10261"/>
                    <a:pt x="551" y="10306"/>
                    <a:pt x="539" y="10396"/>
                  </a:cubicBezTo>
                  <a:cubicBezTo>
                    <a:pt x="515" y="10577"/>
                    <a:pt x="375" y="10733"/>
                    <a:pt x="343" y="10936"/>
                  </a:cubicBezTo>
                  <a:cubicBezTo>
                    <a:pt x="312" y="11138"/>
                    <a:pt x="195" y="11250"/>
                    <a:pt x="140" y="11408"/>
                  </a:cubicBezTo>
                  <a:cubicBezTo>
                    <a:pt x="117" y="11473"/>
                    <a:pt x="95" y="11559"/>
                    <a:pt x="77" y="11639"/>
                  </a:cubicBezTo>
                  <a:cubicBezTo>
                    <a:pt x="100" y="11622"/>
                    <a:pt x="118" y="11602"/>
                    <a:pt x="132" y="11583"/>
                  </a:cubicBezTo>
                  <a:cubicBezTo>
                    <a:pt x="163" y="11537"/>
                    <a:pt x="185" y="11757"/>
                    <a:pt x="216" y="11830"/>
                  </a:cubicBezTo>
                  <a:cubicBezTo>
                    <a:pt x="247" y="11903"/>
                    <a:pt x="310" y="11836"/>
                    <a:pt x="331" y="11903"/>
                  </a:cubicBezTo>
                  <a:cubicBezTo>
                    <a:pt x="353" y="11971"/>
                    <a:pt x="314" y="11976"/>
                    <a:pt x="269" y="11954"/>
                  </a:cubicBezTo>
                  <a:cubicBezTo>
                    <a:pt x="224" y="11931"/>
                    <a:pt x="212" y="12010"/>
                    <a:pt x="142" y="12077"/>
                  </a:cubicBezTo>
                  <a:cubicBezTo>
                    <a:pt x="89" y="12128"/>
                    <a:pt x="94" y="12182"/>
                    <a:pt x="77" y="12224"/>
                  </a:cubicBezTo>
                  <a:cubicBezTo>
                    <a:pt x="108" y="12356"/>
                    <a:pt x="66" y="12373"/>
                    <a:pt x="50" y="12474"/>
                  </a:cubicBezTo>
                  <a:cubicBezTo>
                    <a:pt x="32" y="12583"/>
                    <a:pt x="9" y="12600"/>
                    <a:pt x="6" y="12668"/>
                  </a:cubicBezTo>
                  <a:cubicBezTo>
                    <a:pt x="3" y="12736"/>
                    <a:pt x="12" y="12786"/>
                    <a:pt x="14" y="12887"/>
                  </a:cubicBezTo>
                  <a:cubicBezTo>
                    <a:pt x="17" y="12989"/>
                    <a:pt x="23" y="13005"/>
                    <a:pt x="44" y="13090"/>
                  </a:cubicBezTo>
                  <a:cubicBezTo>
                    <a:pt x="64" y="13174"/>
                    <a:pt x="26" y="13174"/>
                    <a:pt x="9" y="13216"/>
                  </a:cubicBezTo>
                  <a:cubicBezTo>
                    <a:pt x="-9" y="13259"/>
                    <a:pt x="3" y="13351"/>
                    <a:pt x="26" y="13419"/>
                  </a:cubicBezTo>
                  <a:cubicBezTo>
                    <a:pt x="50" y="13486"/>
                    <a:pt x="50" y="13571"/>
                    <a:pt x="41" y="13630"/>
                  </a:cubicBezTo>
                  <a:cubicBezTo>
                    <a:pt x="32" y="13689"/>
                    <a:pt x="61" y="13790"/>
                    <a:pt x="82" y="13849"/>
                  </a:cubicBezTo>
                  <a:cubicBezTo>
                    <a:pt x="102" y="13908"/>
                    <a:pt x="100" y="14069"/>
                    <a:pt x="117" y="14111"/>
                  </a:cubicBezTo>
                  <a:cubicBezTo>
                    <a:pt x="135" y="14153"/>
                    <a:pt x="155" y="14195"/>
                    <a:pt x="188" y="14170"/>
                  </a:cubicBezTo>
                  <a:cubicBezTo>
                    <a:pt x="220" y="14144"/>
                    <a:pt x="240" y="14187"/>
                    <a:pt x="255" y="14263"/>
                  </a:cubicBezTo>
                  <a:cubicBezTo>
                    <a:pt x="270" y="14339"/>
                    <a:pt x="293" y="14305"/>
                    <a:pt x="326" y="14263"/>
                  </a:cubicBezTo>
                  <a:cubicBezTo>
                    <a:pt x="358" y="14220"/>
                    <a:pt x="431" y="14339"/>
                    <a:pt x="449" y="14364"/>
                  </a:cubicBezTo>
                  <a:cubicBezTo>
                    <a:pt x="466" y="14389"/>
                    <a:pt x="458" y="14533"/>
                    <a:pt x="461" y="14625"/>
                  </a:cubicBezTo>
                  <a:cubicBezTo>
                    <a:pt x="463" y="14718"/>
                    <a:pt x="443" y="14836"/>
                    <a:pt x="475" y="14896"/>
                  </a:cubicBezTo>
                  <a:cubicBezTo>
                    <a:pt x="508" y="14955"/>
                    <a:pt x="499" y="15090"/>
                    <a:pt x="537" y="15132"/>
                  </a:cubicBezTo>
                  <a:cubicBezTo>
                    <a:pt x="575" y="15174"/>
                    <a:pt x="590" y="15326"/>
                    <a:pt x="613" y="15343"/>
                  </a:cubicBezTo>
                  <a:cubicBezTo>
                    <a:pt x="637" y="15359"/>
                    <a:pt x="681" y="15461"/>
                    <a:pt x="687" y="15537"/>
                  </a:cubicBezTo>
                  <a:cubicBezTo>
                    <a:pt x="692" y="15613"/>
                    <a:pt x="646" y="15680"/>
                    <a:pt x="619" y="15714"/>
                  </a:cubicBezTo>
                  <a:cubicBezTo>
                    <a:pt x="593" y="15748"/>
                    <a:pt x="543" y="15613"/>
                    <a:pt x="525" y="15672"/>
                  </a:cubicBezTo>
                  <a:cubicBezTo>
                    <a:pt x="508" y="15731"/>
                    <a:pt x="531" y="15840"/>
                    <a:pt x="546" y="16026"/>
                  </a:cubicBezTo>
                  <a:cubicBezTo>
                    <a:pt x="560" y="16212"/>
                    <a:pt x="572" y="16229"/>
                    <a:pt x="601" y="16229"/>
                  </a:cubicBezTo>
                  <a:cubicBezTo>
                    <a:pt x="631" y="16229"/>
                    <a:pt x="643" y="16170"/>
                    <a:pt x="663" y="16136"/>
                  </a:cubicBezTo>
                  <a:cubicBezTo>
                    <a:pt x="684" y="16102"/>
                    <a:pt x="731" y="16153"/>
                    <a:pt x="751" y="16127"/>
                  </a:cubicBezTo>
                  <a:cubicBezTo>
                    <a:pt x="772" y="16102"/>
                    <a:pt x="845" y="16094"/>
                    <a:pt x="860" y="16161"/>
                  </a:cubicBezTo>
                  <a:cubicBezTo>
                    <a:pt x="874" y="16229"/>
                    <a:pt x="889" y="16389"/>
                    <a:pt x="877" y="16448"/>
                  </a:cubicBezTo>
                  <a:cubicBezTo>
                    <a:pt x="866" y="16507"/>
                    <a:pt x="892" y="16575"/>
                    <a:pt x="907" y="16659"/>
                  </a:cubicBezTo>
                  <a:cubicBezTo>
                    <a:pt x="921" y="16743"/>
                    <a:pt x="983" y="16701"/>
                    <a:pt x="1004" y="16727"/>
                  </a:cubicBezTo>
                  <a:cubicBezTo>
                    <a:pt x="1024" y="16752"/>
                    <a:pt x="1071" y="16937"/>
                    <a:pt x="1062" y="17022"/>
                  </a:cubicBezTo>
                  <a:cubicBezTo>
                    <a:pt x="1053" y="17106"/>
                    <a:pt x="1092" y="17123"/>
                    <a:pt x="1112" y="17098"/>
                  </a:cubicBezTo>
                  <a:cubicBezTo>
                    <a:pt x="1133" y="17072"/>
                    <a:pt x="1153" y="17140"/>
                    <a:pt x="1177" y="17182"/>
                  </a:cubicBezTo>
                  <a:cubicBezTo>
                    <a:pt x="1200" y="17224"/>
                    <a:pt x="1221" y="17207"/>
                    <a:pt x="1244" y="17165"/>
                  </a:cubicBezTo>
                  <a:cubicBezTo>
                    <a:pt x="1268" y="17123"/>
                    <a:pt x="1306" y="17089"/>
                    <a:pt x="1318" y="17148"/>
                  </a:cubicBezTo>
                  <a:cubicBezTo>
                    <a:pt x="1329" y="17207"/>
                    <a:pt x="1376" y="17317"/>
                    <a:pt x="1376" y="17351"/>
                  </a:cubicBezTo>
                  <a:cubicBezTo>
                    <a:pt x="1376" y="17385"/>
                    <a:pt x="1450" y="17351"/>
                    <a:pt x="1485" y="17402"/>
                  </a:cubicBezTo>
                  <a:cubicBezTo>
                    <a:pt x="1520" y="17452"/>
                    <a:pt x="1558" y="17427"/>
                    <a:pt x="1596" y="17486"/>
                  </a:cubicBezTo>
                  <a:cubicBezTo>
                    <a:pt x="1635" y="17545"/>
                    <a:pt x="1670" y="17553"/>
                    <a:pt x="1673" y="17621"/>
                  </a:cubicBezTo>
                  <a:cubicBezTo>
                    <a:pt x="1676" y="17688"/>
                    <a:pt x="1635" y="17747"/>
                    <a:pt x="1635" y="17781"/>
                  </a:cubicBezTo>
                  <a:cubicBezTo>
                    <a:pt x="1635" y="17815"/>
                    <a:pt x="1667" y="17840"/>
                    <a:pt x="1667" y="17891"/>
                  </a:cubicBezTo>
                  <a:cubicBezTo>
                    <a:pt x="1667" y="17942"/>
                    <a:pt x="1626" y="17942"/>
                    <a:pt x="1620" y="17984"/>
                  </a:cubicBezTo>
                  <a:cubicBezTo>
                    <a:pt x="1614" y="18026"/>
                    <a:pt x="1643" y="18085"/>
                    <a:pt x="1649" y="18127"/>
                  </a:cubicBezTo>
                  <a:cubicBezTo>
                    <a:pt x="1655" y="18169"/>
                    <a:pt x="1626" y="18313"/>
                    <a:pt x="1626" y="18355"/>
                  </a:cubicBezTo>
                  <a:cubicBezTo>
                    <a:pt x="1626" y="18397"/>
                    <a:pt x="1538" y="18346"/>
                    <a:pt x="1517" y="18346"/>
                  </a:cubicBezTo>
                  <a:cubicBezTo>
                    <a:pt x="1497" y="18346"/>
                    <a:pt x="1435" y="18541"/>
                    <a:pt x="1414" y="18549"/>
                  </a:cubicBezTo>
                  <a:cubicBezTo>
                    <a:pt x="1397" y="18556"/>
                    <a:pt x="1405" y="18650"/>
                    <a:pt x="1411" y="18729"/>
                  </a:cubicBezTo>
                  <a:cubicBezTo>
                    <a:pt x="1475" y="18695"/>
                    <a:pt x="1540" y="18680"/>
                    <a:pt x="1547" y="18721"/>
                  </a:cubicBezTo>
                  <a:cubicBezTo>
                    <a:pt x="1558" y="18788"/>
                    <a:pt x="1410" y="18968"/>
                    <a:pt x="1382" y="18996"/>
                  </a:cubicBezTo>
                  <a:cubicBezTo>
                    <a:pt x="1355" y="19024"/>
                    <a:pt x="1435" y="19142"/>
                    <a:pt x="1433" y="19210"/>
                  </a:cubicBezTo>
                  <a:cubicBezTo>
                    <a:pt x="1431" y="19277"/>
                    <a:pt x="1347" y="19295"/>
                    <a:pt x="1355" y="19429"/>
                  </a:cubicBezTo>
                  <a:cubicBezTo>
                    <a:pt x="1363" y="19564"/>
                    <a:pt x="1327" y="19593"/>
                    <a:pt x="1282" y="19593"/>
                  </a:cubicBezTo>
                  <a:cubicBezTo>
                    <a:pt x="1237" y="19593"/>
                    <a:pt x="1226" y="19671"/>
                    <a:pt x="1247" y="19682"/>
                  </a:cubicBezTo>
                  <a:cubicBezTo>
                    <a:pt x="1269" y="19694"/>
                    <a:pt x="1267" y="19863"/>
                    <a:pt x="1351" y="19924"/>
                  </a:cubicBezTo>
                  <a:cubicBezTo>
                    <a:pt x="1435" y="19986"/>
                    <a:pt x="1525" y="20211"/>
                    <a:pt x="1597" y="20436"/>
                  </a:cubicBezTo>
                  <a:cubicBezTo>
                    <a:pt x="1608" y="20468"/>
                    <a:pt x="1619" y="20493"/>
                    <a:pt x="1632" y="20514"/>
                  </a:cubicBezTo>
                  <a:cubicBezTo>
                    <a:pt x="1653" y="20478"/>
                    <a:pt x="1671" y="20452"/>
                    <a:pt x="1682" y="20448"/>
                  </a:cubicBezTo>
                  <a:cubicBezTo>
                    <a:pt x="1723" y="20431"/>
                    <a:pt x="1799" y="20498"/>
                    <a:pt x="1840" y="20582"/>
                  </a:cubicBezTo>
                  <a:cubicBezTo>
                    <a:pt x="1881" y="20667"/>
                    <a:pt x="2028" y="20566"/>
                    <a:pt x="2046" y="20633"/>
                  </a:cubicBezTo>
                  <a:cubicBezTo>
                    <a:pt x="2063" y="20701"/>
                    <a:pt x="2098" y="20785"/>
                    <a:pt x="2128" y="20785"/>
                  </a:cubicBezTo>
                  <a:cubicBezTo>
                    <a:pt x="2157" y="20785"/>
                    <a:pt x="2186" y="20954"/>
                    <a:pt x="2210" y="20903"/>
                  </a:cubicBezTo>
                  <a:cubicBezTo>
                    <a:pt x="2233" y="20852"/>
                    <a:pt x="2321" y="20852"/>
                    <a:pt x="2345" y="20852"/>
                  </a:cubicBezTo>
                  <a:cubicBezTo>
                    <a:pt x="2368" y="20852"/>
                    <a:pt x="2368" y="20903"/>
                    <a:pt x="2392" y="20903"/>
                  </a:cubicBezTo>
                  <a:cubicBezTo>
                    <a:pt x="2415" y="20903"/>
                    <a:pt x="2415" y="21156"/>
                    <a:pt x="2433" y="21139"/>
                  </a:cubicBezTo>
                  <a:cubicBezTo>
                    <a:pt x="2450" y="21122"/>
                    <a:pt x="2515" y="21291"/>
                    <a:pt x="2556" y="21308"/>
                  </a:cubicBezTo>
                  <a:cubicBezTo>
                    <a:pt x="2597" y="21325"/>
                    <a:pt x="2638" y="21527"/>
                    <a:pt x="2656" y="21511"/>
                  </a:cubicBezTo>
                  <a:cubicBezTo>
                    <a:pt x="2674" y="21494"/>
                    <a:pt x="2703" y="21595"/>
                    <a:pt x="2715" y="21511"/>
                  </a:cubicBezTo>
                  <a:cubicBezTo>
                    <a:pt x="2726" y="21431"/>
                    <a:pt x="2784" y="21470"/>
                    <a:pt x="2800" y="21331"/>
                  </a:cubicBezTo>
                  <a:cubicBezTo>
                    <a:pt x="2726" y="21069"/>
                    <a:pt x="2646" y="20779"/>
                    <a:pt x="2648" y="20667"/>
                  </a:cubicBezTo>
                  <a:cubicBezTo>
                    <a:pt x="2652" y="20476"/>
                    <a:pt x="2680" y="20352"/>
                    <a:pt x="2597" y="20149"/>
                  </a:cubicBezTo>
                  <a:cubicBezTo>
                    <a:pt x="2515" y="19947"/>
                    <a:pt x="2605" y="19812"/>
                    <a:pt x="2664" y="19598"/>
                  </a:cubicBezTo>
                  <a:cubicBezTo>
                    <a:pt x="2716" y="19407"/>
                    <a:pt x="2828" y="19324"/>
                    <a:pt x="2899" y="19187"/>
                  </a:cubicBezTo>
                  <a:cubicBezTo>
                    <a:pt x="2884" y="19159"/>
                    <a:pt x="2870" y="19132"/>
                    <a:pt x="2856" y="19114"/>
                  </a:cubicBezTo>
                  <a:cubicBezTo>
                    <a:pt x="2803" y="19047"/>
                    <a:pt x="2785" y="18979"/>
                    <a:pt x="2826" y="18946"/>
                  </a:cubicBezTo>
                  <a:cubicBezTo>
                    <a:pt x="2867" y="18912"/>
                    <a:pt x="2850" y="18844"/>
                    <a:pt x="2809" y="18709"/>
                  </a:cubicBezTo>
                  <a:cubicBezTo>
                    <a:pt x="2768" y="18574"/>
                    <a:pt x="2750" y="18439"/>
                    <a:pt x="2726" y="18439"/>
                  </a:cubicBezTo>
                  <a:cubicBezTo>
                    <a:pt x="2703" y="18439"/>
                    <a:pt x="2668" y="18423"/>
                    <a:pt x="2632" y="18456"/>
                  </a:cubicBezTo>
                  <a:cubicBezTo>
                    <a:pt x="2597" y="18490"/>
                    <a:pt x="2603" y="18372"/>
                    <a:pt x="2609" y="18254"/>
                  </a:cubicBezTo>
                  <a:cubicBezTo>
                    <a:pt x="2615" y="18136"/>
                    <a:pt x="2544" y="18152"/>
                    <a:pt x="2533" y="18102"/>
                  </a:cubicBezTo>
                  <a:cubicBezTo>
                    <a:pt x="2521" y="18051"/>
                    <a:pt x="2550" y="17883"/>
                    <a:pt x="2562" y="17866"/>
                  </a:cubicBezTo>
                  <a:cubicBezTo>
                    <a:pt x="2574" y="17849"/>
                    <a:pt x="2609" y="17798"/>
                    <a:pt x="2609" y="17747"/>
                  </a:cubicBezTo>
                  <a:cubicBezTo>
                    <a:pt x="2609" y="17697"/>
                    <a:pt x="2544" y="17680"/>
                    <a:pt x="2568" y="17562"/>
                  </a:cubicBezTo>
                  <a:cubicBezTo>
                    <a:pt x="2591" y="17444"/>
                    <a:pt x="2638" y="17444"/>
                    <a:pt x="2638" y="17326"/>
                  </a:cubicBezTo>
                  <a:cubicBezTo>
                    <a:pt x="2638" y="17207"/>
                    <a:pt x="2674" y="17106"/>
                    <a:pt x="2715" y="17191"/>
                  </a:cubicBezTo>
                  <a:cubicBezTo>
                    <a:pt x="2756" y="17275"/>
                    <a:pt x="2773" y="17494"/>
                    <a:pt x="2820" y="17444"/>
                  </a:cubicBezTo>
                  <a:cubicBezTo>
                    <a:pt x="2867" y="17393"/>
                    <a:pt x="2838" y="17275"/>
                    <a:pt x="2832" y="17207"/>
                  </a:cubicBezTo>
                  <a:cubicBezTo>
                    <a:pt x="2826" y="17140"/>
                    <a:pt x="2814" y="17039"/>
                    <a:pt x="2867" y="17005"/>
                  </a:cubicBezTo>
                  <a:cubicBezTo>
                    <a:pt x="2920" y="16971"/>
                    <a:pt x="2897" y="16819"/>
                    <a:pt x="2938" y="16819"/>
                  </a:cubicBezTo>
                  <a:cubicBezTo>
                    <a:pt x="2979" y="16819"/>
                    <a:pt x="3055" y="16667"/>
                    <a:pt x="3079" y="16634"/>
                  </a:cubicBezTo>
                  <a:cubicBezTo>
                    <a:pt x="3102" y="16600"/>
                    <a:pt x="3155" y="16516"/>
                    <a:pt x="3178" y="16549"/>
                  </a:cubicBezTo>
                  <a:cubicBezTo>
                    <a:pt x="3202" y="16583"/>
                    <a:pt x="3231" y="16667"/>
                    <a:pt x="3249" y="16549"/>
                  </a:cubicBezTo>
                  <a:cubicBezTo>
                    <a:pt x="3266" y="16431"/>
                    <a:pt x="3337" y="16482"/>
                    <a:pt x="3343" y="16549"/>
                  </a:cubicBezTo>
                  <a:cubicBezTo>
                    <a:pt x="3349" y="16617"/>
                    <a:pt x="3460" y="16617"/>
                    <a:pt x="3495" y="16684"/>
                  </a:cubicBezTo>
                  <a:cubicBezTo>
                    <a:pt x="3531" y="16752"/>
                    <a:pt x="3607" y="16887"/>
                    <a:pt x="3607" y="16954"/>
                  </a:cubicBezTo>
                  <a:cubicBezTo>
                    <a:pt x="3607" y="17022"/>
                    <a:pt x="3642" y="17123"/>
                    <a:pt x="3642" y="17005"/>
                  </a:cubicBezTo>
                  <a:cubicBezTo>
                    <a:pt x="3642" y="16887"/>
                    <a:pt x="3671" y="16921"/>
                    <a:pt x="3718" y="17005"/>
                  </a:cubicBezTo>
                  <a:cubicBezTo>
                    <a:pt x="3765" y="17089"/>
                    <a:pt x="3830" y="17055"/>
                    <a:pt x="3842" y="16971"/>
                  </a:cubicBezTo>
                  <a:cubicBezTo>
                    <a:pt x="3853" y="16887"/>
                    <a:pt x="3942" y="16786"/>
                    <a:pt x="3971" y="16853"/>
                  </a:cubicBezTo>
                  <a:cubicBezTo>
                    <a:pt x="4000" y="16921"/>
                    <a:pt x="4012" y="16971"/>
                    <a:pt x="4047" y="16870"/>
                  </a:cubicBezTo>
                  <a:cubicBezTo>
                    <a:pt x="4082" y="16769"/>
                    <a:pt x="4165" y="16786"/>
                    <a:pt x="4176" y="16887"/>
                  </a:cubicBezTo>
                  <a:cubicBezTo>
                    <a:pt x="4188" y="16988"/>
                    <a:pt x="4229" y="17005"/>
                    <a:pt x="4264" y="17005"/>
                  </a:cubicBezTo>
                  <a:cubicBezTo>
                    <a:pt x="4300" y="17005"/>
                    <a:pt x="4306" y="17157"/>
                    <a:pt x="4329" y="17123"/>
                  </a:cubicBezTo>
                  <a:cubicBezTo>
                    <a:pt x="4352" y="17089"/>
                    <a:pt x="4347" y="16921"/>
                    <a:pt x="4376" y="16937"/>
                  </a:cubicBezTo>
                  <a:cubicBezTo>
                    <a:pt x="4405" y="16954"/>
                    <a:pt x="4429" y="17055"/>
                    <a:pt x="4476" y="17055"/>
                  </a:cubicBezTo>
                  <a:cubicBezTo>
                    <a:pt x="4523" y="17055"/>
                    <a:pt x="4558" y="17022"/>
                    <a:pt x="4558" y="16921"/>
                  </a:cubicBezTo>
                  <a:cubicBezTo>
                    <a:pt x="4558" y="16819"/>
                    <a:pt x="4552" y="16650"/>
                    <a:pt x="4523" y="16650"/>
                  </a:cubicBezTo>
                  <a:cubicBezTo>
                    <a:pt x="4493" y="16650"/>
                    <a:pt x="4464" y="16566"/>
                    <a:pt x="4429" y="16566"/>
                  </a:cubicBezTo>
                  <a:cubicBezTo>
                    <a:pt x="4394" y="16566"/>
                    <a:pt x="4358" y="16397"/>
                    <a:pt x="4394" y="16364"/>
                  </a:cubicBezTo>
                  <a:cubicBezTo>
                    <a:pt x="4429" y="16330"/>
                    <a:pt x="4487" y="16246"/>
                    <a:pt x="4476" y="16161"/>
                  </a:cubicBezTo>
                  <a:cubicBezTo>
                    <a:pt x="4464" y="16077"/>
                    <a:pt x="4452" y="15908"/>
                    <a:pt x="4499" y="15891"/>
                  </a:cubicBezTo>
                  <a:cubicBezTo>
                    <a:pt x="4546" y="15874"/>
                    <a:pt x="4646" y="15874"/>
                    <a:pt x="4640" y="15824"/>
                  </a:cubicBezTo>
                  <a:cubicBezTo>
                    <a:pt x="4634" y="15773"/>
                    <a:pt x="4540" y="15739"/>
                    <a:pt x="4523" y="15655"/>
                  </a:cubicBezTo>
                  <a:cubicBezTo>
                    <a:pt x="4505" y="15570"/>
                    <a:pt x="4499" y="15368"/>
                    <a:pt x="4517" y="15334"/>
                  </a:cubicBezTo>
                  <a:cubicBezTo>
                    <a:pt x="4534" y="15300"/>
                    <a:pt x="4593" y="15351"/>
                    <a:pt x="4628" y="15317"/>
                  </a:cubicBezTo>
                  <a:cubicBezTo>
                    <a:pt x="4664" y="15284"/>
                    <a:pt x="4740" y="15368"/>
                    <a:pt x="4787" y="15267"/>
                  </a:cubicBezTo>
                  <a:cubicBezTo>
                    <a:pt x="4834" y="15166"/>
                    <a:pt x="4934" y="15149"/>
                    <a:pt x="4986" y="15149"/>
                  </a:cubicBezTo>
                  <a:cubicBezTo>
                    <a:pt x="5039" y="15149"/>
                    <a:pt x="5080" y="15047"/>
                    <a:pt x="5121" y="15030"/>
                  </a:cubicBezTo>
                  <a:cubicBezTo>
                    <a:pt x="5163" y="15014"/>
                    <a:pt x="5280" y="14963"/>
                    <a:pt x="5309" y="14929"/>
                  </a:cubicBezTo>
                  <a:cubicBezTo>
                    <a:pt x="5339" y="14896"/>
                    <a:pt x="5497" y="14828"/>
                    <a:pt x="5503" y="14744"/>
                  </a:cubicBezTo>
                  <a:cubicBezTo>
                    <a:pt x="5509" y="14659"/>
                    <a:pt x="5635" y="14592"/>
                    <a:pt x="5667" y="14634"/>
                  </a:cubicBezTo>
                  <a:cubicBezTo>
                    <a:pt x="5700" y="14676"/>
                    <a:pt x="5741" y="14710"/>
                    <a:pt x="5770" y="14676"/>
                  </a:cubicBezTo>
                  <a:cubicBezTo>
                    <a:pt x="5799" y="14642"/>
                    <a:pt x="5861" y="14735"/>
                    <a:pt x="5855" y="14828"/>
                  </a:cubicBezTo>
                  <a:cubicBezTo>
                    <a:pt x="5849" y="14921"/>
                    <a:pt x="5882" y="15022"/>
                    <a:pt x="5879" y="15098"/>
                  </a:cubicBezTo>
                  <a:cubicBezTo>
                    <a:pt x="5876" y="15174"/>
                    <a:pt x="5846" y="15199"/>
                    <a:pt x="5864" y="15258"/>
                  </a:cubicBezTo>
                  <a:cubicBezTo>
                    <a:pt x="5882" y="15317"/>
                    <a:pt x="5961" y="15275"/>
                    <a:pt x="5984" y="15199"/>
                  </a:cubicBezTo>
                  <a:cubicBezTo>
                    <a:pt x="6008" y="15123"/>
                    <a:pt x="6034" y="15233"/>
                    <a:pt x="6034" y="15292"/>
                  </a:cubicBezTo>
                  <a:cubicBezTo>
                    <a:pt x="6034" y="15351"/>
                    <a:pt x="6072" y="15393"/>
                    <a:pt x="6072" y="15317"/>
                  </a:cubicBezTo>
                  <a:cubicBezTo>
                    <a:pt x="6072" y="15241"/>
                    <a:pt x="6119" y="15292"/>
                    <a:pt x="6134" y="15343"/>
                  </a:cubicBezTo>
                  <a:cubicBezTo>
                    <a:pt x="6149" y="15393"/>
                    <a:pt x="6205" y="15284"/>
                    <a:pt x="6205" y="15368"/>
                  </a:cubicBezTo>
                  <a:cubicBezTo>
                    <a:pt x="6205" y="15452"/>
                    <a:pt x="6122" y="15520"/>
                    <a:pt x="6158" y="15613"/>
                  </a:cubicBezTo>
                  <a:cubicBezTo>
                    <a:pt x="6193" y="15706"/>
                    <a:pt x="6213" y="15503"/>
                    <a:pt x="6257" y="15545"/>
                  </a:cubicBezTo>
                  <a:cubicBezTo>
                    <a:pt x="6301" y="15588"/>
                    <a:pt x="6360" y="15402"/>
                    <a:pt x="6401" y="15376"/>
                  </a:cubicBezTo>
                  <a:cubicBezTo>
                    <a:pt x="6442" y="15351"/>
                    <a:pt x="6486" y="15241"/>
                    <a:pt x="6521" y="15182"/>
                  </a:cubicBezTo>
                  <a:cubicBezTo>
                    <a:pt x="6557" y="15123"/>
                    <a:pt x="6633" y="15140"/>
                    <a:pt x="6610" y="15208"/>
                  </a:cubicBezTo>
                  <a:cubicBezTo>
                    <a:pt x="6586" y="15275"/>
                    <a:pt x="6560" y="15402"/>
                    <a:pt x="6648" y="15494"/>
                  </a:cubicBezTo>
                  <a:cubicBezTo>
                    <a:pt x="6736" y="15588"/>
                    <a:pt x="6836" y="16077"/>
                    <a:pt x="6891" y="16321"/>
                  </a:cubicBezTo>
                  <a:cubicBezTo>
                    <a:pt x="6947" y="16566"/>
                    <a:pt x="7000" y="17005"/>
                    <a:pt x="7029" y="17005"/>
                  </a:cubicBezTo>
                  <a:cubicBezTo>
                    <a:pt x="7059" y="17005"/>
                    <a:pt x="7067" y="16786"/>
                    <a:pt x="7106" y="16760"/>
                  </a:cubicBezTo>
                  <a:cubicBezTo>
                    <a:pt x="7144" y="16735"/>
                    <a:pt x="7167" y="16946"/>
                    <a:pt x="7208" y="16971"/>
                  </a:cubicBezTo>
                  <a:cubicBezTo>
                    <a:pt x="7249" y="16996"/>
                    <a:pt x="7305" y="17064"/>
                    <a:pt x="7337" y="17030"/>
                  </a:cubicBezTo>
                  <a:cubicBezTo>
                    <a:pt x="7370" y="16996"/>
                    <a:pt x="7443" y="16878"/>
                    <a:pt x="7469" y="16921"/>
                  </a:cubicBezTo>
                  <a:cubicBezTo>
                    <a:pt x="7496" y="16963"/>
                    <a:pt x="7531" y="16963"/>
                    <a:pt x="7555" y="17123"/>
                  </a:cubicBezTo>
                  <a:cubicBezTo>
                    <a:pt x="7578" y="17283"/>
                    <a:pt x="7613" y="17317"/>
                    <a:pt x="7637" y="17317"/>
                  </a:cubicBezTo>
                  <a:cubicBezTo>
                    <a:pt x="7660" y="17317"/>
                    <a:pt x="7665" y="17393"/>
                    <a:pt x="7665" y="17461"/>
                  </a:cubicBezTo>
                  <a:cubicBezTo>
                    <a:pt x="7665" y="17528"/>
                    <a:pt x="7708" y="17618"/>
                    <a:pt x="7732" y="17618"/>
                  </a:cubicBezTo>
                  <a:cubicBezTo>
                    <a:pt x="7755" y="17618"/>
                    <a:pt x="7818" y="17595"/>
                    <a:pt x="7837" y="17562"/>
                  </a:cubicBezTo>
                  <a:cubicBezTo>
                    <a:pt x="7857" y="17528"/>
                    <a:pt x="7880" y="17495"/>
                    <a:pt x="7884" y="17573"/>
                  </a:cubicBezTo>
                  <a:cubicBezTo>
                    <a:pt x="7888" y="17652"/>
                    <a:pt x="7924" y="17776"/>
                    <a:pt x="7947" y="17776"/>
                  </a:cubicBezTo>
                  <a:cubicBezTo>
                    <a:pt x="7970" y="17776"/>
                    <a:pt x="8017" y="17832"/>
                    <a:pt x="8021" y="17776"/>
                  </a:cubicBezTo>
                  <a:cubicBezTo>
                    <a:pt x="8025" y="17719"/>
                    <a:pt x="8088" y="17686"/>
                    <a:pt x="8111" y="17674"/>
                  </a:cubicBezTo>
                  <a:cubicBezTo>
                    <a:pt x="8135" y="17663"/>
                    <a:pt x="8217" y="17618"/>
                    <a:pt x="8233" y="17517"/>
                  </a:cubicBezTo>
                  <a:cubicBezTo>
                    <a:pt x="8248" y="17416"/>
                    <a:pt x="8315" y="17416"/>
                    <a:pt x="8334" y="17348"/>
                  </a:cubicBezTo>
                  <a:cubicBezTo>
                    <a:pt x="8354" y="17281"/>
                    <a:pt x="8409" y="17247"/>
                    <a:pt x="8420" y="17179"/>
                  </a:cubicBezTo>
                  <a:cubicBezTo>
                    <a:pt x="8432" y="17112"/>
                    <a:pt x="8503" y="17123"/>
                    <a:pt x="8511" y="17067"/>
                  </a:cubicBezTo>
                  <a:cubicBezTo>
                    <a:pt x="8518" y="17011"/>
                    <a:pt x="8577" y="16999"/>
                    <a:pt x="8604" y="17022"/>
                  </a:cubicBezTo>
                  <a:cubicBezTo>
                    <a:pt x="8632" y="17044"/>
                    <a:pt x="8769" y="17123"/>
                    <a:pt x="8788" y="17112"/>
                  </a:cubicBezTo>
                  <a:cubicBezTo>
                    <a:pt x="8808" y="17101"/>
                    <a:pt x="8812" y="17315"/>
                    <a:pt x="8831" y="17326"/>
                  </a:cubicBezTo>
                  <a:cubicBezTo>
                    <a:pt x="8851" y="17337"/>
                    <a:pt x="8921" y="17494"/>
                    <a:pt x="8941" y="17450"/>
                  </a:cubicBezTo>
                  <a:cubicBezTo>
                    <a:pt x="8960" y="17404"/>
                    <a:pt x="9007" y="17359"/>
                    <a:pt x="9047" y="17427"/>
                  </a:cubicBezTo>
                  <a:cubicBezTo>
                    <a:pt x="9086" y="17494"/>
                    <a:pt x="9125" y="17584"/>
                    <a:pt x="9141" y="17506"/>
                  </a:cubicBezTo>
                  <a:cubicBezTo>
                    <a:pt x="9156" y="17427"/>
                    <a:pt x="9238" y="17393"/>
                    <a:pt x="9250" y="17348"/>
                  </a:cubicBezTo>
                  <a:cubicBezTo>
                    <a:pt x="9262" y="17303"/>
                    <a:pt x="9274" y="17168"/>
                    <a:pt x="9254" y="17123"/>
                  </a:cubicBezTo>
                  <a:cubicBezTo>
                    <a:pt x="9235" y="17078"/>
                    <a:pt x="9215" y="16898"/>
                    <a:pt x="9207" y="16808"/>
                  </a:cubicBezTo>
                  <a:cubicBezTo>
                    <a:pt x="9199" y="16718"/>
                    <a:pt x="9254" y="16696"/>
                    <a:pt x="9262" y="16617"/>
                  </a:cubicBezTo>
                  <a:cubicBezTo>
                    <a:pt x="9270" y="16538"/>
                    <a:pt x="9317" y="16527"/>
                    <a:pt x="9332" y="16482"/>
                  </a:cubicBezTo>
                  <a:cubicBezTo>
                    <a:pt x="9348" y="16437"/>
                    <a:pt x="9352" y="16336"/>
                    <a:pt x="9379" y="16358"/>
                  </a:cubicBezTo>
                  <a:cubicBezTo>
                    <a:pt x="9407" y="16381"/>
                    <a:pt x="9465" y="16437"/>
                    <a:pt x="9477" y="16471"/>
                  </a:cubicBezTo>
                  <a:cubicBezTo>
                    <a:pt x="9489" y="16504"/>
                    <a:pt x="9532" y="16527"/>
                    <a:pt x="9559" y="16527"/>
                  </a:cubicBezTo>
                  <a:cubicBezTo>
                    <a:pt x="9587" y="16527"/>
                    <a:pt x="9630" y="16594"/>
                    <a:pt x="9657" y="16639"/>
                  </a:cubicBezTo>
                  <a:cubicBezTo>
                    <a:pt x="9685" y="16684"/>
                    <a:pt x="9771" y="16684"/>
                    <a:pt x="9786" y="16752"/>
                  </a:cubicBezTo>
                  <a:cubicBezTo>
                    <a:pt x="9802" y="16819"/>
                    <a:pt x="9782" y="17011"/>
                    <a:pt x="9802" y="17078"/>
                  </a:cubicBezTo>
                  <a:cubicBezTo>
                    <a:pt x="9821" y="17146"/>
                    <a:pt x="9868" y="17292"/>
                    <a:pt x="9884" y="17258"/>
                  </a:cubicBezTo>
                  <a:cubicBezTo>
                    <a:pt x="9900" y="17224"/>
                    <a:pt x="9974" y="17371"/>
                    <a:pt x="10002" y="17359"/>
                  </a:cubicBezTo>
                  <a:cubicBezTo>
                    <a:pt x="10029" y="17348"/>
                    <a:pt x="10072" y="17224"/>
                    <a:pt x="10095" y="17224"/>
                  </a:cubicBezTo>
                  <a:cubicBezTo>
                    <a:pt x="10119" y="17224"/>
                    <a:pt x="10193" y="17168"/>
                    <a:pt x="10217" y="17179"/>
                  </a:cubicBezTo>
                  <a:cubicBezTo>
                    <a:pt x="10240" y="17191"/>
                    <a:pt x="10326" y="17281"/>
                    <a:pt x="10338" y="17258"/>
                  </a:cubicBezTo>
                  <a:cubicBezTo>
                    <a:pt x="10350" y="17236"/>
                    <a:pt x="10428" y="17269"/>
                    <a:pt x="10440" y="17337"/>
                  </a:cubicBezTo>
                  <a:cubicBezTo>
                    <a:pt x="10452" y="17404"/>
                    <a:pt x="10549" y="17404"/>
                    <a:pt x="10549" y="17483"/>
                  </a:cubicBezTo>
                  <a:cubicBezTo>
                    <a:pt x="10549" y="17562"/>
                    <a:pt x="10604" y="17607"/>
                    <a:pt x="10620" y="17697"/>
                  </a:cubicBezTo>
                  <a:cubicBezTo>
                    <a:pt x="10635" y="17787"/>
                    <a:pt x="10765" y="17731"/>
                    <a:pt x="10788" y="17787"/>
                  </a:cubicBezTo>
                  <a:cubicBezTo>
                    <a:pt x="10812" y="17843"/>
                    <a:pt x="10960" y="17832"/>
                    <a:pt x="10964" y="17787"/>
                  </a:cubicBezTo>
                  <a:cubicBezTo>
                    <a:pt x="10968" y="17742"/>
                    <a:pt x="11109" y="17719"/>
                    <a:pt x="11136" y="17663"/>
                  </a:cubicBezTo>
                  <a:cubicBezTo>
                    <a:pt x="11164" y="17607"/>
                    <a:pt x="11238" y="17630"/>
                    <a:pt x="11242" y="17551"/>
                  </a:cubicBezTo>
                  <a:cubicBezTo>
                    <a:pt x="11246" y="17472"/>
                    <a:pt x="11316" y="17416"/>
                    <a:pt x="11348" y="17348"/>
                  </a:cubicBezTo>
                  <a:cubicBezTo>
                    <a:pt x="11379" y="17281"/>
                    <a:pt x="11504" y="17292"/>
                    <a:pt x="11512" y="17371"/>
                  </a:cubicBezTo>
                  <a:cubicBezTo>
                    <a:pt x="11520" y="17450"/>
                    <a:pt x="11594" y="17472"/>
                    <a:pt x="11626" y="17438"/>
                  </a:cubicBezTo>
                  <a:cubicBezTo>
                    <a:pt x="11657" y="17404"/>
                    <a:pt x="11739" y="17450"/>
                    <a:pt x="11751" y="17528"/>
                  </a:cubicBezTo>
                  <a:cubicBezTo>
                    <a:pt x="11763" y="17607"/>
                    <a:pt x="11856" y="17652"/>
                    <a:pt x="11880" y="17629"/>
                  </a:cubicBezTo>
                  <a:cubicBezTo>
                    <a:pt x="11903" y="17607"/>
                    <a:pt x="11978" y="17450"/>
                    <a:pt x="12005" y="17438"/>
                  </a:cubicBezTo>
                  <a:cubicBezTo>
                    <a:pt x="12033" y="17427"/>
                    <a:pt x="12072" y="17348"/>
                    <a:pt x="12064" y="17269"/>
                  </a:cubicBezTo>
                  <a:cubicBezTo>
                    <a:pt x="12056" y="17191"/>
                    <a:pt x="12119" y="16966"/>
                    <a:pt x="12127" y="16876"/>
                  </a:cubicBezTo>
                  <a:cubicBezTo>
                    <a:pt x="12134" y="16786"/>
                    <a:pt x="12189" y="16538"/>
                    <a:pt x="12209" y="16516"/>
                  </a:cubicBezTo>
                  <a:cubicBezTo>
                    <a:pt x="12228" y="16493"/>
                    <a:pt x="12271" y="16392"/>
                    <a:pt x="12267" y="16324"/>
                  </a:cubicBezTo>
                  <a:cubicBezTo>
                    <a:pt x="12263" y="16257"/>
                    <a:pt x="12252" y="16054"/>
                    <a:pt x="12228" y="16054"/>
                  </a:cubicBezTo>
                  <a:cubicBezTo>
                    <a:pt x="12205" y="16054"/>
                    <a:pt x="12162" y="16066"/>
                    <a:pt x="12217" y="15852"/>
                  </a:cubicBezTo>
                  <a:cubicBezTo>
                    <a:pt x="12271" y="15638"/>
                    <a:pt x="12369" y="15694"/>
                    <a:pt x="12385" y="15694"/>
                  </a:cubicBezTo>
                  <a:cubicBezTo>
                    <a:pt x="12400" y="15694"/>
                    <a:pt x="12526" y="15604"/>
                    <a:pt x="12580" y="15649"/>
                  </a:cubicBezTo>
                  <a:cubicBezTo>
                    <a:pt x="12635" y="15694"/>
                    <a:pt x="12670" y="15627"/>
                    <a:pt x="12729" y="15717"/>
                  </a:cubicBezTo>
                  <a:cubicBezTo>
                    <a:pt x="12788" y="15807"/>
                    <a:pt x="12870" y="15773"/>
                    <a:pt x="12890" y="15852"/>
                  </a:cubicBezTo>
                  <a:cubicBezTo>
                    <a:pt x="12909" y="15931"/>
                    <a:pt x="12987" y="15998"/>
                    <a:pt x="12976" y="16133"/>
                  </a:cubicBezTo>
                  <a:cubicBezTo>
                    <a:pt x="12964" y="16268"/>
                    <a:pt x="13019" y="16189"/>
                    <a:pt x="13038" y="16482"/>
                  </a:cubicBezTo>
                  <a:cubicBezTo>
                    <a:pt x="13058" y="16774"/>
                    <a:pt x="13105" y="16797"/>
                    <a:pt x="13117" y="16932"/>
                  </a:cubicBezTo>
                  <a:cubicBezTo>
                    <a:pt x="13128" y="17067"/>
                    <a:pt x="13191" y="17315"/>
                    <a:pt x="13183" y="17393"/>
                  </a:cubicBezTo>
                  <a:cubicBezTo>
                    <a:pt x="13175" y="17472"/>
                    <a:pt x="13167" y="17595"/>
                    <a:pt x="13234" y="17607"/>
                  </a:cubicBezTo>
                  <a:cubicBezTo>
                    <a:pt x="13300" y="17618"/>
                    <a:pt x="13348" y="17764"/>
                    <a:pt x="13363" y="17742"/>
                  </a:cubicBezTo>
                  <a:cubicBezTo>
                    <a:pt x="13379" y="17719"/>
                    <a:pt x="13457" y="17798"/>
                    <a:pt x="13496" y="17911"/>
                  </a:cubicBezTo>
                  <a:cubicBezTo>
                    <a:pt x="13535" y="18023"/>
                    <a:pt x="13594" y="17967"/>
                    <a:pt x="13590" y="18091"/>
                  </a:cubicBezTo>
                  <a:cubicBezTo>
                    <a:pt x="13586" y="18214"/>
                    <a:pt x="13621" y="18316"/>
                    <a:pt x="13617" y="18417"/>
                  </a:cubicBezTo>
                  <a:cubicBezTo>
                    <a:pt x="13614" y="18518"/>
                    <a:pt x="13692" y="18586"/>
                    <a:pt x="13747" y="18563"/>
                  </a:cubicBezTo>
                  <a:cubicBezTo>
                    <a:pt x="13801" y="18541"/>
                    <a:pt x="13841" y="18619"/>
                    <a:pt x="13864" y="18484"/>
                  </a:cubicBezTo>
                  <a:cubicBezTo>
                    <a:pt x="13888" y="18349"/>
                    <a:pt x="13966" y="18406"/>
                    <a:pt x="13993" y="18349"/>
                  </a:cubicBezTo>
                  <a:cubicBezTo>
                    <a:pt x="14020" y="18293"/>
                    <a:pt x="14103" y="18226"/>
                    <a:pt x="14099" y="18428"/>
                  </a:cubicBezTo>
                  <a:cubicBezTo>
                    <a:pt x="14095" y="18631"/>
                    <a:pt x="14142" y="18676"/>
                    <a:pt x="14103" y="18743"/>
                  </a:cubicBezTo>
                  <a:cubicBezTo>
                    <a:pt x="14064" y="18810"/>
                    <a:pt x="14044" y="19103"/>
                    <a:pt x="14032" y="19227"/>
                  </a:cubicBezTo>
                  <a:cubicBezTo>
                    <a:pt x="14020" y="19351"/>
                    <a:pt x="13962" y="19384"/>
                    <a:pt x="13954" y="19519"/>
                  </a:cubicBezTo>
                  <a:cubicBezTo>
                    <a:pt x="13946" y="19654"/>
                    <a:pt x="13891" y="19666"/>
                    <a:pt x="13891" y="19767"/>
                  </a:cubicBezTo>
                  <a:cubicBezTo>
                    <a:pt x="13891" y="19868"/>
                    <a:pt x="13813" y="19846"/>
                    <a:pt x="13774" y="19767"/>
                  </a:cubicBezTo>
                  <a:cubicBezTo>
                    <a:pt x="13735" y="19688"/>
                    <a:pt x="13696" y="19913"/>
                    <a:pt x="13664" y="19913"/>
                  </a:cubicBezTo>
                  <a:cubicBezTo>
                    <a:pt x="13633" y="19913"/>
                    <a:pt x="13637" y="20104"/>
                    <a:pt x="13645" y="20183"/>
                  </a:cubicBezTo>
                  <a:cubicBezTo>
                    <a:pt x="13653" y="20262"/>
                    <a:pt x="13633" y="20363"/>
                    <a:pt x="13653" y="20498"/>
                  </a:cubicBezTo>
                  <a:cubicBezTo>
                    <a:pt x="13663" y="20571"/>
                    <a:pt x="13657" y="20708"/>
                    <a:pt x="13662" y="20862"/>
                  </a:cubicBezTo>
                  <a:cubicBezTo>
                    <a:pt x="13710" y="20763"/>
                    <a:pt x="13753" y="20689"/>
                    <a:pt x="13772" y="20689"/>
                  </a:cubicBezTo>
                  <a:cubicBezTo>
                    <a:pt x="13821" y="20689"/>
                    <a:pt x="13870" y="20931"/>
                    <a:pt x="13925" y="20937"/>
                  </a:cubicBezTo>
                  <a:cubicBezTo>
                    <a:pt x="13980" y="20943"/>
                    <a:pt x="14228" y="20464"/>
                    <a:pt x="14230" y="20386"/>
                  </a:cubicBezTo>
                  <a:cubicBezTo>
                    <a:pt x="14232" y="20307"/>
                    <a:pt x="14377" y="19907"/>
                    <a:pt x="14445" y="19699"/>
                  </a:cubicBezTo>
                  <a:cubicBezTo>
                    <a:pt x="14514" y="19491"/>
                    <a:pt x="14604" y="19187"/>
                    <a:pt x="14639" y="18951"/>
                  </a:cubicBezTo>
                  <a:cubicBezTo>
                    <a:pt x="14661" y="18806"/>
                    <a:pt x="14756" y="18524"/>
                    <a:pt x="14780" y="18411"/>
                  </a:cubicBezTo>
                  <a:cubicBezTo>
                    <a:pt x="14803" y="18299"/>
                    <a:pt x="14819" y="18288"/>
                    <a:pt x="14862" y="18023"/>
                  </a:cubicBezTo>
                  <a:cubicBezTo>
                    <a:pt x="14905" y="17759"/>
                    <a:pt x="14905" y="17067"/>
                    <a:pt x="14919" y="17022"/>
                  </a:cubicBezTo>
                  <a:cubicBezTo>
                    <a:pt x="14932" y="16977"/>
                    <a:pt x="14925" y="16859"/>
                    <a:pt x="14944" y="16786"/>
                  </a:cubicBezTo>
                  <a:cubicBezTo>
                    <a:pt x="14964" y="16713"/>
                    <a:pt x="14954" y="16611"/>
                    <a:pt x="14993" y="16516"/>
                  </a:cubicBezTo>
                  <a:cubicBezTo>
                    <a:pt x="15032" y="16420"/>
                    <a:pt x="15024" y="16336"/>
                    <a:pt x="15015" y="16262"/>
                  </a:cubicBezTo>
                  <a:cubicBezTo>
                    <a:pt x="15005" y="16189"/>
                    <a:pt x="15017" y="16026"/>
                    <a:pt x="15007" y="15976"/>
                  </a:cubicBezTo>
                  <a:cubicBezTo>
                    <a:pt x="14997" y="15925"/>
                    <a:pt x="14999" y="15903"/>
                    <a:pt x="15022" y="15863"/>
                  </a:cubicBezTo>
                  <a:cubicBezTo>
                    <a:pt x="15046" y="15824"/>
                    <a:pt x="15007" y="15722"/>
                    <a:pt x="14974" y="15677"/>
                  </a:cubicBezTo>
                  <a:cubicBezTo>
                    <a:pt x="14940" y="15632"/>
                    <a:pt x="14897" y="15593"/>
                    <a:pt x="14893" y="15486"/>
                  </a:cubicBezTo>
                  <a:cubicBezTo>
                    <a:pt x="14889" y="15379"/>
                    <a:pt x="14833" y="15250"/>
                    <a:pt x="14789" y="15261"/>
                  </a:cubicBezTo>
                  <a:cubicBezTo>
                    <a:pt x="14746" y="15273"/>
                    <a:pt x="14666" y="15194"/>
                    <a:pt x="14676" y="15273"/>
                  </a:cubicBezTo>
                  <a:cubicBezTo>
                    <a:pt x="14686" y="15351"/>
                    <a:pt x="14672" y="15419"/>
                    <a:pt x="14651" y="15402"/>
                  </a:cubicBezTo>
                  <a:cubicBezTo>
                    <a:pt x="14629" y="15385"/>
                    <a:pt x="14619" y="15436"/>
                    <a:pt x="14594" y="15548"/>
                  </a:cubicBezTo>
                  <a:cubicBezTo>
                    <a:pt x="14568" y="15661"/>
                    <a:pt x="14478" y="15672"/>
                    <a:pt x="14519" y="15565"/>
                  </a:cubicBezTo>
                  <a:cubicBezTo>
                    <a:pt x="14561" y="15458"/>
                    <a:pt x="14506" y="15452"/>
                    <a:pt x="14514" y="15340"/>
                  </a:cubicBezTo>
                  <a:cubicBezTo>
                    <a:pt x="14522" y="15227"/>
                    <a:pt x="14555" y="15115"/>
                    <a:pt x="14510" y="15188"/>
                  </a:cubicBezTo>
                  <a:cubicBezTo>
                    <a:pt x="14465" y="15261"/>
                    <a:pt x="14465" y="15436"/>
                    <a:pt x="14428" y="15458"/>
                  </a:cubicBezTo>
                  <a:cubicBezTo>
                    <a:pt x="14390" y="15481"/>
                    <a:pt x="14402" y="15154"/>
                    <a:pt x="14412" y="15070"/>
                  </a:cubicBezTo>
                  <a:cubicBezTo>
                    <a:pt x="14422" y="14986"/>
                    <a:pt x="14343" y="15076"/>
                    <a:pt x="14261" y="15059"/>
                  </a:cubicBezTo>
                  <a:cubicBezTo>
                    <a:pt x="14179" y="15042"/>
                    <a:pt x="14201" y="14879"/>
                    <a:pt x="14267" y="14777"/>
                  </a:cubicBezTo>
                  <a:cubicBezTo>
                    <a:pt x="14334" y="14676"/>
                    <a:pt x="14322" y="14581"/>
                    <a:pt x="14355" y="14541"/>
                  </a:cubicBezTo>
                  <a:cubicBezTo>
                    <a:pt x="14388" y="14502"/>
                    <a:pt x="14475" y="14339"/>
                    <a:pt x="14525" y="14254"/>
                  </a:cubicBezTo>
                  <a:cubicBezTo>
                    <a:pt x="14576" y="14170"/>
                    <a:pt x="14586" y="14074"/>
                    <a:pt x="14598" y="13979"/>
                  </a:cubicBezTo>
                  <a:cubicBezTo>
                    <a:pt x="14610" y="13883"/>
                    <a:pt x="14703" y="13765"/>
                    <a:pt x="14788" y="13568"/>
                  </a:cubicBezTo>
                  <a:cubicBezTo>
                    <a:pt x="14872" y="13371"/>
                    <a:pt x="14913" y="13259"/>
                    <a:pt x="14932" y="13140"/>
                  </a:cubicBezTo>
                  <a:cubicBezTo>
                    <a:pt x="14952" y="13022"/>
                    <a:pt x="15077" y="12876"/>
                    <a:pt x="15079" y="12786"/>
                  </a:cubicBezTo>
                  <a:cubicBezTo>
                    <a:pt x="15081" y="12696"/>
                    <a:pt x="15228" y="12471"/>
                    <a:pt x="15328" y="12415"/>
                  </a:cubicBezTo>
                  <a:cubicBezTo>
                    <a:pt x="15427" y="12359"/>
                    <a:pt x="15586" y="12432"/>
                    <a:pt x="15615" y="12516"/>
                  </a:cubicBezTo>
                  <a:cubicBezTo>
                    <a:pt x="15645" y="12600"/>
                    <a:pt x="15666" y="12567"/>
                    <a:pt x="15684" y="12511"/>
                  </a:cubicBezTo>
                  <a:cubicBezTo>
                    <a:pt x="15701" y="12454"/>
                    <a:pt x="15740" y="12482"/>
                    <a:pt x="15807" y="12505"/>
                  </a:cubicBezTo>
                  <a:cubicBezTo>
                    <a:pt x="15874" y="12527"/>
                    <a:pt x="15889" y="12415"/>
                    <a:pt x="15934" y="12454"/>
                  </a:cubicBezTo>
                  <a:cubicBezTo>
                    <a:pt x="15979" y="12494"/>
                    <a:pt x="16016" y="12516"/>
                    <a:pt x="16044" y="12364"/>
                  </a:cubicBezTo>
                  <a:cubicBezTo>
                    <a:pt x="16071" y="12212"/>
                    <a:pt x="16200" y="12241"/>
                    <a:pt x="16230" y="12303"/>
                  </a:cubicBezTo>
                  <a:cubicBezTo>
                    <a:pt x="16259" y="12365"/>
                    <a:pt x="16283" y="12449"/>
                    <a:pt x="16330" y="12359"/>
                  </a:cubicBezTo>
                  <a:cubicBezTo>
                    <a:pt x="16376" y="12269"/>
                    <a:pt x="16376" y="12477"/>
                    <a:pt x="16421" y="12494"/>
                  </a:cubicBezTo>
                  <a:cubicBezTo>
                    <a:pt x="16466" y="12511"/>
                    <a:pt x="16437" y="12623"/>
                    <a:pt x="16398" y="12612"/>
                  </a:cubicBezTo>
                  <a:cubicBezTo>
                    <a:pt x="16359" y="12600"/>
                    <a:pt x="16310" y="12668"/>
                    <a:pt x="16355" y="12741"/>
                  </a:cubicBezTo>
                  <a:cubicBezTo>
                    <a:pt x="16400" y="12814"/>
                    <a:pt x="16453" y="12674"/>
                    <a:pt x="16488" y="12685"/>
                  </a:cubicBezTo>
                  <a:cubicBezTo>
                    <a:pt x="16523" y="12696"/>
                    <a:pt x="16578" y="12707"/>
                    <a:pt x="16627" y="12617"/>
                  </a:cubicBezTo>
                  <a:cubicBezTo>
                    <a:pt x="16676" y="12527"/>
                    <a:pt x="16690" y="12691"/>
                    <a:pt x="16721" y="12612"/>
                  </a:cubicBezTo>
                  <a:cubicBezTo>
                    <a:pt x="16752" y="12533"/>
                    <a:pt x="16823" y="12511"/>
                    <a:pt x="16858" y="12516"/>
                  </a:cubicBezTo>
                  <a:cubicBezTo>
                    <a:pt x="16893" y="12522"/>
                    <a:pt x="16864" y="12398"/>
                    <a:pt x="16805" y="12398"/>
                  </a:cubicBezTo>
                  <a:cubicBezTo>
                    <a:pt x="16746" y="12398"/>
                    <a:pt x="16748" y="12308"/>
                    <a:pt x="16795" y="12077"/>
                  </a:cubicBezTo>
                  <a:cubicBezTo>
                    <a:pt x="16842" y="11847"/>
                    <a:pt x="16932" y="11723"/>
                    <a:pt x="16989" y="11583"/>
                  </a:cubicBezTo>
                  <a:cubicBezTo>
                    <a:pt x="17046" y="11442"/>
                    <a:pt x="17087" y="11510"/>
                    <a:pt x="17087" y="11419"/>
                  </a:cubicBezTo>
                  <a:cubicBezTo>
                    <a:pt x="17087" y="11329"/>
                    <a:pt x="17114" y="11076"/>
                    <a:pt x="17157" y="11071"/>
                  </a:cubicBezTo>
                  <a:cubicBezTo>
                    <a:pt x="17200" y="11065"/>
                    <a:pt x="17308" y="11121"/>
                    <a:pt x="17374" y="11014"/>
                  </a:cubicBezTo>
                  <a:cubicBezTo>
                    <a:pt x="17441" y="10907"/>
                    <a:pt x="17435" y="11093"/>
                    <a:pt x="17462" y="11121"/>
                  </a:cubicBezTo>
                  <a:cubicBezTo>
                    <a:pt x="17490" y="11149"/>
                    <a:pt x="17527" y="10958"/>
                    <a:pt x="17558" y="11014"/>
                  </a:cubicBezTo>
                  <a:cubicBezTo>
                    <a:pt x="17590" y="11071"/>
                    <a:pt x="17511" y="11206"/>
                    <a:pt x="17494" y="11369"/>
                  </a:cubicBezTo>
                  <a:cubicBezTo>
                    <a:pt x="17476" y="11532"/>
                    <a:pt x="17535" y="11470"/>
                    <a:pt x="17568" y="11515"/>
                  </a:cubicBezTo>
                  <a:cubicBezTo>
                    <a:pt x="17601" y="11560"/>
                    <a:pt x="17525" y="11628"/>
                    <a:pt x="17533" y="11672"/>
                  </a:cubicBezTo>
                  <a:cubicBezTo>
                    <a:pt x="17541" y="11717"/>
                    <a:pt x="17607" y="11717"/>
                    <a:pt x="17693" y="11470"/>
                  </a:cubicBezTo>
                  <a:cubicBezTo>
                    <a:pt x="17779" y="11223"/>
                    <a:pt x="17858" y="11155"/>
                    <a:pt x="17912" y="11172"/>
                  </a:cubicBezTo>
                  <a:cubicBezTo>
                    <a:pt x="17967" y="11189"/>
                    <a:pt x="17936" y="11031"/>
                    <a:pt x="17940" y="10801"/>
                  </a:cubicBezTo>
                  <a:cubicBezTo>
                    <a:pt x="17944" y="10570"/>
                    <a:pt x="18112" y="10503"/>
                    <a:pt x="18167" y="10570"/>
                  </a:cubicBezTo>
                  <a:cubicBezTo>
                    <a:pt x="18222" y="10637"/>
                    <a:pt x="18218" y="10699"/>
                    <a:pt x="18165" y="10660"/>
                  </a:cubicBezTo>
                  <a:cubicBezTo>
                    <a:pt x="18112" y="10621"/>
                    <a:pt x="18063" y="10756"/>
                    <a:pt x="18065" y="10947"/>
                  </a:cubicBezTo>
                  <a:cubicBezTo>
                    <a:pt x="18067" y="11138"/>
                    <a:pt x="18018" y="11200"/>
                    <a:pt x="18044" y="11273"/>
                  </a:cubicBezTo>
                  <a:cubicBezTo>
                    <a:pt x="18069" y="11346"/>
                    <a:pt x="18006" y="11363"/>
                    <a:pt x="18004" y="11442"/>
                  </a:cubicBezTo>
                  <a:cubicBezTo>
                    <a:pt x="18002" y="11521"/>
                    <a:pt x="18004" y="11583"/>
                    <a:pt x="17965" y="11616"/>
                  </a:cubicBezTo>
                  <a:cubicBezTo>
                    <a:pt x="17926" y="11650"/>
                    <a:pt x="17795" y="11689"/>
                    <a:pt x="17791" y="11836"/>
                  </a:cubicBezTo>
                  <a:cubicBezTo>
                    <a:pt x="17787" y="11982"/>
                    <a:pt x="17717" y="11999"/>
                    <a:pt x="17683" y="12179"/>
                  </a:cubicBezTo>
                  <a:cubicBezTo>
                    <a:pt x="17650" y="12359"/>
                    <a:pt x="17523" y="12466"/>
                    <a:pt x="17439" y="12826"/>
                  </a:cubicBezTo>
                  <a:cubicBezTo>
                    <a:pt x="17355" y="13186"/>
                    <a:pt x="17222" y="13186"/>
                    <a:pt x="17222" y="13253"/>
                  </a:cubicBezTo>
                  <a:cubicBezTo>
                    <a:pt x="17222" y="13321"/>
                    <a:pt x="17130" y="13315"/>
                    <a:pt x="17098" y="13326"/>
                  </a:cubicBezTo>
                  <a:cubicBezTo>
                    <a:pt x="17067" y="13337"/>
                    <a:pt x="17128" y="13557"/>
                    <a:pt x="17053" y="13787"/>
                  </a:cubicBezTo>
                  <a:cubicBezTo>
                    <a:pt x="16979" y="14018"/>
                    <a:pt x="16930" y="14339"/>
                    <a:pt x="16932" y="14659"/>
                  </a:cubicBezTo>
                  <a:cubicBezTo>
                    <a:pt x="16934" y="14980"/>
                    <a:pt x="16971" y="15903"/>
                    <a:pt x="17005" y="16066"/>
                  </a:cubicBezTo>
                  <a:cubicBezTo>
                    <a:pt x="17038" y="16229"/>
                    <a:pt x="17018" y="16628"/>
                    <a:pt x="17046" y="16713"/>
                  </a:cubicBezTo>
                  <a:cubicBezTo>
                    <a:pt x="17073" y="16797"/>
                    <a:pt x="17063" y="16937"/>
                    <a:pt x="17081" y="16988"/>
                  </a:cubicBezTo>
                  <a:cubicBezTo>
                    <a:pt x="17098" y="17039"/>
                    <a:pt x="17171" y="16763"/>
                    <a:pt x="17220" y="16645"/>
                  </a:cubicBezTo>
                  <a:cubicBezTo>
                    <a:pt x="17269" y="16527"/>
                    <a:pt x="17253" y="16488"/>
                    <a:pt x="17286" y="16426"/>
                  </a:cubicBezTo>
                  <a:cubicBezTo>
                    <a:pt x="17320" y="16364"/>
                    <a:pt x="17306" y="16105"/>
                    <a:pt x="17316" y="16037"/>
                  </a:cubicBezTo>
                  <a:cubicBezTo>
                    <a:pt x="17325" y="15970"/>
                    <a:pt x="17386" y="15936"/>
                    <a:pt x="17406" y="15863"/>
                  </a:cubicBezTo>
                  <a:cubicBezTo>
                    <a:pt x="17425" y="15790"/>
                    <a:pt x="17476" y="15835"/>
                    <a:pt x="17504" y="15807"/>
                  </a:cubicBezTo>
                  <a:cubicBezTo>
                    <a:pt x="17531" y="15779"/>
                    <a:pt x="17501" y="15593"/>
                    <a:pt x="17492" y="15486"/>
                  </a:cubicBezTo>
                  <a:cubicBezTo>
                    <a:pt x="17482" y="15379"/>
                    <a:pt x="17572" y="15233"/>
                    <a:pt x="17619" y="15137"/>
                  </a:cubicBezTo>
                  <a:cubicBezTo>
                    <a:pt x="17666" y="15042"/>
                    <a:pt x="17725" y="15199"/>
                    <a:pt x="17777" y="15059"/>
                  </a:cubicBezTo>
                  <a:cubicBezTo>
                    <a:pt x="17830" y="14918"/>
                    <a:pt x="17774" y="14755"/>
                    <a:pt x="17754" y="14682"/>
                  </a:cubicBezTo>
                  <a:cubicBezTo>
                    <a:pt x="17734" y="14609"/>
                    <a:pt x="17807" y="14254"/>
                    <a:pt x="17848" y="14220"/>
                  </a:cubicBezTo>
                  <a:cubicBezTo>
                    <a:pt x="17889" y="14187"/>
                    <a:pt x="17910" y="14305"/>
                    <a:pt x="17950" y="14204"/>
                  </a:cubicBezTo>
                  <a:cubicBezTo>
                    <a:pt x="17989" y="14102"/>
                    <a:pt x="17914" y="13939"/>
                    <a:pt x="17887" y="13951"/>
                  </a:cubicBezTo>
                  <a:cubicBezTo>
                    <a:pt x="17860" y="13962"/>
                    <a:pt x="17850" y="13664"/>
                    <a:pt x="17914" y="13523"/>
                  </a:cubicBezTo>
                  <a:cubicBezTo>
                    <a:pt x="17979" y="13383"/>
                    <a:pt x="17953" y="13354"/>
                    <a:pt x="17910" y="13321"/>
                  </a:cubicBezTo>
                  <a:cubicBezTo>
                    <a:pt x="17867" y="13287"/>
                    <a:pt x="17860" y="13332"/>
                    <a:pt x="17826" y="13337"/>
                  </a:cubicBezTo>
                  <a:cubicBezTo>
                    <a:pt x="17793" y="13343"/>
                    <a:pt x="17760" y="13140"/>
                    <a:pt x="17811" y="12944"/>
                  </a:cubicBezTo>
                  <a:cubicBezTo>
                    <a:pt x="17862" y="12747"/>
                    <a:pt x="17910" y="12769"/>
                    <a:pt x="17922" y="12606"/>
                  </a:cubicBezTo>
                  <a:cubicBezTo>
                    <a:pt x="17934" y="12443"/>
                    <a:pt x="18004" y="12212"/>
                    <a:pt x="18022" y="12128"/>
                  </a:cubicBezTo>
                  <a:cubicBezTo>
                    <a:pt x="18040" y="12044"/>
                    <a:pt x="18110" y="12128"/>
                    <a:pt x="18138" y="12111"/>
                  </a:cubicBezTo>
                  <a:cubicBezTo>
                    <a:pt x="18165" y="12094"/>
                    <a:pt x="18155" y="12263"/>
                    <a:pt x="18188" y="12179"/>
                  </a:cubicBezTo>
                  <a:cubicBezTo>
                    <a:pt x="18222" y="12094"/>
                    <a:pt x="18276" y="11813"/>
                    <a:pt x="18321" y="11813"/>
                  </a:cubicBezTo>
                  <a:cubicBezTo>
                    <a:pt x="18366" y="11813"/>
                    <a:pt x="18337" y="12021"/>
                    <a:pt x="18349" y="12145"/>
                  </a:cubicBezTo>
                  <a:cubicBezTo>
                    <a:pt x="18361" y="12269"/>
                    <a:pt x="18386" y="12111"/>
                    <a:pt x="18472" y="11943"/>
                  </a:cubicBezTo>
                  <a:cubicBezTo>
                    <a:pt x="18558" y="11774"/>
                    <a:pt x="18746" y="11790"/>
                    <a:pt x="18803" y="11869"/>
                  </a:cubicBezTo>
                  <a:cubicBezTo>
                    <a:pt x="18860" y="11948"/>
                    <a:pt x="18869" y="12134"/>
                    <a:pt x="18901" y="12111"/>
                  </a:cubicBezTo>
                  <a:cubicBezTo>
                    <a:pt x="18948" y="12077"/>
                    <a:pt x="18908" y="11926"/>
                    <a:pt x="18955" y="11886"/>
                  </a:cubicBezTo>
                  <a:cubicBezTo>
                    <a:pt x="19002" y="11847"/>
                    <a:pt x="19085" y="11706"/>
                    <a:pt x="19147" y="11577"/>
                  </a:cubicBezTo>
                  <a:cubicBezTo>
                    <a:pt x="19210" y="11447"/>
                    <a:pt x="19192" y="11543"/>
                    <a:pt x="19225" y="11425"/>
                  </a:cubicBezTo>
                  <a:cubicBezTo>
                    <a:pt x="19259" y="11307"/>
                    <a:pt x="19292" y="11358"/>
                    <a:pt x="19302" y="11279"/>
                  </a:cubicBezTo>
                  <a:cubicBezTo>
                    <a:pt x="19312" y="11200"/>
                    <a:pt x="19401" y="11071"/>
                    <a:pt x="19525" y="10992"/>
                  </a:cubicBezTo>
                  <a:cubicBezTo>
                    <a:pt x="19648" y="10913"/>
                    <a:pt x="19808" y="10677"/>
                    <a:pt x="19801" y="10604"/>
                  </a:cubicBezTo>
                  <a:cubicBezTo>
                    <a:pt x="19793" y="10531"/>
                    <a:pt x="19848" y="10497"/>
                    <a:pt x="19854" y="10570"/>
                  </a:cubicBezTo>
                  <a:cubicBezTo>
                    <a:pt x="19859" y="10643"/>
                    <a:pt x="19906" y="10615"/>
                    <a:pt x="19971" y="10654"/>
                  </a:cubicBezTo>
                  <a:cubicBezTo>
                    <a:pt x="20035" y="10694"/>
                    <a:pt x="20065" y="10767"/>
                    <a:pt x="20116" y="10621"/>
                  </a:cubicBezTo>
                  <a:cubicBezTo>
                    <a:pt x="20167" y="10474"/>
                    <a:pt x="20110" y="10424"/>
                    <a:pt x="20112" y="10311"/>
                  </a:cubicBezTo>
                  <a:cubicBezTo>
                    <a:pt x="20114" y="10199"/>
                    <a:pt x="20024" y="10081"/>
                    <a:pt x="20035" y="9963"/>
                  </a:cubicBezTo>
                  <a:cubicBezTo>
                    <a:pt x="20047" y="9844"/>
                    <a:pt x="19969" y="9529"/>
                    <a:pt x="19945" y="9591"/>
                  </a:cubicBezTo>
                  <a:cubicBezTo>
                    <a:pt x="19922" y="9653"/>
                    <a:pt x="19867" y="9541"/>
                    <a:pt x="19867" y="9451"/>
                  </a:cubicBezTo>
                  <a:cubicBezTo>
                    <a:pt x="19867" y="9361"/>
                    <a:pt x="19863" y="9254"/>
                    <a:pt x="19826" y="9321"/>
                  </a:cubicBezTo>
                  <a:cubicBezTo>
                    <a:pt x="19789" y="9389"/>
                    <a:pt x="19726" y="9355"/>
                    <a:pt x="19715" y="9254"/>
                  </a:cubicBezTo>
                  <a:cubicBezTo>
                    <a:pt x="19703" y="9153"/>
                    <a:pt x="19787" y="9079"/>
                    <a:pt x="19846" y="9147"/>
                  </a:cubicBezTo>
                  <a:cubicBezTo>
                    <a:pt x="19904" y="9214"/>
                    <a:pt x="19887" y="9282"/>
                    <a:pt x="19916" y="9333"/>
                  </a:cubicBezTo>
                  <a:cubicBezTo>
                    <a:pt x="19945" y="9383"/>
                    <a:pt x="20026" y="9361"/>
                    <a:pt x="20067" y="9304"/>
                  </a:cubicBezTo>
                  <a:cubicBezTo>
                    <a:pt x="20108" y="9248"/>
                    <a:pt x="20223" y="9141"/>
                    <a:pt x="20243" y="9046"/>
                  </a:cubicBezTo>
                  <a:cubicBezTo>
                    <a:pt x="20262" y="8950"/>
                    <a:pt x="20241" y="8905"/>
                    <a:pt x="20280" y="8849"/>
                  </a:cubicBezTo>
                  <a:cubicBezTo>
                    <a:pt x="20319" y="8792"/>
                    <a:pt x="20290" y="8674"/>
                    <a:pt x="20257" y="8624"/>
                  </a:cubicBezTo>
                  <a:cubicBezTo>
                    <a:pt x="20223" y="8573"/>
                    <a:pt x="20231" y="8438"/>
                    <a:pt x="20266" y="8438"/>
                  </a:cubicBezTo>
                  <a:cubicBezTo>
                    <a:pt x="20302" y="8438"/>
                    <a:pt x="20292" y="8320"/>
                    <a:pt x="20315" y="8314"/>
                  </a:cubicBezTo>
                  <a:cubicBezTo>
                    <a:pt x="20339" y="8309"/>
                    <a:pt x="20343" y="8365"/>
                    <a:pt x="20386" y="8303"/>
                  </a:cubicBezTo>
                  <a:cubicBezTo>
                    <a:pt x="20429" y="8241"/>
                    <a:pt x="20388" y="8399"/>
                    <a:pt x="20368" y="8506"/>
                  </a:cubicBezTo>
                  <a:cubicBezTo>
                    <a:pt x="20349" y="8612"/>
                    <a:pt x="20409" y="8702"/>
                    <a:pt x="20415" y="8764"/>
                  </a:cubicBezTo>
                  <a:cubicBezTo>
                    <a:pt x="20421" y="8826"/>
                    <a:pt x="20505" y="8849"/>
                    <a:pt x="20552" y="8776"/>
                  </a:cubicBezTo>
                  <a:cubicBezTo>
                    <a:pt x="20599" y="8702"/>
                    <a:pt x="20750" y="8866"/>
                    <a:pt x="20759" y="8972"/>
                  </a:cubicBezTo>
                  <a:cubicBezTo>
                    <a:pt x="20769" y="9079"/>
                    <a:pt x="20791" y="9209"/>
                    <a:pt x="20853" y="9299"/>
                  </a:cubicBezTo>
                  <a:cubicBezTo>
                    <a:pt x="20916" y="9389"/>
                    <a:pt x="20973" y="9350"/>
                    <a:pt x="20984" y="9434"/>
                  </a:cubicBezTo>
                  <a:cubicBezTo>
                    <a:pt x="20996" y="9518"/>
                    <a:pt x="21020" y="9563"/>
                    <a:pt x="21055" y="9541"/>
                  </a:cubicBezTo>
                  <a:cubicBezTo>
                    <a:pt x="21090" y="9518"/>
                    <a:pt x="21110" y="9630"/>
                    <a:pt x="21135" y="9563"/>
                  </a:cubicBezTo>
                  <a:cubicBezTo>
                    <a:pt x="21161" y="9496"/>
                    <a:pt x="21174" y="9603"/>
                    <a:pt x="21208" y="9518"/>
                  </a:cubicBezTo>
                  <a:cubicBezTo>
                    <a:pt x="21241" y="9434"/>
                    <a:pt x="21135" y="9377"/>
                    <a:pt x="21149" y="9310"/>
                  </a:cubicBezTo>
                  <a:cubicBezTo>
                    <a:pt x="21163" y="9242"/>
                    <a:pt x="21184" y="9361"/>
                    <a:pt x="21213" y="9355"/>
                  </a:cubicBezTo>
                  <a:cubicBezTo>
                    <a:pt x="21243" y="9350"/>
                    <a:pt x="21206" y="9186"/>
                    <a:pt x="21227" y="9169"/>
                  </a:cubicBezTo>
                  <a:cubicBezTo>
                    <a:pt x="21249" y="9153"/>
                    <a:pt x="21231" y="8815"/>
                    <a:pt x="21208" y="8792"/>
                  </a:cubicBezTo>
                  <a:cubicBezTo>
                    <a:pt x="21184" y="8770"/>
                    <a:pt x="21204" y="8652"/>
                    <a:pt x="21249" y="8747"/>
                  </a:cubicBezTo>
                  <a:cubicBezTo>
                    <a:pt x="21294" y="8843"/>
                    <a:pt x="21364" y="8837"/>
                    <a:pt x="21397" y="8837"/>
                  </a:cubicBezTo>
                  <a:cubicBezTo>
                    <a:pt x="21431" y="8837"/>
                    <a:pt x="21399" y="8747"/>
                    <a:pt x="21366" y="8731"/>
                  </a:cubicBezTo>
                  <a:cubicBezTo>
                    <a:pt x="21333" y="8714"/>
                    <a:pt x="21372" y="8635"/>
                    <a:pt x="21395" y="8697"/>
                  </a:cubicBezTo>
                  <a:cubicBezTo>
                    <a:pt x="21419" y="8759"/>
                    <a:pt x="21464" y="8787"/>
                    <a:pt x="21468" y="8719"/>
                  </a:cubicBezTo>
                  <a:cubicBezTo>
                    <a:pt x="21472" y="8652"/>
                    <a:pt x="21495" y="8506"/>
                    <a:pt x="21536" y="8511"/>
                  </a:cubicBezTo>
                  <a:cubicBezTo>
                    <a:pt x="21577" y="8517"/>
                    <a:pt x="21591" y="8449"/>
                    <a:pt x="21552" y="841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4" name="Shape 3400"/>
            <p:cNvSpPr/>
            <p:nvPr/>
          </p:nvSpPr>
          <p:spPr>
            <a:xfrm>
              <a:off x="16296200" y="3107832"/>
              <a:ext cx="356794" cy="351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36" h="20702" extrusionOk="0">
                  <a:moveTo>
                    <a:pt x="16256" y="12539"/>
                  </a:moveTo>
                  <a:cubicBezTo>
                    <a:pt x="13377" y="15199"/>
                    <a:pt x="7615" y="15825"/>
                    <a:pt x="7615" y="18017"/>
                  </a:cubicBezTo>
                  <a:cubicBezTo>
                    <a:pt x="7615" y="20208"/>
                    <a:pt x="643" y="21303"/>
                    <a:pt x="35" y="20364"/>
                  </a:cubicBezTo>
                  <a:cubicBezTo>
                    <a:pt x="-494" y="19541"/>
                    <a:pt x="5190" y="19268"/>
                    <a:pt x="6554" y="16137"/>
                  </a:cubicBezTo>
                  <a:cubicBezTo>
                    <a:pt x="7919" y="13006"/>
                    <a:pt x="13095" y="11395"/>
                    <a:pt x="15650" y="7214"/>
                  </a:cubicBezTo>
                  <a:cubicBezTo>
                    <a:pt x="17469" y="4242"/>
                    <a:pt x="18985" y="-297"/>
                    <a:pt x="20046" y="15"/>
                  </a:cubicBezTo>
                  <a:cubicBezTo>
                    <a:pt x="21106" y="329"/>
                    <a:pt x="19136" y="9875"/>
                    <a:pt x="16256" y="12539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5" name="Shape 3401"/>
            <p:cNvSpPr/>
            <p:nvPr/>
          </p:nvSpPr>
          <p:spPr>
            <a:xfrm>
              <a:off x="11295777" y="318752"/>
              <a:ext cx="9769543" cy="3575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7" h="21445" extrusionOk="0">
                  <a:moveTo>
                    <a:pt x="4515" y="6402"/>
                  </a:moveTo>
                  <a:cubicBezTo>
                    <a:pt x="4519" y="6508"/>
                    <a:pt x="4495" y="6583"/>
                    <a:pt x="4421" y="6583"/>
                  </a:cubicBezTo>
                  <a:cubicBezTo>
                    <a:pt x="4347" y="6583"/>
                    <a:pt x="4456" y="6710"/>
                    <a:pt x="4464" y="6827"/>
                  </a:cubicBezTo>
                  <a:cubicBezTo>
                    <a:pt x="4472" y="6944"/>
                    <a:pt x="4390" y="6859"/>
                    <a:pt x="4386" y="7040"/>
                  </a:cubicBezTo>
                  <a:cubicBezTo>
                    <a:pt x="4382" y="7221"/>
                    <a:pt x="4241" y="7040"/>
                    <a:pt x="4221" y="7274"/>
                  </a:cubicBezTo>
                  <a:cubicBezTo>
                    <a:pt x="4202" y="7508"/>
                    <a:pt x="4292" y="7476"/>
                    <a:pt x="4355" y="7487"/>
                  </a:cubicBezTo>
                  <a:cubicBezTo>
                    <a:pt x="4417" y="7497"/>
                    <a:pt x="4331" y="7657"/>
                    <a:pt x="4378" y="7752"/>
                  </a:cubicBezTo>
                  <a:cubicBezTo>
                    <a:pt x="4425" y="7848"/>
                    <a:pt x="4460" y="7816"/>
                    <a:pt x="4429" y="7635"/>
                  </a:cubicBezTo>
                  <a:cubicBezTo>
                    <a:pt x="4398" y="7455"/>
                    <a:pt x="4593" y="7699"/>
                    <a:pt x="4535" y="7838"/>
                  </a:cubicBezTo>
                  <a:cubicBezTo>
                    <a:pt x="4476" y="7976"/>
                    <a:pt x="4628" y="8082"/>
                    <a:pt x="4703" y="8093"/>
                  </a:cubicBezTo>
                  <a:cubicBezTo>
                    <a:pt x="4777" y="8104"/>
                    <a:pt x="5041" y="8260"/>
                    <a:pt x="5047" y="8093"/>
                  </a:cubicBezTo>
                  <a:cubicBezTo>
                    <a:pt x="5051" y="7986"/>
                    <a:pt x="4950" y="7891"/>
                    <a:pt x="4867" y="7657"/>
                  </a:cubicBezTo>
                  <a:cubicBezTo>
                    <a:pt x="4785" y="7423"/>
                    <a:pt x="4726" y="7040"/>
                    <a:pt x="4820" y="6880"/>
                  </a:cubicBezTo>
                  <a:cubicBezTo>
                    <a:pt x="4914" y="6721"/>
                    <a:pt x="4832" y="6646"/>
                    <a:pt x="4926" y="6466"/>
                  </a:cubicBezTo>
                  <a:cubicBezTo>
                    <a:pt x="5020" y="6285"/>
                    <a:pt x="4965" y="6115"/>
                    <a:pt x="5043" y="6093"/>
                  </a:cubicBezTo>
                  <a:cubicBezTo>
                    <a:pt x="5122" y="6072"/>
                    <a:pt x="5036" y="5881"/>
                    <a:pt x="5114" y="5849"/>
                  </a:cubicBezTo>
                  <a:cubicBezTo>
                    <a:pt x="5192" y="5817"/>
                    <a:pt x="5208" y="5583"/>
                    <a:pt x="5196" y="5498"/>
                  </a:cubicBezTo>
                  <a:cubicBezTo>
                    <a:pt x="5184" y="5413"/>
                    <a:pt x="5278" y="5509"/>
                    <a:pt x="5321" y="5381"/>
                  </a:cubicBezTo>
                  <a:cubicBezTo>
                    <a:pt x="5364" y="5253"/>
                    <a:pt x="5466" y="5338"/>
                    <a:pt x="5497" y="5158"/>
                  </a:cubicBezTo>
                  <a:cubicBezTo>
                    <a:pt x="5529" y="4977"/>
                    <a:pt x="5979" y="4562"/>
                    <a:pt x="6233" y="4402"/>
                  </a:cubicBezTo>
                  <a:cubicBezTo>
                    <a:pt x="6488" y="4243"/>
                    <a:pt x="6664" y="3956"/>
                    <a:pt x="6574" y="3764"/>
                  </a:cubicBezTo>
                  <a:cubicBezTo>
                    <a:pt x="6484" y="3573"/>
                    <a:pt x="6229" y="3839"/>
                    <a:pt x="6167" y="3977"/>
                  </a:cubicBezTo>
                  <a:cubicBezTo>
                    <a:pt x="6104" y="4115"/>
                    <a:pt x="6014" y="4019"/>
                    <a:pt x="5952" y="4115"/>
                  </a:cubicBezTo>
                  <a:cubicBezTo>
                    <a:pt x="5889" y="4211"/>
                    <a:pt x="5756" y="4296"/>
                    <a:pt x="5689" y="4179"/>
                  </a:cubicBezTo>
                  <a:cubicBezTo>
                    <a:pt x="5623" y="4062"/>
                    <a:pt x="5544" y="4317"/>
                    <a:pt x="5494" y="4307"/>
                  </a:cubicBezTo>
                  <a:cubicBezTo>
                    <a:pt x="5443" y="4296"/>
                    <a:pt x="5384" y="4445"/>
                    <a:pt x="5329" y="4434"/>
                  </a:cubicBezTo>
                  <a:cubicBezTo>
                    <a:pt x="5274" y="4424"/>
                    <a:pt x="5165" y="4551"/>
                    <a:pt x="5157" y="4636"/>
                  </a:cubicBezTo>
                  <a:cubicBezTo>
                    <a:pt x="5149" y="4721"/>
                    <a:pt x="5055" y="4700"/>
                    <a:pt x="5055" y="4807"/>
                  </a:cubicBezTo>
                  <a:cubicBezTo>
                    <a:pt x="5055" y="4913"/>
                    <a:pt x="4981" y="5009"/>
                    <a:pt x="4942" y="4913"/>
                  </a:cubicBezTo>
                  <a:cubicBezTo>
                    <a:pt x="4902" y="4817"/>
                    <a:pt x="4856" y="5019"/>
                    <a:pt x="4910" y="5158"/>
                  </a:cubicBezTo>
                  <a:cubicBezTo>
                    <a:pt x="4965" y="5296"/>
                    <a:pt x="4809" y="5306"/>
                    <a:pt x="4836" y="5391"/>
                  </a:cubicBezTo>
                  <a:cubicBezTo>
                    <a:pt x="4863" y="5477"/>
                    <a:pt x="4777" y="5530"/>
                    <a:pt x="4797" y="5625"/>
                  </a:cubicBezTo>
                  <a:cubicBezTo>
                    <a:pt x="4816" y="5721"/>
                    <a:pt x="4742" y="5753"/>
                    <a:pt x="4683" y="5785"/>
                  </a:cubicBezTo>
                  <a:cubicBezTo>
                    <a:pt x="4625" y="5817"/>
                    <a:pt x="4593" y="6030"/>
                    <a:pt x="4668" y="6040"/>
                  </a:cubicBezTo>
                  <a:cubicBezTo>
                    <a:pt x="4742" y="6051"/>
                    <a:pt x="4625" y="6083"/>
                    <a:pt x="4632" y="6242"/>
                  </a:cubicBezTo>
                  <a:cubicBezTo>
                    <a:pt x="4640" y="6402"/>
                    <a:pt x="4511" y="6295"/>
                    <a:pt x="4515" y="6402"/>
                  </a:cubicBezTo>
                  <a:close/>
                  <a:moveTo>
                    <a:pt x="5098" y="499"/>
                  </a:moveTo>
                  <a:cubicBezTo>
                    <a:pt x="5110" y="276"/>
                    <a:pt x="4973" y="457"/>
                    <a:pt x="4871" y="340"/>
                  </a:cubicBezTo>
                  <a:cubicBezTo>
                    <a:pt x="4769" y="223"/>
                    <a:pt x="4709" y="232"/>
                    <a:pt x="4777" y="393"/>
                  </a:cubicBezTo>
                  <a:cubicBezTo>
                    <a:pt x="4809" y="467"/>
                    <a:pt x="4603" y="526"/>
                    <a:pt x="4636" y="616"/>
                  </a:cubicBezTo>
                  <a:cubicBezTo>
                    <a:pt x="4711" y="818"/>
                    <a:pt x="5086" y="723"/>
                    <a:pt x="5098" y="499"/>
                  </a:cubicBezTo>
                  <a:close/>
                  <a:moveTo>
                    <a:pt x="5721" y="669"/>
                  </a:moveTo>
                  <a:cubicBezTo>
                    <a:pt x="5748" y="574"/>
                    <a:pt x="5670" y="574"/>
                    <a:pt x="5662" y="478"/>
                  </a:cubicBezTo>
                  <a:cubicBezTo>
                    <a:pt x="5654" y="382"/>
                    <a:pt x="5435" y="361"/>
                    <a:pt x="5447" y="467"/>
                  </a:cubicBezTo>
                  <a:cubicBezTo>
                    <a:pt x="5458" y="574"/>
                    <a:pt x="5295" y="690"/>
                    <a:pt x="5345" y="797"/>
                  </a:cubicBezTo>
                  <a:cubicBezTo>
                    <a:pt x="5439" y="999"/>
                    <a:pt x="5693" y="765"/>
                    <a:pt x="5721" y="669"/>
                  </a:cubicBezTo>
                  <a:close/>
                  <a:moveTo>
                    <a:pt x="5051" y="872"/>
                  </a:moveTo>
                  <a:cubicBezTo>
                    <a:pt x="5063" y="956"/>
                    <a:pt x="5032" y="967"/>
                    <a:pt x="4953" y="967"/>
                  </a:cubicBezTo>
                  <a:cubicBezTo>
                    <a:pt x="4875" y="967"/>
                    <a:pt x="4834" y="1087"/>
                    <a:pt x="4875" y="1180"/>
                  </a:cubicBezTo>
                  <a:cubicBezTo>
                    <a:pt x="4922" y="1286"/>
                    <a:pt x="5129" y="1244"/>
                    <a:pt x="5165" y="1116"/>
                  </a:cubicBezTo>
                  <a:cubicBezTo>
                    <a:pt x="5200" y="988"/>
                    <a:pt x="5290" y="1095"/>
                    <a:pt x="5306" y="967"/>
                  </a:cubicBezTo>
                  <a:cubicBezTo>
                    <a:pt x="5321" y="840"/>
                    <a:pt x="5039" y="787"/>
                    <a:pt x="5051" y="872"/>
                  </a:cubicBezTo>
                  <a:close/>
                  <a:moveTo>
                    <a:pt x="4546" y="1010"/>
                  </a:moveTo>
                  <a:cubicBezTo>
                    <a:pt x="4546" y="840"/>
                    <a:pt x="4342" y="1027"/>
                    <a:pt x="4382" y="1063"/>
                  </a:cubicBezTo>
                  <a:cubicBezTo>
                    <a:pt x="4417" y="1095"/>
                    <a:pt x="4546" y="1180"/>
                    <a:pt x="4546" y="1010"/>
                  </a:cubicBezTo>
                  <a:close/>
                  <a:moveTo>
                    <a:pt x="5032" y="297"/>
                  </a:moveTo>
                  <a:cubicBezTo>
                    <a:pt x="5126" y="297"/>
                    <a:pt x="5098" y="138"/>
                    <a:pt x="5161" y="159"/>
                  </a:cubicBezTo>
                  <a:cubicBezTo>
                    <a:pt x="5223" y="180"/>
                    <a:pt x="5306" y="170"/>
                    <a:pt x="5274" y="63"/>
                  </a:cubicBezTo>
                  <a:cubicBezTo>
                    <a:pt x="5243" y="-43"/>
                    <a:pt x="5016" y="-1"/>
                    <a:pt x="5039" y="85"/>
                  </a:cubicBezTo>
                  <a:cubicBezTo>
                    <a:pt x="5063" y="170"/>
                    <a:pt x="4856" y="138"/>
                    <a:pt x="4859" y="170"/>
                  </a:cubicBezTo>
                  <a:cubicBezTo>
                    <a:pt x="4867" y="233"/>
                    <a:pt x="4938" y="297"/>
                    <a:pt x="5032" y="297"/>
                  </a:cubicBezTo>
                  <a:close/>
                  <a:moveTo>
                    <a:pt x="12159" y="5551"/>
                  </a:moveTo>
                  <a:cubicBezTo>
                    <a:pt x="12144" y="5636"/>
                    <a:pt x="12058" y="5642"/>
                    <a:pt x="12081" y="5721"/>
                  </a:cubicBezTo>
                  <a:cubicBezTo>
                    <a:pt x="12120" y="5860"/>
                    <a:pt x="12316" y="5785"/>
                    <a:pt x="12320" y="5615"/>
                  </a:cubicBezTo>
                  <a:cubicBezTo>
                    <a:pt x="12324" y="5445"/>
                    <a:pt x="12175" y="5466"/>
                    <a:pt x="12159" y="5551"/>
                  </a:cubicBezTo>
                  <a:close/>
                  <a:moveTo>
                    <a:pt x="3826" y="9252"/>
                  </a:moveTo>
                  <a:cubicBezTo>
                    <a:pt x="3932" y="9518"/>
                    <a:pt x="4022" y="9135"/>
                    <a:pt x="4073" y="9114"/>
                  </a:cubicBezTo>
                  <a:cubicBezTo>
                    <a:pt x="4124" y="9093"/>
                    <a:pt x="4041" y="8944"/>
                    <a:pt x="3955" y="8880"/>
                  </a:cubicBezTo>
                  <a:cubicBezTo>
                    <a:pt x="3869" y="8816"/>
                    <a:pt x="3746" y="9051"/>
                    <a:pt x="3826" y="9252"/>
                  </a:cubicBezTo>
                  <a:close/>
                  <a:moveTo>
                    <a:pt x="3994" y="659"/>
                  </a:moveTo>
                  <a:cubicBezTo>
                    <a:pt x="4049" y="765"/>
                    <a:pt x="3842" y="733"/>
                    <a:pt x="3814" y="840"/>
                  </a:cubicBezTo>
                  <a:cubicBezTo>
                    <a:pt x="3787" y="946"/>
                    <a:pt x="3666" y="907"/>
                    <a:pt x="3689" y="1031"/>
                  </a:cubicBezTo>
                  <a:cubicBezTo>
                    <a:pt x="3713" y="1159"/>
                    <a:pt x="3908" y="1169"/>
                    <a:pt x="3908" y="1063"/>
                  </a:cubicBezTo>
                  <a:cubicBezTo>
                    <a:pt x="3908" y="956"/>
                    <a:pt x="4010" y="1052"/>
                    <a:pt x="4014" y="956"/>
                  </a:cubicBezTo>
                  <a:cubicBezTo>
                    <a:pt x="4018" y="861"/>
                    <a:pt x="4061" y="755"/>
                    <a:pt x="4170" y="733"/>
                  </a:cubicBezTo>
                  <a:cubicBezTo>
                    <a:pt x="4280" y="712"/>
                    <a:pt x="4280" y="606"/>
                    <a:pt x="4178" y="478"/>
                  </a:cubicBezTo>
                  <a:cubicBezTo>
                    <a:pt x="4077" y="350"/>
                    <a:pt x="3940" y="553"/>
                    <a:pt x="3994" y="659"/>
                  </a:cubicBezTo>
                  <a:close/>
                  <a:moveTo>
                    <a:pt x="16304" y="18728"/>
                  </a:moveTo>
                  <a:cubicBezTo>
                    <a:pt x="16261" y="18419"/>
                    <a:pt x="16367" y="18122"/>
                    <a:pt x="16289" y="17962"/>
                  </a:cubicBezTo>
                  <a:cubicBezTo>
                    <a:pt x="16210" y="17803"/>
                    <a:pt x="16242" y="17473"/>
                    <a:pt x="16203" y="17537"/>
                  </a:cubicBezTo>
                  <a:cubicBezTo>
                    <a:pt x="16163" y="17601"/>
                    <a:pt x="16203" y="17888"/>
                    <a:pt x="16140" y="17909"/>
                  </a:cubicBezTo>
                  <a:cubicBezTo>
                    <a:pt x="16077" y="17930"/>
                    <a:pt x="16136" y="18090"/>
                    <a:pt x="16112" y="18303"/>
                  </a:cubicBezTo>
                  <a:cubicBezTo>
                    <a:pt x="16089" y="18515"/>
                    <a:pt x="16124" y="18824"/>
                    <a:pt x="16156" y="19015"/>
                  </a:cubicBezTo>
                  <a:cubicBezTo>
                    <a:pt x="16187" y="19206"/>
                    <a:pt x="16112" y="20227"/>
                    <a:pt x="16144" y="20398"/>
                  </a:cubicBezTo>
                  <a:cubicBezTo>
                    <a:pt x="16175" y="20568"/>
                    <a:pt x="16093" y="21321"/>
                    <a:pt x="16120" y="21408"/>
                  </a:cubicBezTo>
                  <a:cubicBezTo>
                    <a:pt x="16167" y="21557"/>
                    <a:pt x="16136" y="21206"/>
                    <a:pt x="16206" y="21174"/>
                  </a:cubicBezTo>
                  <a:cubicBezTo>
                    <a:pt x="16277" y="21142"/>
                    <a:pt x="16277" y="21387"/>
                    <a:pt x="16320" y="21440"/>
                  </a:cubicBezTo>
                  <a:cubicBezTo>
                    <a:pt x="16363" y="21493"/>
                    <a:pt x="16336" y="21099"/>
                    <a:pt x="16296" y="21121"/>
                  </a:cubicBezTo>
                  <a:cubicBezTo>
                    <a:pt x="16257" y="21142"/>
                    <a:pt x="16226" y="20866"/>
                    <a:pt x="16206" y="20695"/>
                  </a:cubicBezTo>
                  <a:cubicBezTo>
                    <a:pt x="16187" y="20525"/>
                    <a:pt x="16246" y="20323"/>
                    <a:pt x="16246" y="20110"/>
                  </a:cubicBezTo>
                  <a:cubicBezTo>
                    <a:pt x="16246" y="19898"/>
                    <a:pt x="16343" y="19908"/>
                    <a:pt x="16402" y="20068"/>
                  </a:cubicBezTo>
                  <a:cubicBezTo>
                    <a:pt x="16461" y="20227"/>
                    <a:pt x="16469" y="20121"/>
                    <a:pt x="16445" y="20004"/>
                  </a:cubicBezTo>
                  <a:cubicBezTo>
                    <a:pt x="16422" y="19887"/>
                    <a:pt x="16347" y="19036"/>
                    <a:pt x="16304" y="18728"/>
                  </a:cubicBezTo>
                  <a:close/>
                  <a:moveTo>
                    <a:pt x="3626" y="755"/>
                  </a:moveTo>
                  <a:cubicBezTo>
                    <a:pt x="3717" y="531"/>
                    <a:pt x="3834" y="744"/>
                    <a:pt x="3850" y="637"/>
                  </a:cubicBezTo>
                  <a:cubicBezTo>
                    <a:pt x="3865" y="531"/>
                    <a:pt x="3681" y="499"/>
                    <a:pt x="3615" y="595"/>
                  </a:cubicBezTo>
                  <a:cubicBezTo>
                    <a:pt x="3548" y="691"/>
                    <a:pt x="3392" y="614"/>
                    <a:pt x="3411" y="733"/>
                  </a:cubicBezTo>
                  <a:cubicBezTo>
                    <a:pt x="3423" y="808"/>
                    <a:pt x="3536" y="978"/>
                    <a:pt x="3626" y="755"/>
                  </a:cubicBezTo>
                  <a:close/>
                  <a:moveTo>
                    <a:pt x="16703" y="5072"/>
                  </a:moveTo>
                  <a:cubicBezTo>
                    <a:pt x="16797" y="5094"/>
                    <a:pt x="16844" y="5338"/>
                    <a:pt x="17024" y="5370"/>
                  </a:cubicBezTo>
                  <a:cubicBezTo>
                    <a:pt x="17205" y="5402"/>
                    <a:pt x="17338" y="5306"/>
                    <a:pt x="17341" y="5200"/>
                  </a:cubicBezTo>
                  <a:cubicBezTo>
                    <a:pt x="17345" y="5094"/>
                    <a:pt x="17177" y="4934"/>
                    <a:pt x="17126" y="5019"/>
                  </a:cubicBezTo>
                  <a:cubicBezTo>
                    <a:pt x="17075" y="5104"/>
                    <a:pt x="17036" y="4881"/>
                    <a:pt x="16974" y="4934"/>
                  </a:cubicBezTo>
                  <a:cubicBezTo>
                    <a:pt x="16911" y="4987"/>
                    <a:pt x="16825" y="4977"/>
                    <a:pt x="16793" y="4828"/>
                  </a:cubicBezTo>
                  <a:cubicBezTo>
                    <a:pt x="16762" y="4679"/>
                    <a:pt x="16656" y="5062"/>
                    <a:pt x="16703" y="5072"/>
                  </a:cubicBezTo>
                  <a:close/>
                  <a:moveTo>
                    <a:pt x="16022" y="5742"/>
                  </a:moveTo>
                  <a:cubicBezTo>
                    <a:pt x="16022" y="5583"/>
                    <a:pt x="15809" y="5801"/>
                    <a:pt x="15897" y="5881"/>
                  </a:cubicBezTo>
                  <a:cubicBezTo>
                    <a:pt x="15944" y="5923"/>
                    <a:pt x="16022" y="5902"/>
                    <a:pt x="16022" y="5742"/>
                  </a:cubicBezTo>
                  <a:close/>
                  <a:moveTo>
                    <a:pt x="16336" y="6444"/>
                  </a:moveTo>
                  <a:cubicBezTo>
                    <a:pt x="16406" y="6402"/>
                    <a:pt x="16285" y="6051"/>
                    <a:pt x="16163" y="5998"/>
                  </a:cubicBezTo>
                  <a:cubicBezTo>
                    <a:pt x="16042" y="5945"/>
                    <a:pt x="15929" y="6216"/>
                    <a:pt x="15944" y="6274"/>
                  </a:cubicBezTo>
                  <a:cubicBezTo>
                    <a:pt x="15979" y="6413"/>
                    <a:pt x="16265" y="6487"/>
                    <a:pt x="16336" y="6444"/>
                  </a:cubicBezTo>
                  <a:close/>
                  <a:moveTo>
                    <a:pt x="15517" y="5083"/>
                  </a:moveTo>
                  <a:cubicBezTo>
                    <a:pt x="15572" y="5158"/>
                    <a:pt x="15592" y="5232"/>
                    <a:pt x="15623" y="5317"/>
                  </a:cubicBezTo>
                  <a:cubicBezTo>
                    <a:pt x="15654" y="5402"/>
                    <a:pt x="15772" y="5275"/>
                    <a:pt x="15819" y="5232"/>
                  </a:cubicBezTo>
                  <a:cubicBezTo>
                    <a:pt x="15866" y="5190"/>
                    <a:pt x="15870" y="5423"/>
                    <a:pt x="15944" y="5296"/>
                  </a:cubicBezTo>
                  <a:cubicBezTo>
                    <a:pt x="16019" y="5168"/>
                    <a:pt x="16093" y="5232"/>
                    <a:pt x="16179" y="5232"/>
                  </a:cubicBezTo>
                  <a:cubicBezTo>
                    <a:pt x="16265" y="5232"/>
                    <a:pt x="16163" y="4945"/>
                    <a:pt x="16167" y="4817"/>
                  </a:cubicBezTo>
                  <a:cubicBezTo>
                    <a:pt x="16171" y="4689"/>
                    <a:pt x="16269" y="4775"/>
                    <a:pt x="16238" y="4881"/>
                  </a:cubicBezTo>
                  <a:cubicBezTo>
                    <a:pt x="16206" y="4987"/>
                    <a:pt x="16285" y="5232"/>
                    <a:pt x="16410" y="5211"/>
                  </a:cubicBezTo>
                  <a:cubicBezTo>
                    <a:pt x="16535" y="5190"/>
                    <a:pt x="16441" y="4977"/>
                    <a:pt x="16504" y="4902"/>
                  </a:cubicBezTo>
                  <a:cubicBezTo>
                    <a:pt x="16567" y="4828"/>
                    <a:pt x="16559" y="4743"/>
                    <a:pt x="16469" y="4594"/>
                  </a:cubicBezTo>
                  <a:cubicBezTo>
                    <a:pt x="16379" y="4445"/>
                    <a:pt x="16261" y="4541"/>
                    <a:pt x="16183" y="4445"/>
                  </a:cubicBezTo>
                  <a:cubicBezTo>
                    <a:pt x="16099" y="4343"/>
                    <a:pt x="15999" y="4338"/>
                    <a:pt x="15995" y="4573"/>
                  </a:cubicBezTo>
                  <a:cubicBezTo>
                    <a:pt x="15991" y="4807"/>
                    <a:pt x="15827" y="4317"/>
                    <a:pt x="15741" y="4243"/>
                  </a:cubicBezTo>
                  <a:cubicBezTo>
                    <a:pt x="15654" y="4169"/>
                    <a:pt x="15388" y="4907"/>
                    <a:pt x="15517" y="5083"/>
                  </a:cubicBezTo>
                  <a:close/>
                  <a:moveTo>
                    <a:pt x="10468" y="2892"/>
                  </a:moveTo>
                  <a:cubicBezTo>
                    <a:pt x="10523" y="2977"/>
                    <a:pt x="10699" y="2786"/>
                    <a:pt x="10817" y="2797"/>
                  </a:cubicBezTo>
                  <a:cubicBezTo>
                    <a:pt x="10934" y="2807"/>
                    <a:pt x="11263" y="2552"/>
                    <a:pt x="11275" y="2382"/>
                  </a:cubicBezTo>
                  <a:cubicBezTo>
                    <a:pt x="11286" y="2212"/>
                    <a:pt x="11153" y="2222"/>
                    <a:pt x="11102" y="2073"/>
                  </a:cubicBezTo>
                  <a:cubicBezTo>
                    <a:pt x="11052" y="1924"/>
                    <a:pt x="10938" y="2052"/>
                    <a:pt x="10911" y="2180"/>
                  </a:cubicBezTo>
                  <a:cubicBezTo>
                    <a:pt x="10883" y="2307"/>
                    <a:pt x="10852" y="2190"/>
                    <a:pt x="10926" y="1988"/>
                  </a:cubicBezTo>
                  <a:cubicBezTo>
                    <a:pt x="11001" y="1786"/>
                    <a:pt x="10852" y="1627"/>
                    <a:pt x="10848" y="1754"/>
                  </a:cubicBezTo>
                  <a:cubicBezTo>
                    <a:pt x="10844" y="1882"/>
                    <a:pt x="10707" y="1776"/>
                    <a:pt x="10707" y="1893"/>
                  </a:cubicBezTo>
                  <a:cubicBezTo>
                    <a:pt x="10707" y="2009"/>
                    <a:pt x="10656" y="2063"/>
                    <a:pt x="10660" y="2180"/>
                  </a:cubicBezTo>
                  <a:cubicBezTo>
                    <a:pt x="10664" y="2297"/>
                    <a:pt x="10566" y="2116"/>
                    <a:pt x="10562" y="2382"/>
                  </a:cubicBezTo>
                  <a:cubicBezTo>
                    <a:pt x="10558" y="2648"/>
                    <a:pt x="10411" y="2803"/>
                    <a:pt x="10468" y="2892"/>
                  </a:cubicBezTo>
                  <a:close/>
                  <a:moveTo>
                    <a:pt x="21072" y="8050"/>
                  </a:moveTo>
                  <a:cubicBezTo>
                    <a:pt x="21150" y="8157"/>
                    <a:pt x="21197" y="7923"/>
                    <a:pt x="21259" y="8040"/>
                  </a:cubicBezTo>
                  <a:cubicBezTo>
                    <a:pt x="21322" y="8157"/>
                    <a:pt x="21475" y="7986"/>
                    <a:pt x="21537" y="7955"/>
                  </a:cubicBezTo>
                  <a:cubicBezTo>
                    <a:pt x="21600" y="7923"/>
                    <a:pt x="21569" y="7710"/>
                    <a:pt x="21393" y="7646"/>
                  </a:cubicBezTo>
                  <a:cubicBezTo>
                    <a:pt x="21216" y="7582"/>
                    <a:pt x="20987" y="7936"/>
                    <a:pt x="21072" y="8050"/>
                  </a:cubicBezTo>
                  <a:close/>
                  <a:moveTo>
                    <a:pt x="9552" y="340"/>
                  </a:moveTo>
                  <a:cubicBezTo>
                    <a:pt x="9568" y="180"/>
                    <a:pt x="9308" y="250"/>
                    <a:pt x="9376" y="404"/>
                  </a:cubicBezTo>
                  <a:cubicBezTo>
                    <a:pt x="9400" y="457"/>
                    <a:pt x="9537" y="499"/>
                    <a:pt x="9552" y="340"/>
                  </a:cubicBezTo>
                  <a:close/>
                  <a:moveTo>
                    <a:pt x="7905" y="6689"/>
                  </a:moveTo>
                  <a:cubicBezTo>
                    <a:pt x="7967" y="6774"/>
                    <a:pt x="8014" y="6742"/>
                    <a:pt x="8006" y="6572"/>
                  </a:cubicBezTo>
                  <a:cubicBezTo>
                    <a:pt x="7999" y="6402"/>
                    <a:pt x="7855" y="6622"/>
                    <a:pt x="7905" y="6689"/>
                  </a:cubicBezTo>
                  <a:close/>
                  <a:moveTo>
                    <a:pt x="9862" y="1393"/>
                  </a:moveTo>
                  <a:cubicBezTo>
                    <a:pt x="9862" y="1510"/>
                    <a:pt x="9736" y="1626"/>
                    <a:pt x="9772" y="1712"/>
                  </a:cubicBezTo>
                  <a:cubicBezTo>
                    <a:pt x="9803" y="1786"/>
                    <a:pt x="9830" y="1765"/>
                    <a:pt x="9869" y="1786"/>
                  </a:cubicBezTo>
                  <a:cubicBezTo>
                    <a:pt x="9909" y="1808"/>
                    <a:pt x="9928" y="2073"/>
                    <a:pt x="9999" y="2031"/>
                  </a:cubicBezTo>
                  <a:cubicBezTo>
                    <a:pt x="10069" y="1988"/>
                    <a:pt x="10261" y="2243"/>
                    <a:pt x="10374" y="2243"/>
                  </a:cubicBezTo>
                  <a:cubicBezTo>
                    <a:pt x="10488" y="2243"/>
                    <a:pt x="10500" y="1988"/>
                    <a:pt x="10464" y="1978"/>
                  </a:cubicBezTo>
                  <a:cubicBezTo>
                    <a:pt x="10429" y="1967"/>
                    <a:pt x="10461" y="1818"/>
                    <a:pt x="10523" y="1573"/>
                  </a:cubicBezTo>
                  <a:cubicBezTo>
                    <a:pt x="10586" y="1329"/>
                    <a:pt x="10327" y="1148"/>
                    <a:pt x="10327" y="1339"/>
                  </a:cubicBezTo>
                  <a:cubicBezTo>
                    <a:pt x="10327" y="1531"/>
                    <a:pt x="10253" y="1297"/>
                    <a:pt x="10230" y="1180"/>
                  </a:cubicBezTo>
                  <a:cubicBezTo>
                    <a:pt x="10206" y="1063"/>
                    <a:pt x="9862" y="1276"/>
                    <a:pt x="9862" y="1393"/>
                  </a:cubicBezTo>
                  <a:close/>
                  <a:moveTo>
                    <a:pt x="9654" y="1095"/>
                  </a:moveTo>
                  <a:cubicBezTo>
                    <a:pt x="9729" y="1180"/>
                    <a:pt x="9701" y="1233"/>
                    <a:pt x="9623" y="1233"/>
                  </a:cubicBezTo>
                  <a:cubicBezTo>
                    <a:pt x="9545" y="1233"/>
                    <a:pt x="9477" y="1305"/>
                    <a:pt x="9529" y="1361"/>
                  </a:cubicBezTo>
                  <a:cubicBezTo>
                    <a:pt x="9568" y="1404"/>
                    <a:pt x="9564" y="1520"/>
                    <a:pt x="9646" y="1573"/>
                  </a:cubicBezTo>
                  <a:cubicBezTo>
                    <a:pt x="9729" y="1627"/>
                    <a:pt x="9811" y="1446"/>
                    <a:pt x="9803" y="1318"/>
                  </a:cubicBezTo>
                  <a:cubicBezTo>
                    <a:pt x="9795" y="1191"/>
                    <a:pt x="10089" y="1074"/>
                    <a:pt x="10167" y="1020"/>
                  </a:cubicBezTo>
                  <a:cubicBezTo>
                    <a:pt x="10245" y="967"/>
                    <a:pt x="10116" y="744"/>
                    <a:pt x="10202" y="723"/>
                  </a:cubicBezTo>
                  <a:cubicBezTo>
                    <a:pt x="10288" y="702"/>
                    <a:pt x="10253" y="595"/>
                    <a:pt x="10147" y="553"/>
                  </a:cubicBezTo>
                  <a:cubicBezTo>
                    <a:pt x="10042" y="510"/>
                    <a:pt x="10085" y="265"/>
                    <a:pt x="10050" y="180"/>
                  </a:cubicBezTo>
                  <a:cubicBezTo>
                    <a:pt x="10014" y="95"/>
                    <a:pt x="9995" y="286"/>
                    <a:pt x="9858" y="361"/>
                  </a:cubicBezTo>
                  <a:cubicBezTo>
                    <a:pt x="9721" y="436"/>
                    <a:pt x="9654" y="531"/>
                    <a:pt x="9709" y="606"/>
                  </a:cubicBezTo>
                  <a:cubicBezTo>
                    <a:pt x="9764" y="680"/>
                    <a:pt x="9709" y="861"/>
                    <a:pt x="9650" y="850"/>
                  </a:cubicBezTo>
                  <a:cubicBezTo>
                    <a:pt x="9592" y="840"/>
                    <a:pt x="9580" y="1010"/>
                    <a:pt x="9654" y="1095"/>
                  </a:cubicBezTo>
                  <a:close/>
                  <a:moveTo>
                    <a:pt x="6762" y="6530"/>
                  </a:moveTo>
                  <a:cubicBezTo>
                    <a:pt x="6813" y="6551"/>
                    <a:pt x="6950" y="6476"/>
                    <a:pt x="6965" y="6402"/>
                  </a:cubicBezTo>
                  <a:cubicBezTo>
                    <a:pt x="6981" y="6327"/>
                    <a:pt x="6910" y="6242"/>
                    <a:pt x="6820" y="6242"/>
                  </a:cubicBezTo>
                  <a:cubicBezTo>
                    <a:pt x="6730" y="6242"/>
                    <a:pt x="6718" y="6511"/>
                    <a:pt x="6762" y="6530"/>
                  </a:cubicBezTo>
                  <a:close/>
                  <a:moveTo>
                    <a:pt x="6006" y="616"/>
                  </a:moveTo>
                  <a:cubicBezTo>
                    <a:pt x="6155" y="574"/>
                    <a:pt x="6151" y="350"/>
                    <a:pt x="6073" y="308"/>
                  </a:cubicBezTo>
                  <a:cubicBezTo>
                    <a:pt x="5995" y="265"/>
                    <a:pt x="5983" y="436"/>
                    <a:pt x="5944" y="425"/>
                  </a:cubicBezTo>
                  <a:cubicBezTo>
                    <a:pt x="5904" y="414"/>
                    <a:pt x="5757" y="492"/>
                    <a:pt x="5787" y="584"/>
                  </a:cubicBezTo>
                  <a:cubicBezTo>
                    <a:pt x="5822" y="691"/>
                    <a:pt x="5932" y="637"/>
                    <a:pt x="6006" y="616"/>
                  </a:cubicBezTo>
                  <a:close/>
                  <a:moveTo>
                    <a:pt x="343" y="16997"/>
                  </a:moveTo>
                  <a:cubicBezTo>
                    <a:pt x="325" y="17021"/>
                    <a:pt x="278" y="16973"/>
                    <a:pt x="263" y="16917"/>
                  </a:cubicBezTo>
                  <a:cubicBezTo>
                    <a:pt x="252" y="16872"/>
                    <a:pt x="215" y="16889"/>
                    <a:pt x="183" y="16898"/>
                  </a:cubicBezTo>
                  <a:cubicBezTo>
                    <a:pt x="190" y="16909"/>
                    <a:pt x="198" y="16925"/>
                    <a:pt x="204" y="16952"/>
                  </a:cubicBezTo>
                  <a:cubicBezTo>
                    <a:pt x="221" y="17037"/>
                    <a:pt x="133" y="17048"/>
                    <a:pt x="161" y="17149"/>
                  </a:cubicBezTo>
                  <a:cubicBezTo>
                    <a:pt x="188" y="17250"/>
                    <a:pt x="98" y="17255"/>
                    <a:pt x="98" y="17149"/>
                  </a:cubicBezTo>
                  <a:cubicBezTo>
                    <a:pt x="98" y="17042"/>
                    <a:pt x="4" y="17095"/>
                    <a:pt x="8" y="17164"/>
                  </a:cubicBezTo>
                  <a:cubicBezTo>
                    <a:pt x="9" y="17189"/>
                    <a:pt x="6" y="17220"/>
                    <a:pt x="0" y="17250"/>
                  </a:cubicBezTo>
                  <a:cubicBezTo>
                    <a:pt x="26" y="17274"/>
                    <a:pt x="55" y="17303"/>
                    <a:pt x="67" y="17316"/>
                  </a:cubicBezTo>
                  <a:cubicBezTo>
                    <a:pt x="85" y="17335"/>
                    <a:pt x="319" y="17402"/>
                    <a:pt x="411" y="17355"/>
                  </a:cubicBezTo>
                  <a:cubicBezTo>
                    <a:pt x="406" y="17309"/>
                    <a:pt x="416" y="17170"/>
                    <a:pt x="416" y="17117"/>
                  </a:cubicBezTo>
                  <a:cubicBezTo>
                    <a:pt x="416" y="17053"/>
                    <a:pt x="360" y="16973"/>
                    <a:pt x="343" y="1699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6" name="Shape 3402"/>
            <p:cNvSpPr/>
            <p:nvPr/>
          </p:nvSpPr>
          <p:spPr>
            <a:xfrm>
              <a:off x="10857493" y="6554340"/>
              <a:ext cx="1099292" cy="1134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29" extrusionOk="0">
                  <a:moveTo>
                    <a:pt x="19771" y="14001"/>
                  </a:moveTo>
                  <a:cubicBezTo>
                    <a:pt x="19196" y="13702"/>
                    <a:pt x="18961" y="9946"/>
                    <a:pt x="19248" y="9847"/>
                  </a:cubicBezTo>
                  <a:cubicBezTo>
                    <a:pt x="19286" y="9834"/>
                    <a:pt x="19322" y="9874"/>
                    <a:pt x="19358" y="9951"/>
                  </a:cubicBezTo>
                  <a:lnTo>
                    <a:pt x="19301" y="9101"/>
                  </a:lnTo>
                  <a:cubicBezTo>
                    <a:pt x="19301" y="9101"/>
                    <a:pt x="19267" y="9094"/>
                    <a:pt x="19223" y="9077"/>
                  </a:cubicBezTo>
                  <a:cubicBezTo>
                    <a:pt x="19131" y="9042"/>
                    <a:pt x="18987" y="8955"/>
                    <a:pt x="18987" y="8752"/>
                  </a:cubicBezTo>
                  <a:cubicBezTo>
                    <a:pt x="18987" y="8454"/>
                    <a:pt x="19248" y="8429"/>
                    <a:pt x="19248" y="8429"/>
                  </a:cubicBezTo>
                  <a:cubicBezTo>
                    <a:pt x="19248" y="8429"/>
                    <a:pt x="19196" y="7807"/>
                    <a:pt x="19484" y="7707"/>
                  </a:cubicBezTo>
                  <a:cubicBezTo>
                    <a:pt x="19541" y="7688"/>
                    <a:pt x="19587" y="7648"/>
                    <a:pt x="19627" y="7602"/>
                  </a:cubicBezTo>
                  <a:cubicBezTo>
                    <a:pt x="19788" y="7413"/>
                    <a:pt x="19823" y="7047"/>
                    <a:pt x="19823" y="6787"/>
                  </a:cubicBezTo>
                  <a:cubicBezTo>
                    <a:pt x="19823" y="6464"/>
                    <a:pt x="19902" y="6090"/>
                    <a:pt x="20032" y="5817"/>
                  </a:cubicBezTo>
                  <a:cubicBezTo>
                    <a:pt x="20163" y="5544"/>
                    <a:pt x="20110" y="5170"/>
                    <a:pt x="20320" y="5021"/>
                  </a:cubicBezTo>
                  <a:cubicBezTo>
                    <a:pt x="20529" y="4872"/>
                    <a:pt x="20503" y="4474"/>
                    <a:pt x="20764" y="4399"/>
                  </a:cubicBezTo>
                  <a:cubicBezTo>
                    <a:pt x="21025" y="4325"/>
                    <a:pt x="21234" y="4225"/>
                    <a:pt x="21260" y="4076"/>
                  </a:cubicBezTo>
                  <a:cubicBezTo>
                    <a:pt x="21287" y="3926"/>
                    <a:pt x="21600" y="3727"/>
                    <a:pt x="21600" y="3504"/>
                  </a:cubicBezTo>
                  <a:cubicBezTo>
                    <a:pt x="21600" y="3280"/>
                    <a:pt x="21208" y="3230"/>
                    <a:pt x="21208" y="2957"/>
                  </a:cubicBezTo>
                  <a:cubicBezTo>
                    <a:pt x="21208" y="2683"/>
                    <a:pt x="21313" y="1986"/>
                    <a:pt x="21313" y="1986"/>
                  </a:cubicBezTo>
                  <a:cubicBezTo>
                    <a:pt x="21313" y="1986"/>
                    <a:pt x="21323" y="1983"/>
                    <a:pt x="21330" y="1980"/>
                  </a:cubicBezTo>
                  <a:cubicBezTo>
                    <a:pt x="20767" y="1490"/>
                    <a:pt x="20117" y="981"/>
                    <a:pt x="19968" y="887"/>
                  </a:cubicBezTo>
                  <a:cubicBezTo>
                    <a:pt x="19751" y="749"/>
                    <a:pt x="19386" y="1027"/>
                    <a:pt x="19386" y="1027"/>
                  </a:cubicBezTo>
                  <a:cubicBezTo>
                    <a:pt x="19386" y="1027"/>
                    <a:pt x="19022" y="679"/>
                    <a:pt x="18731" y="957"/>
                  </a:cubicBezTo>
                  <a:cubicBezTo>
                    <a:pt x="18439" y="1234"/>
                    <a:pt x="18002" y="957"/>
                    <a:pt x="18002" y="957"/>
                  </a:cubicBezTo>
                  <a:cubicBezTo>
                    <a:pt x="18002" y="957"/>
                    <a:pt x="17638" y="749"/>
                    <a:pt x="17492" y="402"/>
                  </a:cubicBezTo>
                  <a:cubicBezTo>
                    <a:pt x="17433" y="261"/>
                    <a:pt x="17324" y="177"/>
                    <a:pt x="17187" y="108"/>
                  </a:cubicBezTo>
                  <a:lnTo>
                    <a:pt x="17205" y="154"/>
                  </a:lnTo>
                  <a:lnTo>
                    <a:pt x="16333" y="293"/>
                  </a:lnTo>
                  <a:cubicBezTo>
                    <a:pt x="16333" y="293"/>
                    <a:pt x="15244" y="-261"/>
                    <a:pt x="15026" y="154"/>
                  </a:cubicBezTo>
                  <a:cubicBezTo>
                    <a:pt x="14808" y="569"/>
                    <a:pt x="14590" y="293"/>
                    <a:pt x="14081" y="293"/>
                  </a:cubicBezTo>
                  <a:cubicBezTo>
                    <a:pt x="13573" y="293"/>
                    <a:pt x="13136" y="500"/>
                    <a:pt x="12846" y="638"/>
                  </a:cubicBezTo>
                  <a:cubicBezTo>
                    <a:pt x="12555" y="777"/>
                    <a:pt x="12120" y="500"/>
                    <a:pt x="11901" y="638"/>
                  </a:cubicBezTo>
                  <a:cubicBezTo>
                    <a:pt x="11684" y="777"/>
                    <a:pt x="11538" y="1399"/>
                    <a:pt x="11538" y="1399"/>
                  </a:cubicBezTo>
                  <a:lnTo>
                    <a:pt x="9286" y="984"/>
                  </a:lnTo>
                  <a:cubicBezTo>
                    <a:pt x="9286" y="984"/>
                    <a:pt x="8850" y="361"/>
                    <a:pt x="8341" y="361"/>
                  </a:cubicBezTo>
                  <a:cubicBezTo>
                    <a:pt x="7832" y="361"/>
                    <a:pt x="7106" y="1261"/>
                    <a:pt x="7106" y="1261"/>
                  </a:cubicBezTo>
                  <a:lnTo>
                    <a:pt x="7106" y="2013"/>
                  </a:lnTo>
                  <a:cubicBezTo>
                    <a:pt x="7193" y="2464"/>
                    <a:pt x="7082" y="2936"/>
                    <a:pt x="6931" y="3176"/>
                  </a:cubicBezTo>
                  <a:cubicBezTo>
                    <a:pt x="6712" y="3522"/>
                    <a:pt x="6493" y="3662"/>
                    <a:pt x="6493" y="4355"/>
                  </a:cubicBezTo>
                  <a:cubicBezTo>
                    <a:pt x="6493" y="5048"/>
                    <a:pt x="5619" y="6158"/>
                    <a:pt x="5619" y="6712"/>
                  </a:cubicBezTo>
                  <a:cubicBezTo>
                    <a:pt x="5619" y="7267"/>
                    <a:pt x="4600" y="7613"/>
                    <a:pt x="4600" y="7960"/>
                  </a:cubicBezTo>
                  <a:cubicBezTo>
                    <a:pt x="4600" y="8307"/>
                    <a:pt x="4527" y="9070"/>
                    <a:pt x="4527" y="9833"/>
                  </a:cubicBezTo>
                  <a:cubicBezTo>
                    <a:pt x="4527" y="10596"/>
                    <a:pt x="4090" y="9971"/>
                    <a:pt x="4090" y="10664"/>
                  </a:cubicBezTo>
                  <a:cubicBezTo>
                    <a:pt x="4090" y="11358"/>
                    <a:pt x="3725" y="10942"/>
                    <a:pt x="3362" y="11289"/>
                  </a:cubicBezTo>
                  <a:cubicBezTo>
                    <a:pt x="2998" y="11636"/>
                    <a:pt x="2852" y="11705"/>
                    <a:pt x="2852" y="11359"/>
                  </a:cubicBezTo>
                  <a:cubicBezTo>
                    <a:pt x="2852" y="11012"/>
                    <a:pt x="2342" y="10942"/>
                    <a:pt x="1905" y="11289"/>
                  </a:cubicBezTo>
                  <a:cubicBezTo>
                    <a:pt x="1468" y="11636"/>
                    <a:pt x="1322" y="11289"/>
                    <a:pt x="1104" y="11219"/>
                  </a:cubicBezTo>
                  <a:cubicBezTo>
                    <a:pt x="983" y="11182"/>
                    <a:pt x="484" y="11462"/>
                    <a:pt x="0" y="11777"/>
                  </a:cubicBezTo>
                  <a:cubicBezTo>
                    <a:pt x="218" y="12206"/>
                    <a:pt x="331" y="12635"/>
                    <a:pt x="419" y="13014"/>
                  </a:cubicBezTo>
                  <a:cubicBezTo>
                    <a:pt x="427" y="13050"/>
                    <a:pt x="438" y="13089"/>
                    <a:pt x="450" y="13127"/>
                  </a:cubicBezTo>
                  <a:cubicBezTo>
                    <a:pt x="706" y="12954"/>
                    <a:pt x="967" y="12802"/>
                    <a:pt x="1115" y="12782"/>
                  </a:cubicBezTo>
                  <a:cubicBezTo>
                    <a:pt x="1481" y="12732"/>
                    <a:pt x="4930" y="12782"/>
                    <a:pt x="4930" y="12782"/>
                  </a:cubicBezTo>
                  <a:cubicBezTo>
                    <a:pt x="4930" y="12782"/>
                    <a:pt x="5243" y="13279"/>
                    <a:pt x="5139" y="13728"/>
                  </a:cubicBezTo>
                  <a:cubicBezTo>
                    <a:pt x="5034" y="14175"/>
                    <a:pt x="5348" y="13976"/>
                    <a:pt x="5609" y="14573"/>
                  </a:cubicBezTo>
                  <a:cubicBezTo>
                    <a:pt x="5871" y="15170"/>
                    <a:pt x="6080" y="15419"/>
                    <a:pt x="6602" y="15270"/>
                  </a:cubicBezTo>
                  <a:cubicBezTo>
                    <a:pt x="7124" y="15120"/>
                    <a:pt x="7752" y="15021"/>
                    <a:pt x="7961" y="15071"/>
                  </a:cubicBezTo>
                  <a:cubicBezTo>
                    <a:pt x="8170" y="15120"/>
                    <a:pt x="8118" y="14225"/>
                    <a:pt x="8431" y="14076"/>
                  </a:cubicBezTo>
                  <a:cubicBezTo>
                    <a:pt x="8745" y="13926"/>
                    <a:pt x="9372" y="14076"/>
                    <a:pt x="9372" y="14076"/>
                  </a:cubicBezTo>
                  <a:cubicBezTo>
                    <a:pt x="9372" y="14076"/>
                    <a:pt x="9424" y="14324"/>
                    <a:pt x="9946" y="14324"/>
                  </a:cubicBezTo>
                  <a:cubicBezTo>
                    <a:pt x="10469" y="14324"/>
                    <a:pt x="10730" y="14125"/>
                    <a:pt x="10730" y="14474"/>
                  </a:cubicBezTo>
                  <a:cubicBezTo>
                    <a:pt x="10730" y="14822"/>
                    <a:pt x="10782" y="15219"/>
                    <a:pt x="10940" y="15369"/>
                  </a:cubicBezTo>
                  <a:cubicBezTo>
                    <a:pt x="11095" y="15518"/>
                    <a:pt x="10522" y="16762"/>
                    <a:pt x="10782" y="16961"/>
                  </a:cubicBezTo>
                  <a:cubicBezTo>
                    <a:pt x="11044" y="17160"/>
                    <a:pt x="11410" y="17608"/>
                    <a:pt x="11357" y="17856"/>
                  </a:cubicBezTo>
                  <a:cubicBezTo>
                    <a:pt x="11305" y="18105"/>
                    <a:pt x="11148" y="18702"/>
                    <a:pt x="11357" y="18752"/>
                  </a:cubicBezTo>
                  <a:cubicBezTo>
                    <a:pt x="11567" y="18802"/>
                    <a:pt x="11619" y="18454"/>
                    <a:pt x="11984" y="18454"/>
                  </a:cubicBezTo>
                  <a:cubicBezTo>
                    <a:pt x="12351" y="18454"/>
                    <a:pt x="12664" y="18503"/>
                    <a:pt x="13029" y="18354"/>
                  </a:cubicBezTo>
                  <a:cubicBezTo>
                    <a:pt x="13150" y="18306"/>
                    <a:pt x="13256" y="18323"/>
                    <a:pt x="13348" y="18365"/>
                  </a:cubicBezTo>
                  <a:cubicBezTo>
                    <a:pt x="13536" y="18453"/>
                    <a:pt x="13657" y="18652"/>
                    <a:pt x="13657" y="18652"/>
                  </a:cubicBezTo>
                  <a:cubicBezTo>
                    <a:pt x="13657" y="18652"/>
                    <a:pt x="13761" y="19001"/>
                    <a:pt x="13970" y="18902"/>
                  </a:cubicBezTo>
                  <a:cubicBezTo>
                    <a:pt x="14179" y="18802"/>
                    <a:pt x="14754" y="18652"/>
                    <a:pt x="14701" y="18851"/>
                  </a:cubicBezTo>
                  <a:cubicBezTo>
                    <a:pt x="14649" y="19051"/>
                    <a:pt x="14859" y="19499"/>
                    <a:pt x="15068" y="19399"/>
                  </a:cubicBezTo>
                  <a:cubicBezTo>
                    <a:pt x="15277" y="19299"/>
                    <a:pt x="15799" y="19698"/>
                    <a:pt x="16061" y="19698"/>
                  </a:cubicBezTo>
                  <a:cubicBezTo>
                    <a:pt x="16322" y="19698"/>
                    <a:pt x="16583" y="19698"/>
                    <a:pt x="16583" y="19548"/>
                  </a:cubicBezTo>
                  <a:cubicBezTo>
                    <a:pt x="16583" y="19399"/>
                    <a:pt x="16897" y="19151"/>
                    <a:pt x="17002" y="19349"/>
                  </a:cubicBezTo>
                  <a:cubicBezTo>
                    <a:pt x="17106" y="19548"/>
                    <a:pt x="17367" y="19996"/>
                    <a:pt x="17628" y="19996"/>
                  </a:cubicBezTo>
                  <a:cubicBezTo>
                    <a:pt x="17890" y="19996"/>
                    <a:pt x="18517" y="19996"/>
                    <a:pt x="18517" y="20195"/>
                  </a:cubicBezTo>
                  <a:cubicBezTo>
                    <a:pt x="18517" y="20395"/>
                    <a:pt x="18725" y="20942"/>
                    <a:pt x="18987" y="21140"/>
                  </a:cubicBezTo>
                  <a:cubicBezTo>
                    <a:pt x="19248" y="21339"/>
                    <a:pt x="19823" y="21140"/>
                    <a:pt x="19823" y="21140"/>
                  </a:cubicBezTo>
                  <a:cubicBezTo>
                    <a:pt x="19823" y="21140"/>
                    <a:pt x="20032" y="20991"/>
                    <a:pt x="20032" y="20643"/>
                  </a:cubicBezTo>
                  <a:cubicBezTo>
                    <a:pt x="20032" y="20294"/>
                    <a:pt x="20032" y="19847"/>
                    <a:pt x="19875" y="19847"/>
                  </a:cubicBezTo>
                  <a:cubicBezTo>
                    <a:pt x="19719" y="19847"/>
                    <a:pt x="19457" y="20195"/>
                    <a:pt x="19092" y="20095"/>
                  </a:cubicBezTo>
                  <a:cubicBezTo>
                    <a:pt x="18725" y="19996"/>
                    <a:pt x="18465" y="19299"/>
                    <a:pt x="18307" y="19199"/>
                  </a:cubicBezTo>
                  <a:cubicBezTo>
                    <a:pt x="18151" y="19100"/>
                    <a:pt x="18569" y="18454"/>
                    <a:pt x="18569" y="18155"/>
                  </a:cubicBezTo>
                  <a:cubicBezTo>
                    <a:pt x="18569" y="17856"/>
                    <a:pt x="18831" y="17011"/>
                    <a:pt x="18621" y="16911"/>
                  </a:cubicBezTo>
                  <a:cubicBezTo>
                    <a:pt x="18412" y="16812"/>
                    <a:pt x="18517" y="16514"/>
                    <a:pt x="18778" y="16315"/>
                  </a:cubicBezTo>
                  <a:cubicBezTo>
                    <a:pt x="19040" y="16115"/>
                    <a:pt x="18673" y="15568"/>
                    <a:pt x="19092" y="15568"/>
                  </a:cubicBezTo>
                  <a:cubicBezTo>
                    <a:pt x="19484" y="15568"/>
                    <a:pt x="20283" y="15608"/>
                    <a:pt x="20510" y="15368"/>
                  </a:cubicBezTo>
                  <a:cubicBezTo>
                    <a:pt x="20525" y="15352"/>
                    <a:pt x="20545" y="15338"/>
                    <a:pt x="20554" y="15319"/>
                  </a:cubicBezTo>
                  <a:cubicBezTo>
                    <a:pt x="20584" y="15264"/>
                    <a:pt x="20609" y="15206"/>
                    <a:pt x="20631" y="15147"/>
                  </a:cubicBezTo>
                  <a:cubicBezTo>
                    <a:pt x="20362" y="14728"/>
                    <a:pt x="20094" y="14169"/>
                    <a:pt x="19771" y="1400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7" name="Shape 3403"/>
            <p:cNvSpPr/>
            <p:nvPr/>
          </p:nvSpPr>
          <p:spPr>
            <a:xfrm>
              <a:off x="11833671" y="7012546"/>
              <a:ext cx="96517" cy="126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7" y="10951"/>
                  </a:moveTo>
                  <a:cubicBezTo>
                    <a:pt x="2591" y="12763"/>
                    <a:pt x="3653" y="16907"/>
                    <a:pt x="4876" y="21600"/>
                  </a:cubicBezTo>
                  <a:cubicBezTo>
                    <a:pt x="7528" y="20297"/>
                    <a:pt x="9692" y="19297"/>
                    <a:pt x="10611" y="19014"/>
                  </a:cubicBezTo>
                  <a:cubicBezTo>
                    <a:pt x="14046" y="17967"/>
                    <a:pt x="21600" y="6956"/>
                    <a:pt x="21600" y="6956"/>
                  </a:cubicBezTo>
                  <a:lnTo>
                    <a:pt x="18169" y="5384"/>
                  </a:lnTo>
                  <a:cubicBezTo>
                    <a:pt x="18169" y="5384"/>
                    <a:pt x="18539" y="3091"/>
                    <a:pt x="17625" y="0"/>
                  </a:cubicBezTo>
                  <a:cubicBezTo>
                    <a:pt x="14551" y="279"/>
                    <a:pt x="11303" y="140"/>
                    <a:pt x="11303" y="140"/>
                  </a:cubicBezTo>
                  <a:cubicBezTo>
                    <a:pt x="11303" y="140"/>
                    <a:pt x="11986" y="4334"/>
                    <a:pt x="4432" y="3284"/>
                  </a:cubicBezTo>
                  <a:cubicBezTo>
                    <a:pt x="3226" y="3121"/>
                    <a:pt x="1681" y="3018"/>
                    <a:pt x="0" y="2968"/>
                  </a:cubicBezTo>
                  <a:cubicBezTo>
                    <a:pt x="501" y="3124"/>
                    <a:pt x="888" y="3181"/>
                    <a:pt x="888" y="3181"/>
                  </a:cubicBezTo>
                  <a:cubicBezTo>
                    <a:pt x="888" y="3181"/>
                    <a:pt x="1537" y="10951"/>
                    <a:pt x="1537" y="1095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8" name="Shape 3404"/>
            <p:cNvSpPr/>
            <p:nvPr/>
          </p:nvSpPr>
          <p:spPr>
            <a:xfrm>
              <a:off x="11913358" y="7510596"/>
              <a:ext cx="634249" cy="1027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5" h="21600" extrusionOk="0">
                  <a:moveTo>
                    <a:pt x="21391" y="5527"/>
                  </a:moveTo>
                  <a:cubicBezTo>
                    <a:pt x="21182" y="5191"/>
                    <a:pt x="20762" y="3681"/>
                    <a:pt x="20881" y="3067"/>
                  </a:cubicBezTo>
                  <a:cubicBezTo>
                    <a:pt x="21001" y="2452"/>
                    <a:pt x="20702" y="830"/>
                    <a:pt x="20702" y="48"/>
                  </a:cubicBezTo>
                  <a:cubicBezTo>
                    <a:pt x="20702" y="30"/>
                    <a:pt x="20697" y="16"/>
                    <a:pt x="20697" y="0"/>
                  </a:cubicBezTo>
                  <a:cubicBezTo>
                    <a:pt x="19706" y="280"/>
                    <a:pt x="18642" y="602"/>
                    <a:pt x="18549" y="718"/>
                  </a:cubicBezTo>
                  <a:cubicBezTo>
                    <a:pt x="18369" y="942"/>
                    <a:pt x="17592" y="682"/>
                    <a:pt x="17112" y="942"/>
                  </a:cubicBezTo>
                  <a:cubicBezTo>
                    <a:pt x="16633" y="1203"/>
                    <a:pt x="16335" y="980"/>
                    <a:pt x="15916" y="905"/>
                  </a:cubicBezTo>
                  <a:cubicBezTo>
                    <a:pt x="15498" y="831"/>
                    <a:pt x="15317" y="1166"/>
                    <a:pt x="15259" y="1389"/>
                  </a:cubicBezTo>
                  <a:cubicBezTo>
                    <a:pt x="15198" y="1613"/>
                    <a:pt x="14361" y="1501"/>
                    <a:pt x="14061" y="1464"/>
                  </a:cubicBezTo>
                  <a:cubicBezTo>
                    <a:pt x="13760" y="1427"/>
                    <a:pt x="12805" y="1613"/>
                    <a:pt x="12326" y="1613"/>
                  </a:cubicBezTo>
                  <a:cubicBezTo>
                    <a:pt x="11847" y="1613"/>
                    <a:pt x="12206" y="1353"/>
                    <a:pt x="11668" y="1241"/>
                  </a:cubicBezTo>
                  <a:cubicBezTo>
                    <a:pt x="11130" y="1129"/>
                    <a:pt x="10770" y="1389"/>
                    <a:pt x="10470" y="1389"/>
                  </a:cubicBezTo>
                  <a:cubicBezTo>
                    <a:pt x="10289" y="1389"/>
                    <a:pt x="9731" y="1348"/>
                    <a:pt x="9322" y="1316"/>
                  </a:cubicBezTo>
                  <a:cubicBezTo>
                    <a:pt x="9315" y="1488"/>
                    <a:pt x="9283" y="1640"/>
                    <a:pt x="9214" y="1753"/>
                  </a:cubicBezTo>
                  <a:cubicBezTo>
                    <a:pt x="8826" y="2384"/>
                    <a:pt x="10023" y="3814"/>
                    <a:pt x="10082" y="4419"/>
                  </a:cubicBezTo>
                  <a:cubicBezTo>
                    <a:pt x="10525" y="4658"/>
                    <a:pt x="11037" y="4948"/>
                    <a:pt x="11308" y="5155"/>
                  </a:cubicBezTo>
                  <a:cubicBezTo>
                    <a:pt x="11847" y="5565"/>
                    <a:pt x="11308" y="5527"/>
                    <a:pt x="11367" y="6422"/>
                  </a:cubicBezTo>
                  <a:cubicBezTo>
                    <a:pt x="11428" y="7315"/>
                    <a:pt x="10770" y="6944"/>
                    <a:pt x="10231" y="7241"/>
                  </a:cubicBezTo>
                  <a:cubicBezTo>
                    <a:pt x="9694" y="7539"/>
                    <a:pt x="10171" y="8210"/>
                    <a:pt x="10052" y="8397"/>
                  </a:cubicBezTo>
                  <a:cubicBezTo>
                    <a:pt x="9932" y="8583"/>
                    <a:pt x="8316" y="7092"/>
                    <a:pt x="8197" y="6868"/>
                  </a:cubicBezTo>
                  <a:cubicBezTo>
                    <a:pt x="8077" y="6645"/>
                    <a:pt x="8796" y="5750"/>
                    <a:pt x="8616" y="5229"/>
                  </a:cubicBezTo>
                  <a:cubicBezTo>
                    <a:pt x="8436" y="4707"/>
                    <a:pt x="7360" y="5042"/>
                    <a:pt x="7001" y="5079"/>
                  </a:cubicBezTo>
                  <a:cubicBezTo>
                    <a:pt x="6641" y="5117"/>
                    <a:pt x="5803" y="4483"/>
                    <a:pt x="5623" y="4483"/>
                  </a:cubicBezTo>
                  <a:cubicBezTo>
                    <a:pt x="5444" y="4483"/>
                    <a:pt x="0" y="5750"/>
                    <a:pt x="0" y="5750"/>
                  </a:cubicBezTo>
                  <a:lnTo>
                    <a:pt x="418" y="6682"/>
                  </a:lnTo>
                  <a:lnTo>
                    <a:pt x="299" y="6684"/>
                  </a:lnTo>
                  <a:lnTo>
                    <a:pt x="597" y="7092"/>
                  </a:lnTo>
                  <a:cubicBezTo>
                    <a:pt x="597" y="7092"/>
                    <a:pt x="2392" y="7148"/>
                    <a:pt x="3200" y="7483"/>
                  </a:cubicBezTo>
                  <a:cubicBezTo>
                    <a:pt x="4007" y="7819"/>
                    <a:pt x="5264" y="7875"/>
                    <a:pt x="5534" y="7987"/>
                  </a:cubicBezTo>
                  <a:cubicBezTo>
                    <a:pt x="5803" y="8098"/>
                    <a:pt x="5534" y="9329"/>
                    <a:pt x="5623" y="9944"/>
                  </a:cubicBezTo>
                  <a:cubicBezTo>
                    <a:pt x="5714" y="10559"/>
                    <a:pt x="4547" y="10726"/>
                    <a:pt x="5085" y="11061"/>
                  </a:cubicBezTo>
                  <a:cubicBezTo>
                    <a:pt x="5623" y="11397"/>
                    <a:pt x="5354" y="11957"/>
                    <a:pt x="5714" y="12012"/>
                  </a:cubicBezTo>
                  <a:cubicBezTo>
                    <a:pt x="6072" y="12068"/>
                    <a:pt x="5085" y="12794"/>
                    <a:pt x="4635" y="12963"/>
                  </a:cubicBezTo>
                  <a:cubicBezTo>
                    <a:pt x="4187" y="13130"/>
                    <a:pt x="4635" y="13745"/>
                    <a:pt x="4098" y="14192"/>
                  </a:cubicBezTo>
                  <a:cubicBezTo>
                    <a:pt x="3752" y="14479"/>
                    <a:pt x="2747" y="15040"/>
                    <a:pt x="2044" y="15466"/>
                  </a:cubicBezTo>
                  <a:cubicBezTo>
                    <a:pt x="2079" y="15477"/>
                    <a:pt x="2109" y="15490"/>
                    <a:pt x="2123" y="15506"/>
                  </a:cubicBezTo>
                  <a:cubicBezTo>
                    <a:pt x="2303" y="15702"/>
                    <a:pt x="2840" y="17659"/>
                    <a:pt x="3379" y="17854"/>
                  </a:cubicBezTo>
                  <a:cubicBezTo>
                    <a:pt x="3918" y="18050"/>
                    <a:pt x="3604" y="19979"/>
                    <a:pt x="3559" y="20147"/>
                  </a:cubicBezTo>
                  <a:cubicBezTo>
                    <a:pt x="3514" y="20315"/>
                    <a:pt x="3784" y="21600"/>
                    <a:pt x="3784" y="21600"/>
                  </a:cubicBezTo>
                  <a:cubicBezTo>
                    <a:pt x="3784" y="21600"/>
                    <a:pt x="4584" y="21524"/>
                    <a:pt x="5292" y="21529"/>
                  </a:cubicBezTo>
                  <a:cubicBezTo>
                    <a:pt x="5339" y="21274"/>
                    <a:pt x="5369" y="21052"/>
                    <a:pt x="5385" y="20901"/>
                  </a:cubicBezTo>
                  <a:cubicBezTo>
                    <a:pt x="5444" y="20306"/>
                    <a:pt x="4786" y="20790"/>
                    <a:pt x="4577" y="20417"/>
                  </a:cubicBezTo>
                  <a:cubicBezTo>
                    <a:pt x="4367" y="20045"/>
                    <a:pt x="6042" y="19355"/>
                    <a:pt x="7747" y="18964"/>
                  </a:cubicBezTo>
                  <a:cubicBezTo>
                    <a:pt x="9453" y="18573"/>
                    <a:pt x="10111" y="18349"/>
                    <a:pt x="10291" y="17976"/>
                  </a:cubicBezTo>
                  <a:cubicBezTo>
                    <a:pt x="10470" y="17603"/>
                    <a:pt x="10262" y="16560"/>
                    <a:pt x="10501" y="16149"/>
                  </a:cubicBezTo>
                  <a:cubicBezTo>
                    <a:pt x="10740" y="15739"/>
                    <a:pt x="10351" y="15498"/>
                    <a:pt x="10143" y="14566"/>
                  </a:cubicBezTo>
                  <a:cubicBezTo>
                    <a:pt x="9932" y="13633"/>
                    <a:pt x="9392" y="13484"/>
                    <a:pt x="9155" y="12963"/>
                  </a:cubicBezTo>
                  <a:cubicBezTo>
                    <a:pt x="8915" y="12441"/>
                    <a:pt x="8975" y="12031"/>
                    <a:pt x="9483" y="12012"/>
                  </a:cubicBezTo>
                  <a:cubicBezTo>
                    <a:pt x="9991" y="11993"/>
                    <a:pt x="9991" y="11844"/>
                    <a:pt x="10411" y="11341"/>
                  </a:cubicBezTo>
                  <a:cubicBezTo>
                    <a:pt x="10830" y="10838"/>
                    <a:pt x="11308" y="11043"/>
                    <a:pt x="12117" y="10670"/>
                  </a:cubicBezTo>
                  <a:cubicBezTo>
                    <a:pt x="12924" y="10298"/>
                    <a:pt x="12954" y="9832"/>
                    <a:pt x="14240" y="9217"/>
                  </a:cubicBezTo>
                  <a:cubicBezTo>
                    <a:pt x="15525" y="8602"/>
                    <a:pt x="16932" y="8621"/>
                    <a:pt x="18189" y="8154"/>
                  </a:cubicBezTo>
                  <a:cubicBezTo>
                    <a:pt x="19446" y="7688"/>
                    <a:pt x="21600" y="5862"/>
                    <a:pt x="21391" y="552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09" name="Shape 3405"/>
            <p:cNvSpPr/>
            <p:nvPr/>
          </p:nvSpPr>
          <p:spPr>
            <a:xfrm>
              <a:off x="11873515" y="6932858"/>
              <a:ext cx="652214" cy="660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96" y="17313"/>
                  </a:moveTo>
                  <a:cubicBezTo>
                    <a:pt x="20137" y="16125"/>
                    <a:pt x="19433" y="16125"/>
                    <a:pt x="19462" y="15314"/>
                  </a:cubicBezTo>
                  <a:cubicBezTo>
                    <a:pt x="19492" y="14504"/>
                    <a:pt x="19551" y="13778"/>
                    <a:pt x="19257" y="13692"/>
                  </a:cubicBezTo>
                  <a:cubicBezTo>
                    <a:pt x="18963" y="13604"/>
                    <a:pt x="19139" y="12909"/>
                    <a:pt x="19608" y="12214"/>
                  </a:cubicBezTo>
                  <a:cubicBezTo>
                    <a:pt x="20079" y="11519"/>
                    <a:pt x="18758" y="11431"/>
                    <a:pt x="18552" y="10563"/>
                  </a:cubicBezTo>
                  <a:cubicBezTo>
                    <a:pt x="18465" y="10193"/>
                    <a:pt x="18884" y="8945"/>
                    <a:pt x="19427" y="7584"/>
                  </a:cubicBezTo>
                  <a:cubicBezTo>
                    <a:pt x="17781" y="6466"/>
                    <a:pt x="16095" y="5249"/>
                    <a:pt x="16095" y="5249"/>
                  </a:cubicBezTo>
                  <a:lnTo>
                    <a:pt x="16195" y="4044"/>
                  </a:lnTo>
                  <a:lnTo>
                    <a:pt x="8692" y="114"/>
                  </a:lnTo>
                  <a:cubicBezTo>
                    <a:pt x="8643" y="1017"/>
                    <a:pt x="8267" y="1715"/>
                    <a:pt x="7733" y="1959"/>
                  </a:cubicBezTo>
                  <a:cubicBezTo>
                    <a:pt x="7160" y="2219"/>
                    <a:pt x="8526" y="3045"/>
                    <a:pt x="7865" y="3175"/>
                  </a:cubicBezTo>
                  <a:cubicBezTo>
                    <a:pt x="7205" y="3306"/>
                    <a:pt x="5707" y="2567"/>
                    <a:pt x="4650" y="3001"/>
                  </a:cubicBezTo>
                  <a:cubicBezTo>
                    <a:pt x="3940" y="3293"/>
                    <a:pt x="4087" y="1540"/>
                    <a:pt x="4640" y="0"/>
                  </a:cubicBezTo>
                  <a:lnTo>
                    <a:pt x="2983" y="134"/>
                  </a:lnTo>
                  <a:cubicBezTo>
                    <a:pt x="2983" y="134"/>
                    <a:pt x="2534" y="245"/>
                    <a:pt x="2048" y="379"/>
                  </a:cubicBezTo>
                  <a:lnTo>
                    <a:pt x="2374" y="1237"/>
                  </a:lnTo>
                  <a:cubicBezTo>
                    <a:pt x="2374" y="1237"/>
                    <a:pt x="2781" y="2038"/>
                    <a:pt x="2678" y="2539"/>
                  </a:cubicBezTo>
                  <a:cubicBezTo>
                    <a:pt x="2632" y="2768"/>
                    <a:pt x="2268" y="2869"/>
                    <a:pt x="1887" y="2914"/>
                  </a:cubicBezTo>
                  <a:cubicBezTo>
                    <a:pt x="2022" y="3506"/>
                    <a:pt x="1967" y="3944"/>
                    <a:pt x="1967" y="3944"/>
                  </a:cubicBezTo>
                  <a:lnTo>
                    <a:pt x="2475" y="4245"/>
                  </a:lnTo>
                  <a:cubicBezTo>
                    <a:pt x="2475" y="4245"/>
                    <a:pt x="1357" y="6351"/>
                    <a:pt x="849" y="6552"/>
                  </a:cubicBezTo>
                  <a:cubicBezTo>
                    <a:pt x="713" y="6606"/>
                    <a:pt x="392" y="6797"/>
                    <a:pt x="0" y="7046"/>
                  </a:cubicBezTo>
                  <a:cubicBezTo>
                    <a:pt x="299" y="8526"/>
                    <a:pt x="666" y="10285"/>
                    <a:pt x="1215" y="10780"/>
                  </a:cubicBezTo>
                  <a:cubicBezTo>
                    <a:pt x="2228" y="11692"/>
                    <a:pt x="2053" y="12735"/>
                    <a:pt x="2272" y="13344"/>
                  </a:cubicBezTo>
                  <a:cubicBezTo>
                    <a:pt x="2492" y="13952"/>
                    <a:pt x="3373" y="14648"/>
                    <a:pt x="2757" y="14908"/>
                  </a:cubicBezTo>
                  <a:cubicBezTo>
                    <a:pt x="2359" y="15076"/>
                    <a:pt x="2005" y="14656"/>
                    <a:pt x="1651" y="14085"/>
                  </a:cubicBezTo>
                  <a:cubicBezTo>
                    <a:pt x="1615" y="14188"/>
                    <a:pt x="1573" y="14290"/>
                    <a:pt x="1523" y="14386"/>
                  </a:cubicBezTo>
                  <a:cubicBezTo>
                    <a:pt x="1506" y="14420"/>
                    <a:pt x="1474" y="14443"/>
                    <a:pt x="1448" y="14471"/>
                  </a:cubicBezTo>
                  <a:cubicBezTo>
                    <a:pt x="1987" y="14863"/>
                    <a:pt x="2616" y="15277"/>
                    <a:pt x="2882" y="15277"/>
                  </a:cubicBezTo>
                  <a:cubicBezTo>
                    <a:pt x="3390" y="15277"/>
                    <a:pt x="4204" y="15879"/>
                    <a:pt x="4711" y="15979"/>
                  </a:cubicBezTo>
                  <a:cubicBezTo>
                    <a:pt x="5220" y="16078"/>
                    <a:pt x="7033" y="16793"/>
                    <a:pt x="7252" y="17082"/>
                  </a:cubicBezTo>
                  <a:cubicBezTo>
                    <a:pt x="7291" y="17132"/>
                    <a:pt x="7335" y="17199"/>
                    <a:pt x="7381" y="17275"/>
                  </a:cubicBezTo>
                  <a:cubicBezTo>
                    <a:pt x="7813" y="17254"/>
                    <a:pt x="8382" y="17238"/>
                    <a:pt x="8719" y="17279"/>
                  </a:cubicBezTo>
                  <a:cubicBezTo>
                    <a:pt x="8791" y="17214"/>
                    <a:pt x="8881" y="17167"/>
                    <a:pt x="9010" y="17167"/>
                  </a:cubicBezTo>
                  <a:cubicBezTo>
                    <a:pt x="9681" y="17167"/>
                    <a:pt x="10473" y="19677"/>
                    <a:pt x="10438" y="21138"/>
                  </a:cubicBezTo>
                  <a:cubicBezTo>
                    <a:pt x="10839" y="21189"/>
                    <a:pt x="11387" y="21252"/>
                    <a:pt x="11564" y="21252"/>
                  </a:cubicBezTo>
                  <a:cubicBezTo>
                    <a:pt x="11859" y="21252"/>
                    <a:pt x="12212" y="20848"/>
                    <a:pt x="12740" y="21022"/>
                  </a:cubicBezTo>
                  <a:cubicBezTo>
                    <a:pt x="13268" y="21195"/>
                    <a:pt x="12916" y="21600"/>
                    <a:pt x="13386" y="21600"/>
                  </a:cubicBezTo>
                  <a:cubicBezTo>
                    <a:pt x="13855" y="21600"/>
                    <a:pt x="14793" y="21311"/>
                    <a:pt x="15088" y="21369"/>
                  </a:cubicBezTo>
                  <a:cubicBezTo>
                    <a:pt x="15382" y="21426"/>
                    <a:pt x="16204" y="21600"/>
                    <a:pt x="16264" y="21252"/>
                  </a:cubicBezTo>
                  <a:cubicBezTo>
                    <a:pt x="16320" y="20905"/>
                    <a:pt x="16499" y="20384"/>
                    <a:pt x="16909" y="20499"/>
                  </a:cubicBezTo>
                  <a:cubicBezTo>
                    <a:pt x="17320" y="20616"/>
                    <a:pt x="17612" y="20963"/>
                    <a:pt x="18082" y="20557"/>
                  </a:cubicBezTo>
                  <a:cubicBezTo>
                    <a:pt x="18553" y="20152"/>
                    <a:pt x="19316" y="20557"/>
                    <a:pt x="19492" y="20209"/>
                  </a:cubicBezTo>
                  <a:cubicBezTo>
                    <a:pt x="19584" y="20028"/>
                    <a:pt x="20628" y="19528"/>
                    <a:pt x="21600" y="19093"/>
                  </a:cubicBezTo>
                  <a:cubicBezTo>
                    <a:pt x="21544" y="17978"/>
                    <a:pt x="20253" y="18474"/>
                    <a:pt x="20196" y="1731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0" name="Shape 3406"/>
            <p:cNvSpPr/>
            <p:nvPr/>
          </p:nvSpPr>
          <p:spPr>
            <a:xfrm>
              <a:off x="12052812" y="7450830"/>
              <a:ext cx="187644" cy="456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69" h="21202" extrusionOk="0">
                  <a:moveTo>
                    <a:pt x="19591" y="14004"/>
                  </a:moveTo>
                  <a:cubicBezTo>
                    <a:pt x="18719" y="13546"/>
                    <a:pt x="17072" y="12906"/>
                    <a:pt x="15646" y="12378"/>
                  </a:cubicBezTo>
                  <a:cubicBezTo>
                    <a:pt x="15678" y="12580"/>
                    <a:pt x="15625" y="12744"/>
                    <a:pt x="15450" y="12849"/>
                  </a:cubicBezTo>
                  <a:cubicBezTo>
                    <a:pt x="13758" y="13897"/>
                    <a:pt x="8956" y="10626"/>
                    <a:pt x="8381" y="8587"/>
                  </a:cubicBezTo>
                  <a:cubicBezTo>
                    <a:pt x="7799" y="6548"/>
                    <a:pt x="11123" y="5559"/>
                    <a:pt x="9102" y="3645"/>
                  </a:cubicBezTo>
                  <a:cubicBezTo>
                    <a:pt x="7414" y="2045"/>
                    <a:pt x="6360" y="504"/>
                    <a:pt x="7568" y="36"/>
                  </a:cubicBezTo>
                  <a:cubicBezTo>
                    <a:pt x="6464" y="-22"/>
                    <a:pt x="4599" y="1"/>
                    <a:pt x="3184" y="30"/>
                  </a:cubicBezTo>
                  <a:cubicBezTo>
                    <a:pt x="4234" y="776"/>
                    <a:pt x="5761" y="2252"/>
                    <a:pt x="5761" y="2751"/>
                  </a:cubicBezTo>
                  <a:cubicBezTo>
                    <a:pt x="5761" y="3319"/>
                    <a:pt x="4094" y="2608"/>
                    <a:pt x="3427" y="3319"/>
                  </a:cubicBezTo>
                  <a:cubicBezTo>
                    <a:pt x="2762" y="4034"/>
                    <a:pt x="2430" y="7311"/>
                    <a:pt x="3759" y="7880"/>
                  </a:cubicBezTo>
                  <a:cubicBezTo>
                    <a:pt x="5093" y="8452"/>
                    <a:pt x="1093" y="8024"/>
                    <a:pt x="1093" y="8595"/>
                  </a:cubicBezTo>
                  <a:cubicBezTo>
                    <a:pt x="1093" y="9164"/>
                    <a:pt x="764" y="11160"/>
                    <a:pt x="97" y="11303"/>
                  </a:cubicBezTo>
                  <a:cubicBezTo>
                    <a:pt x="-275" y="11382"/>
                    <a:pt x="496" y="11869"/>
                    <a:pt x="1248" y="12526"/>
                  </a:cubicBezTo>
                  <a:cubicBezTo>
                    <a:pt x="1258" y="12526"/>
                    <a:pt x="1303" y="12520"/>
                    <a:pt x="1305" y="12520"/>
                  </a:cubicBezTo>
                  <a:cubicBezTo>
                    <a:pt x="1883" y="12520"/>
                    <a:pt x="4580" y="13920"/>
                    <a:pt x="5737" y="13836"/>
                  </a:cubicBezTo>
                  <a:cubicBezTo>
                    <a:pt x="6893" y="13755"/>
                    <a:pt x="10354" y="13015"/>
                    <a:pt x="10933" y="14167"/>
                  </a:cubicBezTo>
                  <a:cubicBezTo>
                    <a:pt x="11511" y="15318"/>
                    <a:pt x="9199" y="17296"/>
                    <a:pt x="9583" y="17789"/>
                  </a:cubicBezTo>
                  <a:cubicBezTo>
                    <a:pt x="9967" y="18284"/>
                    <a:pt x="15165" y="21578"/>
                    <a:pt x="15551" y="21167"/>
                  </a:cubicBezTo>
                  <a:cubicBezTo>
                    <a:pt x="15933" y="20755"/>
                    <a:pt x="14398" y="19272"/>
                    <a:pt x="16128" y="18613"/>
                  </a:cubicBezTo>
                  <a:cubicBezTo>
                    <a:pt x="17862" y="17957"/>
                    <a:pt x="19978" y="18778"/>
                    <a:pt x="19781" y="16803"/>
                  </a:cubicBezTo>
                  <a:cubicBezTo>
                    <a:pt x="19591" y="14825"/>
                    <a:pt x="21325" y="14909"/>
                    <a:pt x="19591" y="1400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1" name="Shape 3407"/>
            <p:cNvSpPr/>
            <p:nvPr/>
          </p:nvSpPr>
          <p:spPr>
            <a:xfrm>
              <a:off x="19922005" y="8148100"/>
              <a:ext cx="175421" cy="1243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68" h="17117" extrusionOk="0">
                  <a:moveTo>
                    <a:pt x="6" y="353"/>
                  </a:moveTo>
                  <a:cubicBezTo>
                    <a:pt x="-392" y="-2696"/>
                    <a:pt x="21208" y="14998"/>
                    <a:pt x="18894" y="16948"/>
                  </a:cubicBezTo>
                  <a:cubicBezTo>
                    <a:pt x="16579" y="18904"/>
                    <a:pt x="393" y="3283"/>
                    <a:pt x="6" y="35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2" name="Shape 3408"/>
            <p:cNvSpPr/>
            <p:nvPr/>
          </p:nvSpPr>
          <p:spPr>
            <a:xfrm>
              <a:off x="14184467" y="4263309"/>
              <a:ext cx="457472" cy="3033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4" h="21140" extrusionOk="0">
                  <a:moveTo>
                    <a:pt x="17463" y="17183"/>
                  </a:moveTo>
                  <a:cubicBezTo>
                    <a:pt x="18087" y="17739"/>
                    <a:pt x="17961" y="18482"/>
                    <a:pt x="18543" y="18356"/>
                  </a:cubicBezTo>
                  <a:cubicBezTo>
                    <a:pt x="19021" y="18257"/>
                    <a:pt x="20024" y="18577"/>
                    <a:pt x="20507" y="19273"/>
                  </a:cubicBezTo>
                  <a:cubicBezTo>
                    <a:pt x="21018" y="19089"/>
                    <a:pt x="21444" y="19018"/>
                    <a:pt x="21444" y="19018"/>
                  </a:cubicBezTo>
                  <a:cubicBezTo>
                    <a:pt x="21444" y="19018"/>
                    <a:pt x="21000" y="14728"/>
                    <a:pt x="20889" y="13408"/>
                  </a:cubicBezTo>
                  <a:cubicBezTo>
                    <a:pt x="20777" y="12087"/>
                    <a:pt x="18113" y="10765"/>
                    <a:pt x="18113" y="10765"/>
                  </a:cubicBezTo>
                  <a:lnTo>
                    <a:pt x="17669" y="7138"/>
                  </a:lnTo>
                  <a:cubicBezTo>
                    <a:pt x="17669" y="7138"/>
                    <a:pt x="14561" y="7798"/>
                    <a:pt x="14008" y="7469"/>
                  </a:cubicBezTo>
                  <a:cubicBezTo>
                    <a:pt x="13453" y="7138"/>
                    <a:pt x="12231" y="7964"/>
                    <a:pt x="11679" y="6807"/>
                  </a:cubicBezTo>
                  <a:cubicBezTo>
                    <a:pt x="11122" y="5653"/>
                    <a:pt x="10123" y="7634"/>
                    <a:pt x="9125" y="6643"/>
                  </a:cubicBezTo>
                  <a:cubicBezTo>
                    <a:pt x="8127" y="5653"/>
                    <a:pt x="5241" y="6974"/>
                    <a:pt x="5129" y="6148"/>
                  </a:cubicBezTo>
                  <a:cubicBezTo>
                    <a:pt x="5019" y="5322"/>
                    <a:pt x="6349" y="3509"/>
                    <a:pt x="7126" y="3674"/>
                  </a:cubicBezTo>
                  <a:cubicBezTo>
                    <a:pt x="7313" y="3712"/>
                    <a:pt x="7625" y="3724"/>
                    <a:pt x="7993" y="3711"/>
                  </a:cubicBezTo>
                  <a:cubicBezTo>
                    <a:pt x="8358" y="2838"/>
                    <a:pt x="9183" y="767"/>
                    <a:pt x="8985" y="280"/>
                  </a:cubicBezTo>
                  <a:cubicBezTo>
                    <a:pt x="8736" y="-337"/>
                    <a:pt x="7738" y="156"/>
                    <a:pt x="7073" y="897"/>
                  </a:cubicBezTo>
                  <a:cubicBezTo>
                    <a:pt x="6407" y="1640"/>
                    <a:pt x="5162" y="526"/>
                    <a:pt x="4912" y="1640"/>
                  </a:cubicBezTo>
                  <a:cubicBezTo>
                    <a:pt x="4662" y="2750"/>
                    <a:pt x="4332" y="3862"/>
                    <a:pt x="3583" y="3862"/>
                  </a:cubicBezTo>
                  <a:cubicBezTo>
                    <a:pt x="2835" y="3862"/>
                    <a:pt x="3415" y="5720"/>
                    <a:pt x="2668" y="6211"/>
                  </a:cubicBezTo>
                  <a:cubicBezTo>
                    <a:pt x="1920" y="6706"/>
                    <a:pt x="174" y="6582"/>
                    <a:pt x="9" y="7695"/>
                  </a:cubicBezTo>
                  <a:cubicBezTo>
                    <a:pt x="-156" y="8805"/>
                    <a:pt x="1920" y="9547"/>
                    <a:pt x="1755" y="10906"/>
                  </a:cubicBezTo>
                  <a:cubicBezTo>
                    <a:pt x="1589" y="12268"/>
                    <a:pt x="2835" y="13749"/>
                    <a:pt x="2087" y="14614"/>
                  </a:cubicBezTo>
                  <a:cubicBezTo>
                    <a:pt x="1447" y="15355"/>
                    <a:pt x="872" y="16556"/>
                    <a:pt x="927" y="18975"/>
                  </a:cubicBezTo>
                  <a:cubicBezTo>
                    <a:pt x="1467" y="19491"/>
                    <a:pt x="1986" y="19947"/>
                    <a:pt x="2242" y="19183"/>
                  </a:cubicBezTo>
                  <a:cubicBezTo>
                    <a:pt x="2688" y="17861"/>
                    <a:pt x="5129" y="19183"/>
                    <a:pt x="5129" y="18027"/>
                  </a:cubicBezTo>
                  <a:cubicBezTo>
                    <a:pt x="5129" y="16870"/>
                    <a:pt x="7794" y="17201"/>
                    <a:pt x="7794" y="16049"/>
                  </a:cubicBezTo>
                  <a:cubicBezTo>
                    <a:pt x="7794" y="14892"/>
                    <a:pt x="9347" y="12253"/>
                    <a:pt x="10344" y="12417"/>
                  </a:cubicBezTo>
                  <a:cubicBezTo>
                    <a:pt x="11344" y="12582"/>
                    <a:pt x="10235" y="15058"/>
                    <a:pt x="11455" y="15882"/>
                  </a:cubicBezTo>
                  <a:cubicBezTo>
                    <a:pt x="12676" y="16708"/>
                    <a:pt x="10900" y="19677"/>
                    <a:pt x="11566" y="20833"/>
                  </a:cubicBezTo>
                  <a:cubicBezTo>
                    <a:pt x="11816" y="21263"/>
                    <a:pt x="12301" y="21190"/>
                    <a:pt x="12894" y="20930"/>
                  </a:cubicBezTo>
                  <a:cubicBezTo>
                    <a:pt x="13347" y="20737"/>
                    <a:pt x="13864" y="20439"/>
                    <a:pt x="14393" y="20181"/>
                  </a:cubicBezTo>
                  <a:cubicBezTo>
                    <a:pt x="15483" y="18746"/>
                    <a:pt x="16967" y="16741"/>
                    <a:pt x="17463" y="1718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3" name="Shape 3409"/>
            <p:cNvSpPr/>
            <p:nvPr/>
          </p:nvSpPr>
          <p:spPr>
            <a:xfrm>
              <a:off x="5398863" y="5319175"/>
              <a:ext cx="45838" cy="93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35" h="18329" extrusionOk="0">
                  <a:moveTo>
                    <a:pt x="18785" y="17957"/>
                  </a:moveTo>
                  <a:cubicBezTo>
                    <a:pt x="17177" y="19490"/>
                    <a:pt x="8851" y="15964"/>
                    <a:pt x="8629" y="13266"/>
                  </a:cubicBezTo>
                  <a:cubicBezTo>
                    <a:pt x="8416" y="10571"/>
                    <a:pt x="0" y="10070"/>
                    <a:pt x="0" y="5383"/>
                  </a:cubicBezTo>
                  <a:cubicBezTo>
                    <a:pt x="0" y="685"/>
                    <a:pt x="4103" y="-2110"/>
                    <a:pt x="9282" y="1981"/>
                  </a:cubicBezTo>
                  <a:cubicBezTo>
                    <a:pt x="14460" y="6078"/>
                    <a:pt x="11009" y="8776"/>
                    <a:pt x="11867" y="10769"/>
                  </a:cubicBezTo>
                  <a:cubicBezTo>
                    <a:pt x="12733" y="12765"/>
                    <a:pt x="21600" y="15266"/>
                    <a:pt x="18785" y="1795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4" name="Shape 3410"/>
            <p:cNvSpPr/>
            <p:nvPr/>
          </p:nvSpPr>
          <p:spPr>
            <a:xfrm>
              <a:off x="6394963" y="6215665"/>
              <a:ext cx="57962" cy="47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215" h="17275" extrusionOk="0">
                  <a:moveTo>
                    <a:pt x="1201" y="16293"/>
                  </a:moveTo>
                  <a:cubicBezTo>
                    <a:pt x="-1168" y="13567"/>
                    <a:pt x="4703" y="8201"/>
                    <a:pt x="741" y="5946"/>
                  </a:cubicBezTo>
                  <a:cubicBezTo>
                    <a:pt x="-3211" y="3698"/>
                    <a:pt x="9721" y="-2874"/>
                    <a:pt x="13827" y="1429"/>
                  </a:cubicBezTo>
                  <a:cubicBezTo>
                    <a:pt x="17935" y="5767"/>
                    <a:pt x="18389" y="12339"/>
                    <a:pt x="14740" y="14230"/>
                  </a:cubicBezTo>
                  <a:cubicBezTo>
                    <a:pt x="11085" y="16100"/>
                    <a:pt x="3327" y="18726"/>
                    <a:pt x="1201" y="16293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5" name="Shape 3411"/>
            <p:cNvSpPr/>
            <p:nvPr/>
          </p:nvSpPr>
          <p:spPr>
            <a:xfrm>
              <a:off x="12710240" y="4223465"/>
              <a:ext cx="200739" cy="171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15" extrusionOk="0">
                  <a:moveTo>
                    <a:pt x="20325" y="16640"/>
                  </a:moveTo>
                  <a:cubicBezTo>
                    <a:pt x="20325" y="14868"/>
                    <a:pt x="16320" y="13313"/>
                    <a:pt x="16320" y="11096"/>
                  </a:cubicBezTo>
                  <a:cubicBezTo>
                    <a:pt x="16320" y="8876"/>
                    <a:pt x="13647" y="6879"/>
                    <a:pt x="14028" y="5107"/>
                  </a:cubicBezTo>
                  <a:cubicBezTo>
                    <a:pt x="14292" y="3883"/>
                    <a:pt x="12948" y="2148"/>
                    <a:pt x="12257" y="748"/>
                  </a:cubicBezTo>
                  <a:cubicBezTo>
                    <a:pt x="10496" y="271"/>
                    <a:pt x="8256" y="-170"/>
                    <a:pt x="6536" y="66"/>
                  </a:cubicBezTo>
                  <a:cubicBezTo>
                    <a:pt x="4143" y="395"/>
                    <a:pt x="2355" y="1185"/>
                    <a:pt x="0" y="1605"/>
                  </a:cubicBezTo>
                  <a:cubicBezTo>
                    <a:pt x="1264" y="3828"/>
                    <a:pt x="371" y="4444"/>
                    <a:pt x="1440" y="7546"/>
                  </a:cubicBezTo>
                  <a:cubicBezTo>
                    <a:pt x="2579" y="10874"/>
                    <a:pt x="5445" y="9103"/>
                    <a:pt x="6398" y="9984"/>
                  </a:cubicBezTo>
                  <a:cubicBezTo>
                    <a:pt x="6766" y="10331"/>
                    <a:pt x="7191" y="11475"/>
                    <a:pt x="7578" y="12744"/>
                  </a:cubicBezTo>
                  <a:cubicBezTo>
                    <a:pt x="7758" y="12726"/>
                    <a:pt x="7930" y="12700"/>
                    <a:pt x="8181" y="12751"/>
                  </a:cubicBezTo>
                  <a:cubicBezTo>
                    <a:pt x="9236" y="12973"/>
                    <a:pt x="9640" y="13614"/>
                    <a:pt x="9883" y="14409"/>
                  </a:cubicBezTo>
                  <a:cubicBezTo>
                    <a:pt x="11221" y="14770"/>
                    <a:pt x="12414" y="15813"/>
                    <a:pt x="13036" y="16137"/>
                  </a:cubicBezTo>
                  <a:cubicBezTo>
                    <a:pt x="13863" y="16559"/>
                    <a:pt x="14411" y="15281"/>
                    <a:pt x="16063" y="17416"/>
                  </a:cubicBezTo>
                  <a:cubicBezTo>
                    <a:pt x="17503" y="19279"/>
                    <a:pt x="17614" y="19756"/>
                    <a:pt x="17438" y="21415"/>
                  </a:cubicBezTo>
                  <a:cubicBezTo>
                    <a:pt x="18918" y="21430"/>
                    <a:pt x="20306" y="21032"/>
                    <a:pt x="21600" y="20390"/>
                  </a:cubicBezTo>
                  <a:cubicBezTo>
                    <a:pt x="20951" y="19038"/>
                    <a:pt x="20325" y="17504"/>
                    <a:pt x="20325" y="1664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6" name="Shape 3412"/>
            <p:cNvSpPr/>
            <p:nvPr/>
          </p:nvSpPr>
          <p:spPr>
            <a:xfrm>
              <a:off x="12809849" y="4183621"/>
              <a:ext cx="287594" cy="2435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66" h="21600" extrusionOk="0">
                  <a:moveTo>
                    <a:pt x="2116" y="14943"/>
                  </a:moveTo>
                  <a:cubicBezTo>
                    <a:pt x="1698" y="14714"/>
                    <a:pt x="898" y="13974"/>
                    <a:pt x="0" y="13719"/>
                  </a:cubicBezTo>
                  <a:cubicBezTo>
                    <a:pt x="275" y="14652"/>
                    <a:pt x="250" y="15878"/>
                    <a:pt x="1423" y="16535"/>
                  </a:cubicBezTo>
                  <a:cubicBezTo>
                    <a:pt x="3301" y="17583"/>
                    <a:pt x="568" y="18002"/>
                    <a:pt x="4331" y="18632"/>
                  </a:cubicBezTo>
                  <a:cubicBezTo>
                    <a:pt x="4580" y="18676"/>
                    <a:pt x="4825" y="18681"/>
                    <a:pt x="5070" y="18684"/>
                  </a:cubicBezTo>
                  <a:cubicBezTo>
                    <a:pt x="5188" y="17508"/>
                    <a:pt x="5113" y="17170"/>
                    <a:pt x="4147" y="15850"/>
                  </a:cubicBezTo>
                  <a:cubicBezTo>
                    <a:pt x="3039" y="14337"/>
                    <a:pt x="2670" y="15243"/>
                    <a:pt x="2116" y="14943"/>
                  </a:cubicBezTo>
                  <a:close/>
                  <a:moveTo>
                    <a:pt x="20319" y="7127"/>
                  </a:moveTo>
                  <a:cubicBezTo>
                    <a:pt x="19793" y="5952"/>
                    <a:pt x="18165" y="3570"/>
                    <a:pt x="16454" y="992"/>
                  </a:cubicBezTo>
                  <a:cubicBezTo>
                    <a:pt x="15923" y="2935"/>
                    <a:pt x="14030" y="2390"/>
                    <a:pt x="13662" y="3508"/>
                  </a:cubicBezTo>
                  <a:cubicBezTo>
                    <a:pt x="13278" y="4686"/>
                    <a:pt x="12317" y="3271"/>
                    <a:pt x="11741" y="3508"/>
                  </a:cubicBezTo>
                  <a:cubicBezTo>
                    <a:pt x="11164" y="3741"/>
                    <a:pt x="9821" y="912"/>
                    <a:pt x="8476" y="677"/>
                  </a:cubicBezTo>
                  <a:cubicBezTo>
                    <a:pt x="8070" y="607"/>
                    <a:pt x="7591" y="333"/>
                    <a:pt x="7108" y="0"/>
                  </a:cubicBezTo>
                  <a:cubicBezTo>
                    <a:pt x="6552" y="728"/>
                    <a:pt x="6046" y="1543"/>
                    <a:pt x="6239" y="1935"/>
                  </a:cubicBezTo>
                  <a:cubicBezTo>
                    <a:pt x="6622" y="2720"/>
                    <a:pt x="8285" y="3508"/>
                    <a:pt x="7646" y="4293"/>
                  </a:cubicBezTo>
                  <a:cubicBezTo>
                    <a:pt x="7007" y="5081"/>
                    <a:pt x="4956" y="4766"/>
                    <a:pt x="4320" y="3978"/>
                  </a:cubicBezTo>
                  <a:cubicBezTo>
                    <a:pt x="3675" y="3193"/>
                    <a:pt x="1756" y="1935"/>
                    <a:pt x="1372" y="2881"/>
                  </a:cubicBezTo>
                  <a:cubicBezTo>
                    <a:pt x="988" y="3824"/>
                    <a:pt x="3039" y="5867"/>
                    <a:pt x="2781" y="7127"/>
                  </a:cubicBezTo>
                  <a:cubicBezTo>
                    <a:pt x="2526" y="8382"/>
                    <a:pt x="4320" y="9798"/>
                    <a:pt x="4320" y="11371"/>
                  </a:cubicBezTo>
                  <a:cubicBezTo>
                    <a:pt x="4320" y="12942"/>
                    <a:pt x="7007" y="14044"/>
                    <a:pt x="7007" y="15300"/>
                  </a:cubicBezTo>
                  <a:cubicBezTo>
                    <a:pt x="7007" y="15912"/>
                    <a:pt x="7427" y="16999"/>
                    <a:pt x="7863" y="17958"/>
                  </a:cubicBezTo>
                  <a:cubicBezTo>
                    <a:pt x="9964" y="16863"/>
                    <a:pt x="11691" y="14847"/>
                    <a:pt x="13046" y="14013"/>
                  </a:cubicBezTo>
                  <a:cubicBezTo>
                    <a:pt x="15097" y="12753"/>
                    <a:pt x="14243" y="18007"/>
                    <a:pt x="13903" y="18844"/>
                  </a:cubicBezTo>
                  <a:cubicBezTo>
                    <a:pt x="13664" y="19425"/>
                    <a:pt x="15293" y="20799"/>
                    <a:pt x="17002" y="21600"/>
                  </a:cubicBezTo>
                  <a:cubicBezTo>
                    <a:pt x="16943" y="20461"/>
                    <a:pt x="17166" y="19347"/>
                    <a:pt x="17762" y="18448"/>
                  </a:cubicBezTo>
                  <a:cubicBezTo>
                    <a:pt x="19937" y="15145"/>
                    <a:pt x="21600" y="9958"/>
                    <a:pt x="20319" y="7127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7" name="Shape 3413"/>
            <p:cNvSpPr/>
            <p:nvPr/>
          </p:nvSpPr>
          <p:spPr>
            <a:xfrm>
              <a:off x="13766107" y="4442607"/>
              <a:ext cx="853547" cy="6089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310" extrusionOk="0">
                  <a:moveTo>
                    <a:pt x="20618" y="2986"/>
                  </a:moveTo>
                  <a:cubicBezTo>
                    <a:pt x="20307" y="3049"/>
                    <a:pt x="20374" y="2676"/>
                    <a:pt x="20040" y="2397"/>
                  </a:cubicBezTo>
                  <a:cubicBezTo>
                    <a:pt x="19776" y="2175"/>
                    <a:pt x="18983" y="3182"/>
                    <a:pt x="18398" y="3900"/>
                  </a:cubicBezTo>
                  <a:cubicBezTo>
                    <a:pt x="18124" y="4028"/>
                    <a:pt x="17854" y="4170"/>
                    <a:pt x="17617" y="4270"/>
                  </a:cubicBezTo>
                  <a:cubicBezTo>
                    <a:pt x="17290" y="4406"/>
                    <a:pt x="17024" y="4451"/>
                    <a:pt x="16887" y="4230"/>
                  </a:cubicBezTo>
                  <a:cubicBezTo>
                    <a:pt x="16530" y="3649"/>
                    <a:pt x="17480" y="2158"/>
                    <a:pt x="16827" y="1743"/>
                  </a:cubicBezTo>
                  <a:cubicBezTo>
                    <a:pt x="16175" y="1330"/>
                    <a:pt x="16768" y="86"/>
                    <a:pt x="16233" y="3"/>
                  </a:cubicBezTo>
                  <a:cubicBezTo>
                    <a:pt x="15700" y="-79"/>
                    <a:pt x="14869" y="1246"/>
                    <a:pt x="14869" y="1827"/>
                  </a:cubicBezTo>
                  <a:cubicBezTo>
                    <a:pt x="14869" y="2406"/>
                    <a:pt x="13444" y="2240"/>
                    <a:pt x="13444" y="2821"/>
                  </a:cubicBezTo>
                  <a:cubicBezTo>
                    <a:pt x="13444" y="3401"/>
                    <a:pt x="12139" y="2737"/>
                    <a:pt x="11901" y="3401"/>
                  </a:cubicBezTo>
                  <a:cubicBezTo>
                    <a:pt x="11664" y="4063"/>
                    <a:pt x="11012" y="2903"/>
                    <a:pt x="10596" y="2903"/>
                  </a:cubicBezTo>
                  <a:cubicBezTo>
                    <a:pt x="10180" y="2903"/>
                    <a:pt x="9883" y="2076"/>
                    <a:pt x="9350" y="2322"/>
                  </a:cubicBezTo>
                  <a:cubicBezTo>
                    <a:pt x="8816" y="2572"/>
                    <a:pt x="8519" y="2076"/>
                    <a:pt x="8103" y="1992"/>
                  </a:cubicBezTo>
                  <a:cubicBezTo>
                    <a:pt x="7688" y="1909"/>
                    <a:pt x="7391" y="3235"/>
                    <a:pt x="6917" y="2986"/>
                  </a:cubicBezTo>
                  <a:cubicBezTo>
                    <a:pt x="6442" y="2737"/>
                    <a:pt x="6204" y="4230"/>
                    <a:pt x="6026" y="5058"/>
                  </a:cubicBezTo>
                  <a:cubicBezTo>
                    <a:pt x="5848" y="5886"/>
                    <a:pt x="3830" y="5886"/>
                    <a:pt x="3890" y="6797"/>
                  </a:cubicBezTo>
                  <a:cubicBezTo>
                    <a:pt x="3949" y="7708"/>
                    <a:pt x="2703" y="8042"/>
                    <a:pt x="2584" y="7461"/>
                  </a:cubicBezTo>
                  <a:cubicBezTo>
                    <a:pt x="2466" y="6881"/>
                    <a:pt x="1694" y="7212"/>
                    <a:pt x="1516" y="7046"/>
                  </a:cubicBezTo>
                  <a:cubicBezTo>
                    <a:pt x="1338" y="6881"/>
                    <a:pt x="804" y="7212"/>
                    <a:pt x="863" y="8042"/>
                  </a:cubicBezTo>
                  <a:cubicBezTo>
                    <a:pt x="922" y="8869"/>
                    <a:pt x="329" y="9366"/>
                    <a:pt x="270" y="9697"/>
                  </a:cubicBezTo>
                  <a:cubicBezTo>
                    <a:pt x="211" y="10029"/>
                    <a:pt x="-145" y="11024"/>
                    <a:pt x="92" y="11521"/>
                  </a:cubicBezTo>
                  <a:cubicBezTo>
                    <a:pt x="329" y="12017"/>
                    <a:pt x="-205" y="12846"/>
                    <a:pt x="92" y="13758"/>
                  </a:cubicBezTo>
                  <a:cubicBezTo>
                    <a:pt x="389" y="14669"/>
                    <a:pt x="211" y="15829"/>
                    <a:pt x="329" y="16160"/>
                  </a:cubicBezTo>
                  <a:cubicBezTo>
                    <a:pt x="448" y="16493"/>
                    <a:pt x="1575" y="16327"/>
                    <a:pt x="1813" y="17237"/>
                  </a:cubicBezTo>
                  <a:cubicBezTo>
                    <a:pt x="2050" y="18148"/>
                    <a:pt x="329" y="19724"/>
                    <a:pt x="270" y="20221"/>
                  </a:cubicBezTo>
                  <a:cubicBezTo>
                    <a:pt x="245" y="20428"/>
                    <a:pt x="388" y="20665"/>
                    <a:pt x="574" y="20918"/>
                  </a:cubicBezTo>
                  <a:cubicBezTo>
                    <a:pt x="1251" y="20959"/>
                    <a:pt x="2108" y="21075"/>
                    <a:pt x="2885" y="21272"/>
                  </a:cubicBezTo>
                  <a:cubicBezTo>
                    <a:pt x="3862" y="21521"/>
                    <a:pt x="8841" y="20467"/>
                    <a:pt x="8928" y="20218"/>
                  </a:cubicBezTo>
                  <a:cubicBezTo>
                    <a:pt x="9018" y="19970"/>
                    <a:pt x="8752" y="18417"/>
                    <a:pt x="8795" y="18108"/>
                  </a:cubicBezTo>
                  <a:cubicBezTo>
                    <a:pt x="8841" y="17799"/>
                    <a:pt x="9462" y="17053"/>
                    <a:pt x="9996" y="17115"/>
                  </a:cubicBezTo>
                  <a:cubicBezTo>
                    <a:pt x="10529" y="17178"/>
                    <a:pt x="11018" y="17300"/>
                    <a:pt x="11018" y="16743"/>
                  </a:cubicBezTo>
                  <a:cubicBezTo>
                    <a:pt x="11018" y="16184"/>
                    <a:pt x="12484" y="15502"/>
                    <a:pt x="12618" y="15997"/>
                  </a:cubicBezTo>
                  <a:cubicBezTo>
                    <a:pt x="12751" y="16496"/>
                    <a:pt x="13285" y="16309"/>
                    <a:pt x="13328" y="15067"/>
                  </a:cubicBezTo>
                  <a:cubicBezTo>
                    <a:pt x="13373" y="13826"/>
                    <a:pt x="13285" y="12896"/>
                    <a:pt x="13818" y="12833"/>
                  </a:cubicBezTo>
                  <a:cubicBezTo>
                    <a:pt x="14351" y="12772"/>
                    <a:pt x="14885" y="12337"/>
                    <a:pt x="14840" y="11964"/>
                  </a:cubicBezTo>
                  <a:cubicBezTo>
                    <a:pt x="14794" y="11593"/>
                    <a:pt x="14173" y="10848"/>
                    <a:pt x="14351" y="10599"/>
                  </a:cubicBezTo>
                  <a:cubicBezTo>
                    <a:pt x="14529" y="10352"/>
                    <a:pt x="15862" y="11221"/>
                    <a:pt x="16040" y="10661"/>
                  </a:cubicBezTo>
                  <a:cubicBezTo>
                    <a:pt x="16218" y="10103"/>
                    <a:pt x="15951" y="9482"/>
                    <a:pt x="16173" y="8987"/>
                  </a:cubicBezTo>
                  <a:cubicBezTo>
                    <a:pt x="16395" y="8490"/>
                    <a:pt x="16928" y="7994"/>
                    <a:pt x="16885" y="7497"/>
                  </a:cubicBezTo>
                  <a:cubicBezTo>
                    <a:pt x="16840" y="7001"/>
                    <a:pt x="16928" y="6691"/>
                    <a:pt x="16617" y="6257"/>
                  </a:cubicBezTo>
                  <a:cubicBezTo>
                    <a:pt x="16307" y="5822"/>
                    <a:pt x="16439" y="5263"/>
                    <a:pt x="16840" y="5201"/>
                  </a:cubicBezTo>
                  <a:cubicBezTo>
                    <a:pt x="16909" y="5191"/>
                    <a:pt x="16986" y="5139"/>
                    <a:pt x="17064" y="5067"/>
                  </a:cubicBezTo>
                  <a:cubicBezTo>
                    <a:pt x="17372" y="4982"/>
                    <a:pt x="17637" y="4898"/>
                    <a:pt x="17841" y="4688"/>
                  </a:cubicBezTo>
                  <a:cubicBezTo>
                    <a:pt x="18397" y="4112"/>
                    <a:pt x="19460" y="3637"/>
                    <a:pt x="19870" y="3845"/>
                  </a:cubicBezTo>
                  <a:cubicBezTo>
                    <a:pt x="20204" y="4015"/>
                    <a:pt x="20943" y="3873"/>
                    <a:pt x="21395" y="3201"/>
                  </a:cubicBezTo>
                  <a:cubicBezTo>
                    <a:pt x="21129" y="3027"/>
                    <a:pt x="20802" y="2949"/>
                    <a:pt x="20618" y="2986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8" name="Shape 3414"/>
            <p:cNvSpPr/>
            <p:nvPr/>
          </p:nvSpPr>
          <p:spPr>
            <a:xfrm>
              <a:off x="13786028" y="4522295"/>
              <a:ext cx="991822" cy="895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80" y="2244"/>
                  </a:moveTo>
                  <a:cubicBezTo>
                    <a:pt x="19972" y="1923"/>
                    <a:pt x="19914" y="1347"/>
                    <a:pt x="19914" y="1154"/>
                  </a:cubicBezTo>
                  <a:cubicBezTo>
                    <a:pt x="19914" y="986"/>
                    <a:pt x="19226" y="521"/>
                    <a:pt x="18724" y="85"/>
                  </a:cubicBezTo>
                  <a:cubicBezTo>
                    <a:pt x="18658" y="95"/>
                    <a:pt x="18503" y="123"/>
                    <a:pt x="18328" y="171"/>
                  </a:cubicBezTo>
                  <a:cubicBezTo>
                    <a:pt x="18264" y="102"/>
                    <a:pt x="18180" y="47"/>
                    <a:pt x="18090" y="0"/>
                  </a:cubicBezTo>
                  <a:cubicBezTo>
                    <a:pt x="17697" y="463"/>
                    <a:pt x="17055" y="561"/>
                    <a:pt x="16765" y="444"/>
                  </a:cubicBezTo>
                  <a:cubicBezTo>
                    <a:pt x="16409" y="301"/>
                    <a:pt x="15485" y="628"/>
                    <a:pt x="15002" y="1025"/>
                  </a:cubicBezTo>
                  <a:cubicBezTo>
                    <a:pt x="14825" y="1170"/>
                    <a:pt x="14595" y="1227"/>
                    <a:pt x="14327" y="1286"/>
                  </a:cubicBezTo>
                  <a:cubicBezTo>
                    <a:pt x="14259" y="1335"/>
                    <a:pt x="14193" y="1371"/>
                    <a:pt x="14132" y="1378"/>
                  </a:cubicBezTo>
                  <a:cubicBezTo>
                    <a:pt x="13784" y="1421"/>
                    <a:pt x="13669" y="1806"/>
                    <a:pt x="13939" y="2106"/>
                  </a:cubicBezTo>
                  <a:cubicBezTo>
                    <a:pt x="14209" y="2405"/>
                    <a:pt x="14132" y="2619"/>
                    <a:pt x="14171" y="2961"/>
                  </a:cubicBezTo>
                  <a:cubicBezTo>
                    <a:pt x="14209" y="3303"/>
                    <a:pt x="13746" y="3645"/>
                    <a:pt x="13553" y="3987"/>
                  </a:cubicBezTo>
                  <a:cubicBezTo>
                    <a:pt x="13360" y="4329"/>
                    <a:pt x="13592" y="4757"/>
                    <a:pt x="13437" y="5142"/>
                  </a:cubicBezTo>
                  <a:cubicBezTo>
                    <a:pt x="13283" y="5527"/>
                    <a:pt x="12124" y="4928"/>
                    <a:pt x="11970" y="5099"/>
                  </a:cubicBezTo>
                  <a:cubicBezTo>
                    <a:pt x="11815" y="5270"/>
                    <a:pt x="12355" y="5784"/>
                    <a:pt x="12394" y="6039"/>
                  </a:cubicBezTo>
                  <a:cubicBezTo>
                    <a:pt x="12434" y="6296"/>
                    <a:pt x="11970" y="6597"/>
                    <a:pt x="11506" y="6639"/>
                  </a:cubicBezTo>
                  <a:cubicBezTo>
                    <a:pt x="11043" y="6681"/>
                    <a:pt x="11120" y="7323"/>
                    <a:pt x="11081" y="8178"/>
                  </a:cubicBezTo>
                  <a:cubicBezTo>
                    <a:pt x="11043" y="9034"/>
                    <a:pt x="10580" y="9163"/>
                    <a:pt x="10464" y="8819"/>
                  </a:cubicBezTo>
                  <a:cubicBezTo>
                    <a:pt x="10348" y="8478"/>
                    <a:pt x="9074" y="8948"/>
                    <a:pt x="9074" y="9333"/>
                  </a:cubicBezTo>
                  <a:cubicBezTo>
                    <a:pt x="9074" y="9717"/>
                    <a:pt x="8649" y="9633"/>
                    <a:pt x="8186" y="9589"/>
                  </a:cubicBezTo>
                  <a:cubicBezTo>
                    <a:pt x="7722" y="9547"/>
                    <a:pt x="7182" y="10061"/>
                    <a:pt x="7143" y="10274"/>
                  </a:cubicBezTo>
                  <a:cubicBezTo>
                    <a:pt x="7105" y="10487"/>
                    <a:pt x="7336" y="11557"/>
                    <a:pt x="7258" y="11728"/>
                  </a:cubicBezTo>
                  <a:cubicBezTo>
                    <a:pt x="7182" y="11900"/>
                    <a:pt x="2857" y="12626"/>
                    <a:pt x="2008" y="12455"/>
                  </a:cubicBezTo>
                  <a:cubicBezTo>
                    <a:pt x="1333" y="12318"/>
                    <a:pt x="588" y="12238"/>
                    <a:pt x="0" y="12210"/>
                  </a:cubicBezTo>
                  <a:cubicBezTo>
                    <a:pt x="224" y="12454"/>
                    <a:pt x="523" y="12719"/>
                    <a:pt x="613" y="12986"/>
                  </a:cubicBezTo>
                  <a:cubicBezTo>
                    <a:pt x="785" y="13493"/>
                    <a:pt x="1335" y="13956"/>
                    <a:pt x="1954" y="14242"/>
                  </a:cubicBezTo>
                  <a:cubicBezTo>
                    <a:pt x="2571" y="14528"/>
                    <a:pt x="2262" y="15727"/>
                    <a:pt x="2571" y="15841"/>
                  </a:cubicBezTo>
                  <a:cubicBezTo>
                    <a:pt x="2881" y="15956"/>
                    <a:pt x="3294" y="16869"/>
                    <a:pt x="2881" y="16926"/>
                  </a:cubicBezTo>
                  <a:cubicBezTo>
                    <a:pt x="2468" y="16984"/>
                    <a:pt x="2107" y="17098"/>
                    <a:pt x="1696" y="17327"/>
                  </a:cubicBezTo>
                  <a:cubicBezTo>
                    <a:pt x="1283" y="17554"/>
                    <a:pt x="819" y="18124"/>
                    <a:pt x="870" y="18811"/>
                  </a:cubicBezTo>
                  <a:cubicBezTo>
                    <a:pt x="877" y="18902"/>
                    <a:pt x="889" y="19026"/>
                    <a:pt x="903" y="19171"/>
                  </a:cubicBezTo>
                  <a:cubicBezTo>
                    <a:pt x="1956" y="19198"/>
                    <a:pt x="3205" y="19140"/>
                    <a:pt x="3339" y="18977"/>
                  </a:cubicBezTo>
                  <a:cubicBezTo>
                    <a:pt x="3551" y="18720"/>
                    <a:pt x="4054" y="18592"/>
                    <a:pt x="4343" y="18805"/>
                  </a:cubicBezTo>
                  <a:cubicBezTo>
                    <a:pt x="4633" y="19019"/>
                    <a:pt x="5926" y="19105"/>
                    <a:pt x="6448" y="18784"/>
                  </a:cubicBezTo>
                  <a:cubicBezTo>
                    <a:pt x="7082" y="18394"/>
                    <a:pt x="7471" y="18784"/>
                    <a:pt x="7490" y="19126"/>
                  </a:cubicBezTo>
                  <a:cubicBezTo>
                    <a:pt x="7509" y="19468"/>
                    <a:pt x="7799" y="19618"/>
                    <a:pt x="8088" y="19917"/>
                  </a:cubicBezTo>
                  <a:cubicBezTo>
                    <a:pt x="8378" y="20217"/>
                    <a:pt x="8167" y="20559"/>
                    <a:pt x="8359" y="20901"/>
                  </a:cubicBezTo>
                  <a:cubicBezTo>
                    <a:pt x="8552" y="21243"/>
                    <a:pt x="8938" y="21179"/>
                    <a:pt x="9498" y="21456"/>
                  </a:cubicBezTo>
                  <a:cubicBezTo>
                    <a:pt x="9577" y="21495"/>
                    <a:pt x="9643" y="21545"/>
                    <a:pt x="9707" y="21600"/>
                  </a:cubicBezTo>
                  <a:cubicBezTo>
                    <a:pt x="9742" y="21555"/>
                    <a:pt x="9771" y="21520"/>
                    <a:pt x="9790" y="21494"/>
                  </a:cubicBezTo>
                  <a:cubicBezTo>
                    <a:pt x="10100" y="21095"/>
                    <a:pt x="10151" y="20409"/>
                    <a:pt x="10976" y="20580"/>
                  </a:cubicBezTo>
                  <a:cubicBezTo>
                    <a:pt x="11801" y="20752"/>
                    <a:pt x="11749" y="20409"/>
                    <a:pt x="12213" y="20524"/>
                  </a:cubicBezTo>
                  <a:cubicBezTo>
                    <a:pt x="12678" y="20638"/>
                    <a:pt x="12986" y="20580"/>
                    <a:pt x="13192" y="20239"/>
                  </a:cubicBezTo>
                  <a:cubicBezTo>
                    <a:pt x="13399" y="19896"/>
                    <a:pt x="12986" y="19211"/>
                    <a:pt x="12730" y="18925"/>
                  </a:cubicBezTo>
                  <a:cubicBezTo>
                    <a:pt x="12472" y="18639"/>
                    <a:pt x="12110" y="18011"/>
                    <a:pt x="12162" y="17441"/>
                  </a:cubicBezTo>
                  <a:cubicBezTo>
                    <a:pt x="12213" y="16869"/>
                    <a:pt x="11336" y="16869"/>
                    <a:pt x="11336" y="16412"/>
                  </a:cubicBezTo>
                  <a:cubicBezTo>
                    <a:pt x="11336" y="15956"/>
                    <a:pt x="12162" y="15213"/>
                    <a:pt x="12317" y="15042"/>
                  </a:cubicBezTo>
                  <a:cubicBezTo>
                    <a:pt x="12472" y="14870"/>
                    <a:pt x="13141" y="15499"/>
                    <a:pt x="13296" y="15156"/>
                  </a:cubicBezTo>
                  <a:cubicBezTo>
                    <a:pt x="13451" y="14813"/>
                    <a:pt x="13915" y="15042"/>
                    <a:pt x="14173" y="15099"/>
                  </a:cubicBezTo>
                  <a:cubicBezTo>
                    <a:pt x="14431" y="15156"/>
                    <a:pt x="14842" y="14528"/>
                    <a:pt x="14894" y="14014"/>
                  </a:cubicBezTo>
                  <a:cubicBezTo>
                    <a:pt x="14945" y="13501"/>
                    <a:pt x="15823" y="13443"/>
                    <a:pt x="15978" y="13272"/>
                  </a:cubicBezTo>
                  <a:cubicBezTo>
                    <a:pt x="16132" y="13100"/>
                    <a:pt x="16390" y="11959"/>
                    <a:pt x="16493" y="11730"/>
                  </a:cubicBezTo>
                  <a:cubicBezTo>
                    <a:pt x="16597" y="11502"/>
                    <a:pt x="17266" y="11673"/>
                    <a:pt x="17266" y="11045"/>
                  </a:cubicBezTo>
                  <a:cubicBezTo>
                    <a:pt x="17266" y="10416"/>
                    <a:pt x="17576" y="10302"/>
                    <a:pt x="17885" y="10245"/>
                  </a:cubicBezTo>
                  <a:cubicBezTo>
                    <a:pt x="18194" y="10188"/>
                    <a:pt x="18091" y="9617"/>
                    <a:pt x="18143" y="9161"/>
                  </a:cubicBezTo>
                  <a:cubicBezTo>
                    <a:pt x="18194" y="8703"/>
                    <a:pt x="18401" y="8189"/>
                    <a:pt x="18813" y="8074"/>
                  </a:cubicBezTo>
                  <a:cubicBezTo>
                    <a:pt x="19226" y="7960"/>
                    <a:pt x="18658" y="7333"/>
                    <a:pt x="18194" y="7447"/>
                  </a:cubicBezTo>
                  <a:cubicBezTo>
                    <a:pt x="17731" y="7561"/>
                    <a:pt x="17421" y="6076"/>
                    <a:pt x="17421" y="6076"/>
                  </a:cubicBezTo>
                  <a:cubicBezTo>
                    <a:pt x="17421" y="6076"/>
                    <a:pt x="17472" y="4877"/>
                    <a:pt x="17214" y="4706"/>
                  </a:cubicBezTo>
                  <a:cubicBezTo>
                    <a:pt x="16956" y="4535"/>
                    <a:pt x="17318" y="3907"/>
                    <a:pt x="17885" y="3907"/>
                  </a:cubicBezTo>
                  <a:cubicBezTo>
                    <a:pt x="18452" y="3907"/>
                    <a:pt x="19484" y="4591"/>
                    <a:pt x="19844" y="4306"/>
                  </a:cubicBezTo>
                  <a:cubicBezTo>
                    <a:pt x="20204" y="4020"/>
                    <a:pt x="20927" y="3849"/>
                    <a:pt x="21133" y="3735"/>
                  </a:cubicBezTo>
                  <a:cubicBezTo>
                    <a:pt x="21289" y="3648"/>
                    <a:pt x="21506" y="3101"/>
                    <a:pt x="21600" y="2844"/>
                  </a:cubicBezTo>
                  <a:cubicBezTo>
                    <a:pt x="21361" y="2664"/>
                    <a:pt x="20966" y="2447"/>
                    <a:pt x="20580" y="2244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19" name="Shape 3415"/>
            <p:cNvSpPr/>
            <p:nvPr/>
          </p:nvSpPr>
          <p:spPr>
            <a:xfrm>
              <a:off x="15778227" y="6534418"/>
              <a:ext cx="2748426" cy="9720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5" h="20905" extrusionOk="0">
                  <a:moveTo>
                    <a:pt x="10379" y="18064"/>
                  </a:moveTo>
                  <a:cubicBezTo>
                    <a:pt x="10324" y="18408"/>
                    <a:pt x="10088" y="18483"/>
                    <a:pt x="9949" y="18216"/>
                  </a:cubicBezTo>
                  <a:cubicBezTo>
                    <a:pt x="9810" y="17950"/>
                    <a:pt x="9638" y="18578"/>
                    <a:pt x="9727" y="18903"/>
                  </a:cubicBezTo>
                  <a:cubicBezTo>
                    <a:pt x="9769" y="19055"/>
                    <a:pt x="10060" y="19665"/>
                    <a:pt x="10406" y="19208"/>
                  </a:cubicBezTo>
                  <a:cubicBezTo>
                    <a:pt x="10754" y="18750"/>
                    <a:pt x="10989" y="19170"/>
                    <a:pt x="11072" y="18674"/>
                  </a:cubicBezTo>
                  <a:cubicBezTo>
                    <a:pt x="11156" y="18178"/>
                    <a:pt x="10434" y="17721"/>
                    <a:pt x="10379" y="18064"/>
                  </a:cubicBezTo>
                  <a:close/>
                  <a:moveTo>
                    <a:pt x="11072" y="19931"/>
                  </a:moveTo>
                  <a:cubicBezTo>
                    <a:pt x="11156" y="20275"/>
                    <a:pt x="11392" y="20275"/>
                    <a:pt x="11489" y="20504"/>
                  </a:cubicBezTo>
                  <a:cubicBezTo>
                    <a:pt x="11586" y="20732"/>
                    <a:pt x="11933" y="21229"/>
                    <a:pt x="11933" y="20580"/>
                  </a:cubicBezTo>
                  <a:cubicBezTo>
                    <a:pt x="11933" y="19931"/>
                    <a:pt x="10980" y="19550"/>
                    <a:pt x="11072" y="19931"/>
                  </a:cubicBezTo>
                  <a:close/>
                  <a:moveTo>
                    <a:pt x="10032" y="9256"/>
                  </a:moveTo>
                  <a:cubicBezTo>
                    <a:pt x="10282" y="8836"/>
                    <a:pt x="10337" y="8035"/>
                    <a:pt x="10310" y="7272"/>
                  </a:cubicBezTo>
                  <a:cubicBezTo>
                    <a:pt x="10282" y="6510"/>
                    <a:pt x="10920" y="6472"/>
                    <a:pt x="11017" y="6167"/>
                  </a:cubicBezTo>
                  <a:cubicBezTo>
                    <a:pt x="11114" y="5862"/>
                    <a:pt x="10878" y="5366"/>
                    <a:pt x="10698" y="5137"/>
                  </a:cubicBezTo>
                  <a:cubicBezTo>
                    <a:pt x="10518" y="4908"/>
                    <a:pt x="10670" y="4413"/>
                    <a:pt x="10545" y="4108"/>
                  </a:cubicBezTo>
                  <a:cubicBezTo>
                    <a:pt x="10420" y="3803"/>
                    <a:pt x="10212" y="3001"/>
                    <a:pt x="10393" y="2964"/>
                  </a:cubicBezTo>
                  <a:cubicBezTo>
                    <a:pt x="10573" y="2925"/>
                    <a:pt x="10268" y="2239"/>
                    <a:pt x="10420" y="2010"/>
                  </a:cubicBezTo>
                  <a:cubicBezTo>
                    <a:pt x="10441" y="1980"/>
                    <a:pt x="10465" y="1947"/>
                    <a:pt x="10490" y="1913"/>
                  </a:cubicBezTo>
                  <a:cubicBezTo>
                    <a:pt x="10399" y="1788"/>
                    <a:pt x="10319" y="1705"/>
                    <a:pt x="10268" y="1705"/>
                  </a:cubicBezTo>
                  <a:cubicBezTo>
                    <a:pt x="10046" y="1705"/>
                    <a:pt x="9519" y="1552"/>
                    <a:pt x="9546" y="2543"/>
                  </a:cubicBezTo>
                  <a:cubicBezTo>
                    <a:pt x="9575" y="3536"/>
                    <a:pt x="9241" y="3154"/>
                    <a:pt x="9269" y="3688"/>
                  </a:cubicBezTo>
                  <a:cubicBezTo>
                    <a:pt x="9297" y="4222"/>
                    <a:pt x="9103" y="4222"/>
                    <a:pt x="9130" y="4908"/>
                  </a:cubicBezTo>
                  <a:cubicBezTo>
                    <a:pt x="9158" y="5595"/>
                    <a:pt x="8992" y="5289"/>
                    <a:pt x="8714" y="5671"/>
                  </a:cubicBezTo>
                  <a:cubicBezTo>
                    <a:pt x="8437" y="6053"/>
                    <a:pt x="8548" y="5442"/>
                    <a:pt x="8270" y="5442"/>
                  </a:cubicBezTo>
                  <a:cubicBezTo>
                    <a:pt x="7993" y="5442"/>
                    <a:pt x="7965" y="5824"/>
                    <a:pt x="7798" y="5976"/>
                  </a:cubicBezTo>
                  <a:cubicBezTo>
                    <a:pt x="7632" y="6128"/>
                    <a:pt x="7299" y="5900"/>
                    <a:pt x="7188" y="6128"/>
                  </a:cubicBezTo>
                  <a:cubicBezTo>
                    <a:pt x="7077" y="6357"/>
                    <a:pt x="6911" y="5595"/>
                    <a:pt x="6800" y="5595"/>
                  </a:cubicBezTo>
                  <a:cubicBezTo>
                    <a:pt x="6743" y="5595"/>
                    <a:pt x="6694" y="5178"/>
                    <a:pt x="6659" y="4770"/>
                  </a:cubicBezTo>
                  <a:cubicBezTo>
                    <a:pt x="6639" y="4759"/>
                    <a:pt x="6621" y="4752"/>
                    <a:pt x="6605" y="4755"/>
                  </a:cubicBezTo>
                  <a:cubicBezTo>
                    <a:pt x="6425" y="4794"/>
                    <a:pt x="6127" y="6103"/>
                    <a:pt x="6300" y="6548"/>
                  </a:cubicBezTo>
                  <a:cubicBezTo>
                    <a:pt x="6508" y="7082"/>
                    <a:pt x="6453" y="7920"/>
                    <a:pt x="6550" y="8340"/>
                  </a:cubicBezTo>
                  <a:cubicBezTo>
                    <a:pt x="6647" y="8760"/>
                    <a:pt x="6953" y="8835"/>
                    <a:pt x="6953" y="9636"/>
                  </a:cubicBezTo>
                  <a:cubicBezTo>
                    <a:pt x="6953" y="10437"/>
                    <a:pt x="7216" y="11695"/>
                    <a:pt x="7396" y="11353"/>
                  </a:cubicBezTo>
                  <a:cubicBezTo>
                    <a:pt x="7577" y="11009"/>
                    <a:pt x="7715" y="11505"/>
                    <a:pt x="7771" y="11848"/>
                  </a:cubicBezTo>
                  <a:cubicBezTo>
                    <a:pt x="7826" y="12191"/>
                    <a:pt x="8256" y="11581"/>
                    <a:pt x="8395" y="11658"/>
                  </a:cubicBezTo>
                  <a:cubicBezTo>
                    <a:pt x="8534" y="11734"/>
                    <a:pt x="8964" y="11963"/>
                    <a:pt x="8992" y="12420"/>
                  </a:cubicBezTo>
                  <a:cubicBezTo>
                    <a:pt x="9019" y="12878"/>
                    <a:pt x="9408" y="12382"/>
                    <a:pt x="9671" y="12115"/>
                  </a:cubicBezTo>
                  <a:cubicBezTo>
                    <a:pt x="9935" y="11848"/>
                    <a:pt x="9783" y="9674"/>
                    <a:pt x="10032" y="9256"/>
                  </a:cubicBezTo>
                  <a:close/>
                  <a:moveTo>
                    <a:pt x="13890" y="19073"/>
                  </a:moveTo>
                  <a:cubicBezTo>
                    <a:pt x="13847" y="19151"/>
                    <a:pt x="13798" y="19213"/>
                    <a:pt x="13738" y="19250"/>
                  </a:cubicBezTo>
                  <a:cubicBezTo>
                    <a:pt x="13719" y="19392"/>
                    <a:pt x="13700" y="19550"/>
                    <a:pt x="13669" y="19619"/>
                  </a:cubicBezTo>
                  <a:cubicBezTo>
                    <a:pt x="13630" y="19703"/>
                    <a:pt x="13563" y="19535"/>
                    <a:pt x="13515" y="19387"/>
                  </a:cubicBezTo>
                  <a:cubicBezTo>
                    <a:pt x="13247" y="19693"/>
                    <a:pt x="13106" y="20574"/>
                    <a:pt x="13292" y="20847"/>
                  </a:cubicBezTo>
                  <a:cubicBezTo>
                    <a:pt x="13471" y="21110"/>
                    <a:pt x="13732" y="20414"/>
                    <a:pt x="13881" y="19922"/>
                  </a:cubicBezTo>
                  <a:cubicBezTo>
                    <a:pt x="13905" y="19842"/>
                    <a:pt x="13927" y="19767"/>
                    <a:pt x="13944" y="19703"/>
                  </a:cubicBezTo>
                  <a:cubicBezTo>
                    <a:pt x="13954" y="19667"/>
                    <a:pt x="13971" y="19627"/>
                    <a:pt x="13991" y="19587"/>
                  </a:cubicBezTo>
                  <a:cubicBezTo>
                    <a:pt x="14005" y="19559"/>
                    <a:pt x="14021" y="19531"/>
                    <a:pt x="14038" y="19502"/>
                  </a:cubicBezTo>
                  <a:cubicBezTo>
                    <a:pt x="13994" y="19335"/>
                    <a:pt x="13939" y="19173"/>
                    <a:pt x="13890" y="19073"/>
                  </a:cubicBezTo>
                  <a:close/>
                  <a:moveTo>
                    <a:pt x="19896" y="9407"/>
                  </a:moveTo>
                  <a:cubicBezTo>
                    <a:pt x="19688" y="9446"/>
                    <a:pt x="19660" y="10437"/>
                    <a:pt x="19480" y="10437"/>
                  </a:cubicBezTo>
                  <a:cubicBezTo>
                    <a:pt x="19299" y="10437"/>
                    <a:pt x="19049" y="11466"/>
                    <a:pt x="18717" y="11772"/>
                  </a:cubicBezTo>
                  <a:cubicBezTo>
                    <a:pt x="18384" y="12077"/>
                    <a:pt x="18369" y="9141"/>
                    <a:pt x="18217" y="8569"/>
                  </a:cubicBezTo>
                  <a:cubicBezTo>
                    <a:pt x="18065" y="7997"/>
                    <a:pt x="17232" y="7539"/>
                    <a:pt x="17149" y="8187"/>
                  </a:cubicBezTo>
                  <a:cubicBezTo>
                    <a:pt x="17066" y="8836"/>
                    <a:pt x="16776" y="8493"/>
                    <a:pt x="16746" y="9027"/>
                  </a:cubicBezTo>
                  <a:cubicBezTo>
                    <a:pt x="16719" y="9522"/>
                    <a:pt x="16816" y="9369"/>
                    <a:pt x="16996" y="9369"/>
                  </a:cubicBezTo>
                  <a:cubicBezTo>
                    <a:pt x="17177" y="9369"/>
                    <a:pt x="17177" y="9751"/>
                    <a:pt x="17260" y="10246"/>
                  </a:cubicBezTo>
                  <a:cubicBezTo>
                    <a:pt x="17343" y="10743"/>
                    <a:pt x="17843" y="10399"/>
                    <a:pt x="18009" y="10361"/>
                  </a:cubicBezTo>
                  <a:cubicBezTo>
                    <a:pt x="18176" y="10323"/>
                    <a:pt x="18203" y="10971"/>
                    <a:pt x="17967" y="10743"/>
                  </a:cubicBezTo>
                  <a:cubicBezTo>
                    <a:pt x="17732" y="10515"/>
                    <a:pt x="17732" y="11048"/>
                    <a:pt x="17565" y="10933"/>
                  </a:cubicBezTo>
                  <a:cubicBezTo>
                    <a:pt x="17399" y="10818"/>
                    <a:pt x="17177" y="10857"/>
                    <a:pt x="17287" y="11123"/>
                  </a:cubicBezTo>
                  <a:cubicBezTo>
                    <a:pt x="17399" y="11390"/>
                    <a:pt x="17579" y="11658"/>
                    <a:pt x="17579" y="12267"/>
                  </a:cubicBezTo>
                  <a:cubicBezTo>
                    <a:pt x="17579" y="12878"/>
                    <a:pt x="17898" y="12764"/>
                    <a:pt x="17898" y="12267"/>
                  </a:cubicBezTo>
                  <a:cubicBezTo>
                    <a:pt x="17898" y="11772"/>
                    <a:pt x="18065" y="12420"/>
                    <a:pt x="18384" y="12648"/>
                  </a:cubicBezTo>
                  <a:cubicBezTo>
                    <a:pt x="18703" y="12878"/>
                    <a:pt x="18481" y="13221"/>
                    <a:pt x="18800" y="13259"/>
                  </a:cubicBezTo>
                  <a:cubicBezTo>
                    <a:pt x="19119" y="13298"/>
                    <a:pt x="19840" y="13946"/>
                    <a:pt x="20118" y="14518"/>
                  </a:cubicBezTo>
                  <a:cubicBezTo>
                    <a:pt x="20395" y="15090"/>
                    <a:pt x="20201" y="15470"/>
                    <a:pt x="20381" y="16005"/>
                  </a:cubicBezTo>
                  <a:cubicBezTo>
                    <a:pt x="20562" y="16539"/>
                    <a:pt x="20617" y="17149"/>
                    <a:pt x="20367" y="17149"/>
                  </a:cubicBezTo>
                  <a:cubicBezTo>
                    <a:pt x="20118" y="17149"/>
                    <a:pt x="19854" y="17835"/>
                    <a:pt x="19923" y="18178"/>
                  </a:cubicBezTo>
                  <a:cubicBezTo>
                    <a:pt x="19992" y="18522"/>
                    <a:pt x="20811" y="18026"/>
                    <a:pt x="21005" y="18026"/>
                  </a:cubicBezTo>
                  <a:cubicBezTo>
                    <a:pt x="21133" y="18026"/>
                    <a:pt x="21261" y="18646"/>
                    <a:pt x="21505" y="19097"/>
                  </a:cubicBezTo>
                  <a:lnTo>
                    <a:pt x="21505" y="10958"/>
                  </a:lnTo>
                  <a:cubicBezTo>
                    <a:pt x="20904" y="10402"/>
                    <a:pt x="20067" y="9376"/>
                    <a:pt x="19896" y="9407"/>
                  </a:cubicBezTo>
                  <a:close/>
                  <a:moveTo>
                    <a:pt x="8978" y="17721"/>
                  </a:moveTo>
                  <a:cubicBezTo>
                    <a:pt x="8964" y="17263"/>
                    <a:pt x="8423" y="17682"/>
                    <a:pt x="8159" y="17378"/>
                  </a:cubicBezTo>
                  <a:cubicBezTo>
                    <a:pt x="7896" y="17072"/>
                    <a:pt x="8451" y="16806"/>
                    <a:pt x="8631" y="16500"/>
                  </a:cubicBezTo>
                  <a:cubicBezTo>
                    <a:pt x="8811" y="16195"/>
                    <a:pt x="8520" y="16081"/>
                    <a:pt x="8076" y="16463"/>
                  </a:cubicBezTo>
                  <a:cubicBezTo>
                    <a:pt x="7632" y="16844"/>
                    <a:pt x="7119" y="15623"/>
                    <a:pt x="7105" y="16157"/>
                  </a:cubicBezTo>
                  <a:cubicBezTo>
                    <a:pt x="7091" y="16691"/>
                    <a:pt x="6300" y="15928"/>
                    <a:pt x="6106" y="15548"/>
                  </a:cubicBezTo>
                  <a:cubicBezTo>
                    <a:pt x="5912" y="15166"/>
                    <a:pt x="5163" y="14669"/>
                    <a:pt x="5010" y="15395"/>
                  </a:cubicBezTo>
                  <a:cubicBezTo>
                    <a:pt x="4857" y="16119"/>
                    <a:pt x="4725" y="15469"/>
                    <a:pt x="4788" y="16157"/>
                  </a:cubicBezTo>
                  <a:cubicBezTo>
                    <a:pt x="4830" y="16614"/>
                    <a:pt x="5010" y="16348"/>
                    <a:pt x="5135" y="16348"/>
                  </a:cubicBezTo>
                  <a:cubicBezTo>
                    <a:pt x="5260" y="16348"/>
                    <a:pt x="5204" y="16996"/>
                    <a:pt x="5385" y="17072"/>
                  </a:cubicBezTo>
                  <a:cubicBezTo>
                    <a:pt x="5565" y="17149"/>
                    <a:pt x="6162" y="17606"/>
                    <a:pt x="6217" y="17263"/>
                  </a:cubicBezTo>
                  <a:cubicBezTo>
                    <a:pt x="6273" y="16920"/>
                    <a:pt x="6828" y="17263"/>
                    <a:pt x="7105" y="17873"/>
                  </a:cubicBezTo>
                  <a:cubicBezTo>
                    <a:pt x="7382" y="18483"/>
                    <a:pt x="8021" y="18522"/>
                    <a:pt x="8270" y="18408"/>
                  </a:cubicBezTo>
                  <a:cubicBezTo>
                    <a:pt x="8520" y="18293"/>
                    <a:pt x="8797" y="18864"/>
                    <a:pt x="8894" y="18483"/>
                  </a:cubicBezTo>
                  <a:cubicBezTo>
                    <a:pt x="8992" y="18103"/>
                    <a:pt x="9172" y="19093"/>
                    <a:pt x="9450" y="18522"/>
                  </a:cubicBezTo>
                  <a:cubicBezTo>
                    <a:pt x="9727" y="17950"/>
                    <a:pt x="8992" y="18178"/>
                    <a:pt x="8978" y="17721"/>
                  </a:cubicBezTo>
                  <a:close/>
                  <a:moveTo>
                    <a:pt x="16289" y="11162"/>
                  </a:moveTo>
                  <a:cubicBezTo>
                    <a:pt x="15928" y="10857"/>
                    <a:pt x="15312" y="11117"/>
                    <a:pt x="15373" y="11619"/>
                  </a:cubicBezTo>
                  <a:cubicBezTo>
                    <a:pt x="15429" y="12077"/>
                    <a:pt x="15720" y="11887"/>
                    <a:pt x="16011" y="11887"/>
                  </a:cubicBezTo>
                  <a:cubicBezTo>
                    <a:pt x="16302" y="11887"/>
                    <a:pt x="16455" y="12459"/>
                    <a:pt x="16608" y="12459"/>
                  </a:cubicBezTo>
                  <a:cubicBezTo>
                    <a:pt x="16760" y="12459"/>
                    <a:pt x="16650" y="11466"/>
                    <a:pt x="16289" y="11162"/>
                  </a:cubicBezTo>
                  <a:close/>
                  <a:moveTo>
                    <a:pt x="13320" y="18140"/>
                  </a:moveTo>
                  <a:cubicBezTo>
                    <a:pt x="12945" y="17989"/>
                    <a:pt x="12696" y="18750"/>
                    <a:pt x="12321" y="18369"/>
                  </a:cubicBezTo>
                  <a:cubicBezTo>
                    <a:pt x="11947" y="17989"/>
                    <a:pt x="11386" y="18376"/>
                    <a:pt x="11447" y="18712"/>
                  </a:cubicBezTo>
                  <a:cubicBezTo>
                    <a:pt x="11503" y="19017"/>
                    <a:pt x="11835" y="19055"/>
                    <a:pt x="12210" y="19093"/>
                  </a:cubicBezTo>
                  <a:cubicBezTo>
                    <a:pt x="12585" y="19131"/>
                    <a:pt x="12918" y="18559"/>
                    <a:pt x="13167" y="18522"/>
                  </a:cubicBezTo>
                  <a:cubicBezTo>
                    <a:pt x="13417" y="18483"/>
                    <a:pt x="13695" y="18293"/>
                    <a:pt x="13320" y="18140"/>
                  </a:cubicBezTo>
                  <a:close/>
                  <a:moveTo>
                    <a:pt x="14416" y="11695"/>
                  </a:moveTo>
                  <a:cubicBezTo>
                    <a:pt x="14471" y="12306"/>
                    <a:pt x="14874" y="12648"/>
                    <a:pt x="14985" y="12115"/>
                  </a:cubicBezTo>
                  <a:cubicBezTo>
                    <a:pt x="15096" y="11581"/>
                    <a:pt x="14352" y="10988"/>
                    <a:pt x="14416" y="11695"/>
                  </a:cubicBezTo>
                  <a:close/>
                  <a:moveTo>
                    <a:pt x="15554" y="6930"/>
                  </a:moveTo>
                  <a:cubicBezTo>
                    <a:pt x="15859" y="7006"/>
                    <a:pt x="15720" y="6510"/>
                    <a:pt x="15720" y="5976"/>
                  </a:cubicBezTo>
                  <a:cubicBezTo>
                    <a:pt x="15720" y="5442"/>
                    <a:pt x="15443" y="5900"/>
                    <a:pt x="15443" y="5632"/>
                  </a:cubicBezTo>
                  <a:cubicBezTo>
                    <a:pt x="15443" y="5366"/>
                    <a:pt x="15346" y="4298"/>
                    <a:pt x="15123" y="5137"/>
                  </a:cubicBezTo>
                  <a:cubicBezTo>
                    <a:pt x="14902" y="5976"/>
                    <a:pt x="15195" y="8048"/>
                    <a:pt x="15373" y="7959"/>
                  </a:cubicBezTo>
                  <a:cubicBezTo>
                    <a:pt x="15526" y="7883"/>
                    <a:pt x="15248" y="6853"/>
                    <a:pt x="15554" y="6930"/>
                  </a:cubicBezTo>
                  <a:close/>
                  <a:moveTo>
                    <a:pt x="4955" y="13031"/>
                  </a:moveTo>
                  <a:cubicBezTo>
                    <a:pt x="4941" y="12497"/>
                    <a:pt x="5024" y="11963"/>
                    <a:pt x="5024" y="11695"/>
                  </a:cubicBezTo>
                  <a:cubicBezTo>
                    <a:pt x="5024" y="11429"/>
                    <a:pt x="5093" y="11315"/>
                    <a:pt x="5218" y="11390"/>
                  </a:cubicBezTo>
                  <a:cubicBezTo>
                    <a:pt x="5343" y="11466"/>
                    <a:pt x="5329" y="10665"/>
                    <a:pt x="5232" y="10589"/>
                  </a:cubicBezTo>
                  <a:cubicBezTo>
                    <a:pt x="5135" y="10515"/>
                    <a:pt x="5080" y="9561"/>
                    <a:pt x="4843" y="9561"/>
                  </a:cubicBezTo>
                  <a:cubicBezTo>
                    <a:pt x="4608" y="9561"/>
                    <a:pt x="4649" y="10094"/>
                    <a:pt x="4788" y="10132"/>
                  </a:cubicBezTo>
                  <a:cubicBezTo>
                    <a:pt x="4927" y="10171"/>
                    <a:pt x="5010" y="10476"/>
                    <a:pt x="4968" y="10743"/>
                  </a:cubicBezTo>
                  <a:cubicBezTo>
                    <a:pt x="4927" y="11010"/>
                    <a:pt x="4872" y="10476"/>
                    <a:pt x="4677" y="10515"/>
                  </a:cubicBezTo>
                  <a:cubicBezTo>
                    <a:pt x="4483" y="10552"/>
                    <a:pt x="4608" y="9865"/>
                    <a:pt x="4386" y="9827"/>
                  </a:cubicBezTo>
                  <a:cubicBezTo>
                    <a:pt x="4164" y="9789"/>
                    <a:pt x="4206" y="8684"/>
                    <a:pt x="3969" y="8684"/>
                  </a:cubicBezTo>
                  <a:cubicBezTo>
                    <a:pt x="3734" y="8684"/>
                    <a:pt x="3720" y="8149"/>
                    <a:pt x="3873" y="7768"/>
                  </a:cubicBezTo>
                  <a:cubicBezTo>
                    <a:pt x="4025" y="7386"/>
                    <a:pt x="3637" y="7043"/>
                    <a:pt x="3637" y="6586"/>
                  </a:cubicBezTo>
                  <a:cubicBezTo>
                    <a:pt x="3637" y="6128"/>
                    <a:pt x="3387" y="6396"/>
                    <a:pt x="3387" y="6014"/>
                  </a:cubicBezTo>
                  <a:cubicBezTo>
                    <a:pt x="3387" y="5632"/>
                    <a:pt x="3276" y="5824"/>
                    <a:pt x="3151" y="5366"/>
                  </a:cubicBezTo>
                  <a:cubicBezTo>
                    <a:pt x="3026" y="4908"/>
                    <a:pt x="2971" y="5327"/>
                    <a:pt x="2860" y="4984"/>
                  </a:cubicBezTo>
                  <a:cubicBezTo>
                    <a:pt x="2749" y="4641"/>
                    <a:pt x="2596" y="4451"/>
                    <a:pt x="2499" y="4565"/>
                  </a:cubicBezTo>
                  <a:cubicBezTo>
                    <a:pt x="2402" y="4680"/>
                    <a:pt x="2180" y="4069"/>
                    <a:pt x="2097" y="3459"/>
                  </a:cubicBezTo>
                  <a:cubicBezTo>
                    <a:pt x="2031" y="2973"/>
                    <a:pt x="1389" y="2163"/>
                    <a:pt x="1306" y="1514"/>
                  </a:cubicBezTo>
                  <a:cubicBezTo>
                    <a:pt x="1223" y="867"/>
                    <a:pt x="1001" y="598"/>
                    <a:pt x="627" y="637"/>
                  </a:cubicBezTo>
                  <a:cubicBezTo>
                    <a:pt x="252" y="675"/>
                    <a:pt x="104" y="-371"/>
                    <a:pt x="16" y="141"/>
                  </a:cubicBezTo>
                  <a:cubicBezTo>
                    <a:pt x="-95" y="790"/>
                    <a:pt x="418" y="2239"/>
                    <a:pt x="654" y="2621"/>
                  </a:cubicBezTo>
                  <a:cubicBezTo>
                    <a:pt x="890" y="3002"/>
                    <a:pt x="1015" y="4374"/>
                    <a:pt x="1292" y="4451"/>
                  </a:cubicBezTo>
                  <a:cubicBezTo>
                    <a:pt x="1570" y="4527"/>
                    <a:pt x="1597" y="6930"/>
                    <a:pt x="1805" y="7043"/>
                  </a:cubicBezTo>
                  <a:cubicBezTo>
                    <a:pt x="2013" y="7158"/>
                    <a:pt x="2458" y="9027"/>
                    <a:pt x="2527" y="10017"/>
                  </a:cubicBezTo>
                  <a:cubicBezTo>
                    <a:pt x="2596" y="11009"/>
                    <a:pt x="3054" y="11505"/>
                    <a:pt x="3207" y="12230"/>
                  </a:cubicBezTo>
                  <a:cubicBezTo>
                    <a:pt x="3359" y="12954"/>
                    <a:pt x="3969" y="13946"/>
                    <a:pt x="4053" y="14250"/>
                  </a:cubicBezTo>
                  <a:cubicBezTo>
                    <a:pt x="4136" y="14555"/>
                    <a:pt x="4219" y="15242"/>
                    <a:pt x="4289" y="14898"/>
                  </a:cubicBezTo>
                  <a:cubicBezTo>
                    <a:pt x="4358" y="14555"/>
                    <a:pt x="4649" y="14898"/>
                    <a:pt x="4788" y="14937"/>
                  </a:cubicBezTo>
                  <a:cubicBezTo>
                    <a:pt x="4927" y="14976"/>
                    <a:pt x="4968" y="13564"/>
                    <a:pt x="4955" y="13031"/>
                  </a:cubicBezTo>
                  <a:close/>
                  <a:moveTo>
                    <a:pt x="11294" y="12039"/>
                  </a:moveTo>
                  <a:cubicBezTo>
                    <a:pt x="11503" y="12077"/>
                    <a:pt x="11475" y="12916"/>
                    <a:pt x="11433" y="13411"/>
                  </a:cubicBezTo>
                  <a:cubicBezTo>
                    <a:pt x="11392" y="13907"/>
                    <a:pt x="11308" y="15085"/>
                    <a:pt x="11489" y="14898"/>
                  </a:cubicBezTo>
                  <a:cubicBezTo>
                    <a:pt x="11711" y="14669"/>
                    <a:pt x="11850" y="13907"/>
                    <a:pt x="11725" y="13640"/>
                  </a:cubicBezTo>
                  <a:cubicBezTo>
                    <a:pt x="11600" y="13373"/>
                    <a:pt x="11614" y="11695"/>
                    <a:pt x="11669" y="11276"/>
                  </a:cubicBezTo>
                  <a:cubicBezTo>
                    <a:pt x="11725" y="10857"/>
                    <a:pt x="12099" y="11162"/>
                    <a:pt x="11974" y="11810"/>
                  </a:cubicBezTo>
                  <a:cubicBezTo>
                    <a:pt x="11850" y="12459"/>
                    <a:pt x="12210" y="12382"/>
                    <a:pt x="12210" y="13106"/>
                  </a:cubicBezTo>
                  <a:cubicBezTo>
                    <a:pt x="12210" y="13831"/>
                    <a:pt x="12418" y="13450"/>
                    <a:pt x="12640" y="13259"/>
                  </a:cubicBezTo>
                  <a:cubicBezTo>
                    <a:pt x="12862" y="13069"/>
                    <a:pt x="12821" y="12725"/>
                    <a:pt x="12668" y="12267"/>
                  </a:cubicBezTo>
                  <a:cubicBezTo>
                    <a:pt x="12515" y="11810"/>
                    <a:pt x="12779" y="11162"/>
                    <a:pt x="12571" y="10781"/>
                  </a:cubicBezTo>
                  <a:cubicBezTo>
                    <a:pt x="12363" y="10399"/>
                    <a:pt x="12224" y="9827"/>
                    <a:pt x="12418" y="9713"/>
                  </a:cubicBezTo>
                  <a:cubicBezTo>
                    <a:pt x="12613" y="9599"/>
                    <a:pt x="13195" y="8684"/>
                    <a:pt x="13126" y="8302"/>
                  </a:cubicBezTo>
                  <a:cubicBezTo>
                    <a:pt x="13056" y="7920"/>
                    <a:pt x="12238" y="8379"/>
                    <a:pt x="12168" y="9064"/>
                  </a:cubicBezTo>
                  <a:cubicBezTo>
                    <a:pt x="12099" y="9751"/>
                    <a:pt x="11517" y="8988"/>
                    <a:pt x="11586" y="7806"/>
                  </a:cubicBezTo>
                  <a:cubicBezTo>
                    <a:pt x="11655" y="6625"/>
                    <a:pt x="12807" y="6433"/>
                    <a:pt x="13140" y="6853"/>
                  </a:cubicBezTo>
                  <a:cubicBezTo>
                    <a:pt x="13473" y="7272"/>
                    <a:pt x="13833" y="6167"/>
                    <a:pt x="13958" y="5518"/>
                  </a:cubicBezTo>
                  <a:cubicBezTo>
                    <a:pt x="14083" y="4870"/>
                    <a:pt x="13695" y="5632"/>
                    <a:pt x="13458" y="6053"/>
                  </a:cubicBezTo>
                  <a:cubicBezTo>
                    <a:pt x="13223" y="6472"/>
                    <a:pt x="12599" y="6014"/>
                    <a:pt x="12280" y="5709"/>
                  </a:cubicBezTo>
                  <a:cubicBezTo>
                    <a:pt x="11961" y="5404"/>
                    <a:pt x="11974" y="6243"/>
                    <a:pt x="11711" y="6357"/>
                  </a:cubicBezTo>
                  <a:cubicBezTo>
                    <a:pt x="11447" y="6472"/>
                    <a:pt x="11503" y="8074"/>
                    <a:pt x="11378" y="8263"/>
                  </a:cubicBezTo>
                  <a:cubicBezTo>
                    <a:pt x="11253" y="8455"/>
                    <a:pt x="11253" y="9636"/>
                    <a:pt x="11003" y="10743"/>
                  </a:cubicBezTo>
                  <a:cubicBezTo>
                    <a:pt x="10753" y="11848"/>
                    <a:pt x="11086" y="12001"/>
                    <a:pt x="11294" y="12039"/>
                  </a:cubicBezTo>
                  <a:close/>
                  <a:moveTo>
                    <a:pt x="821" y="5518"/>
                  </a:moveTo>
                  <a:cubicBezTo>
                    <a:pt x="793" y="5900"/>
                    <a:pt x="945" y="7005"/>
                    <a:pt x="1112" y="6548"/>
                  </a:cubicBezTo>
                  <a:cubicBezTo>
                    <a:pt x="1279" y="6090"/>
                    <a:pt x="848" y="5144"/>
                    <a:pt x="821" y="5518"/>
                  </a:cubicBezTo>
                  <a:close/>
                  <a:moveTo>
                    <a:pt x="6037" y="11123"/>
                  </a:moveTo>
                  <a:cubicBezTo>
                    <a:pt x="6037" y="10781"/>
                    <a:pt x="5679" y="10947"/>
                    <a:pt x="5787" y="11429"/>
                  </a:cubicBezTo>
                  <a:cubicBezTo>
                    <a:pt x="5898" y="11924"/>
                    <a:pt x="6037" y="11466"/>
                    <a:pt x="6037" y="11123"/>
                  </a:cubicBezTo>
                  <a:close/>
                  <a:moveTo>
                    <a:pt x="1500" y="8798"/>
                  </a:moveTo>
                  <a:cubicBezTo>
                    <a:pt x="1473" y="8988"/>
                    <a:pt x="1625" y="9751"/>
                    <a:pt x="1722" y="9522"/>
                  </a:cubicBezTo>
                  <a:cubicBezTo>
                    <a:pt x="1820" y="9293"/>
                    <a:pt x="1588" y="8194"/>
                    <a:pt x="1500" y="8798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0" name="Shape 3416"/>
            <p:cNvSpPr/>
            <p:nvPr/>
          </p:nvSpPr>
          <p:spPr>
            <a:xfrm>
              <a:off x="17511442" y="7391062"/>
              <a:ext cx="193469" cy="70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9" h="18558" extrusionOk="0">
                  <a:moveTo>
                    <a:pt x="11365" y="1944"/>
                  </a:moveTo>
                  <a:cubicBezTo>
                    <a:pt x="8761" y="1619"/>
                    <a:pt x="7715" y="6853"/>
                    <a:pt x="5777" y="10591"/>
                  </a:cubicBezTo>
                  <a:cubicBezTo>
                    <a:pt x="5597" y="10932"/>
                    <a:pt x="5406" y="11241"/>
                    <a:pt x="5214" y="11556"/>
                  </a:cubicBezTo>
                  <a:cubicBezTo>
                    <a:pt x="5891" y="12788"/>
                    <a:pt x="6664" y="14789"/>
                    <a:pt x="7274" y="16841"/>
                  </a:cubicBezTo>
                  <a:cubicBezTo>
                    <a:pt x="11008" y="11437"/>
                    <a:pt x="20524" y="4708"/>
                    <a:pt x="21022" y="1465"/>
                  </a:cubicBezTo>
                  <a:cubicBezTo>
                    <a:pt x="21600" y="-2284"/>
                    <a:pt x="15230" y="2398"/>
                    <a:pt x="11365" y="1944"/>
                  </a:cubicBezTo>
                  <a:close/>
                  <a:moveTo>
                    <a:pt x="2103" y="14160"/>
                  </a:moveTo>
                  <a:cubicBezTo>
                    <a:pt x="1357" y="14304"/>
                    <a:pt x="650" y="14768"/>
                    <a:pt x="0" y="15423"/>
                  </a:cubicBezTo>
                  <a:cubicBezTo>
                    <a:pt x="661" y="17253"/>
                    <a:pt x="1588" y="19316"/>
                    <a:pt x="2130" y="18280"/>
                  </a:cubicBezTo>
                  <a:cubicBezTo>
                    <a:pt x="2575" y="17439"/>
                    <a:pt x="2836" y="15485"/>
                    <a:pt x="3092" y="13742"/>
                  </a:cubicBezTo>
                  <a:cubicBezTo>
                    <a:pt x="2816" y="13881"/>
                    <a:pt x="2535" y="14026"/>
                    <a:pt x="2224" y="14103"/>
                  </a:cubicBezTo>
                  <a:cubicBezTo>
                    <a:pt x="2181" y="14118"/>
                    <a:pt x="2149" y="14149"/>
                    <a:pt x="2103" y="1416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1" name="Shape 3417"/>
            <p:cNvSpPr/>
            <p:nvPr/>
          </p:nvSpPr>
          <p:spPr>
            <a:xfrm>
              <a:off x="10538741" y="3785180"/>
              <a:ext cx="684018" cy="752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3" h="21576" extrusionOk="0">
                  <a:moveTo>
                    <a:pt x="17645" y="12117"/>
                  </a:moveTo>
                  <a:cubicBezTo>
                    <a:pt x="16926" y="11711"/>
                    <a:pt x="17396" y="11048"/>
                    <a:pt x="16261" y="11098"/>
                  </a:cubicBezTo>
                  <a:cubicBezTo>
                    <a:pt x="15126" y="11150"/>
                    <a:pt x="13771" y="9854"/>
                    <a:pt x="13356" y="8352"/>
                  </a:cubicBezTo>
                  <a:cubicBezTo>
                    <a:pt x="12940" y="6854"/>
                    <a:pt x="11170" y="6777"/>
                    <a:pt x="10727" y="5886"/>
                  </a:cubicBezTo>
                  <a:cubicBezTo>
                    <a:pt x="10284" y="4996"/>
                    <a:pt x="11142" y="4895"/>
                    <a:pt x="10756" y="4158"/>
                  </a:cubicBezTo>
                  <a:cubicBezTo>
                    <a:pt x="10539" y="3747"/>
                    <a:pt x="11017" y="3385"/>
                    <a:pt x="11580" y="3179"/>
                  </a:cubicBezTo>
                  <a:cubicBezTo>
                    <a:pt x="11535" y="2364"/>
                    <a:pt x="11610" y="1475"/>
                    <a:pt x="11679" y="899"/>
                  </a:cubicBezTo>
                  <a:cubicBezTo>
                    <a:pt x="11239" y="857"/>
                    <a:pt x="10861" y="798"/>
                    <a:pt x="10727" y="725"/>
                  </a:cubicBezTo>
                  <a:cubicBezTo>
                    <a:pt x="10518" y="611"/>
                    <a:pt x="10478" y="0"/>
                    <a:pt x="10353" y="0"/>
                  </a:cubicBezTo>
                  <a:cubicBezTo>
                    <a:pt x="10229" y="0"/>
                    <a:pt x="9067" y="0"/>
                    <a:pt x="8858" y="191"/>
                  </a:cubicBezTo>
                  <a:cubicBezTo>
                    <a:pt x="8651" y="382"/>
                    <a:pt x="8028" y="725"/>
                    <a:pt x="7696" y="535"/>
                  </a:cubicBezTo>
                  <a:cubicBezTo>
                    <a:pt x="7625" y="494"/>
                    <a:pt x="7545" y="453"/>
                    <a:pt x="7464" y="416"/>
                  </a:cubicBezTo>
                  <a:lnTo>
                    <a:pt x="7102" y="725"/>
                  </a:lnTo>
                  <a:cubicBezTo>
                    <a:pt x="7102" y="725"/>
                    <a:pt x="7046" y="1133"/>
                    <a:pt x="6824" y="1133"/>
                  </a:cubicBezTo>
                  <a:cubicBezTo>
                    <a:pt x="6604" y="1133"/>
                    <a:pt x="6272" y="981"/>
                    <a:pt x="6272" y="1335"/>
                  </a:cubicBezTo>
                  <a:cubicBezTo>
                    <a:pt x="6272" y="1692"/>
                    <a:pt x="5662" y="1590"/>
                    <a:pt x="5385" y="1539"/>
                  </a:cubicBezTo>
                  <a:cubicBezTo>
                    <a:pt x="5109" y="1488"/>
                    <a:pt x="4722" y="1590"/>
                    <a:pt x="4722" y="1895"/>
                  </a:cubicBezTo>
                  <a:cubicBezTo>
                    <a:pt x="4722" y="2200"/>
                    <a:pt x="4665" y="2862"/>
                    <a:pt x="4223" y="2506"/>
                  </a:cubicBezTo>
                  <a:cubicBezTo>
                    <a:pt x="3781" y="2149"/>
                    <a:pt x="3337" y="1234"/>
                    <a:pt x="3171" y="1335"/>
                  </a:cubicBezTo>
                  <a:cubicBezTo>
                    <a:pt x="3005" y="1438"/>
                    <a:pt x="2619" y="2555"/>
                    <a:pt x="2231" y="2555"/>
                  </a:cubicBezTo>
                  <a:cubicBezTo>
                    <a:pt x="1991" y="2555"/>
                    <a:pt x="1202" y="2614"/>
                    <a:pt x="634" y="2660"/>
                  </a:cubicBezTo>
                  <a:cubicBezTo>
                    <a:pt x="485" y="3097"/>
                    <a:pt x="644" y="3359"/>
                    <a:pt x="846" y="3471"/>
                  </a:cubicBezTo>
                  <a:cubicBezTo>
                    <a:pt x="1054" y="3585"/>
                    <a:pt x="722" y="4043"/>
                    <a:pt x="473" y="4158"/>
                  </a:cubicBezTo>
                  <a:cubicBezTo>
                    <a:pt x="224" y="4272"/>
                    <a:pt x="-191" y="4158"/>
                    <a:pt x="99" y="4577"/>
                  </a:cubicBezTo>
                  <a:cubicBezTo>
                    <a:pt x="390" y="4996"/>
                    <a:pt x="930" y="5034"/>
                    <a:pt x="639" y="5454"/>
                  </a:cubicBezTo>
                  <a:cubicBezTo>
                    <a:pt x="348" y="5873"/>
                    <a:pt x="639" y="6255"/>
                    <a:pt x="1054" y="6293"/>
                  </a:cubicBezTo>
                  <a:cubicBezTo>
                    <a:pt x="1469" y="6331"/>
                    <a:pt x="2050" y="6255"/>
                    <a:pt x="1926" y="6561"/>
                  </a:cubicBezTo>
                  <a:cubicBezTo>
                    <a:pt x="1853" y="6740"/>
                    <a:pt x="1740" y="6943"/>
                    <a:pt x="1715" y="7143"/>
                  </a:cubicBezTo>
                  <a:cubicBezTo>
                    <a:pt x="2042" y="7056"/>
                    <a:pt x="2331" y="7041"/>
                    <a:pt x="2619" y="6903"/>
                  </a:cubicBezTo>
                  <a:cubicBezTo>
                    <a:pt x="3200" y="6625"/>
                    <a:pt x="2950" y="6141"/>
                    <a:pt x="3918" y="5886"/>
                  </a:cubicBezTo>
                  <a:cubicBezTo>
                    <a:pt x="4888" y="5633"/>
                    <a:pt x="6160" y="6369"/>
                    <a:pt x="6548" y="6903"/>
                  </a:cubicBezTo>
                  <a:cubicBezTo>
                    <a:pt x="6936" y="7438"/>
                    <a:pt x="7046" y="7489"/>
                    <a:pt x="7129" y="7921"/>
                  </a:cubicBezTo>
                  <a:cubicBezTo>
                    <a:pt x="7212" y="8352"/>
                    <a:pt x="7572" y="9218"/>
                    <a:pt x="8900" y="10005"/>
                  </a:cubicBezTo>
                  <a:cubicBezTo>
                    <a:pt x="10229" y="10795"/>
                    <a:pt x="10756" y="11684"/>
                    <a:pt x="11446" y="12014"/>
                  </a:cubicBezTo>
                  <a:cubicBezTo>
                    <a:pt x="12138" y="12345"/>
                    <a:pt x="12830" y="12269"/>
                    <a:pt x="13245" y="12726"/>
                  </a:cubicBezTo>
                  <a:cubicBezTo>
                    <a:pt x="13661" y="13184"/>
                    <a:pt x="14213" y="13438"/>
                    <a:pt x="14878" y="13718"/>
                  </a:cubicBezTo>
                  <a:cubicBezTo>
                    <a:pt x="15542" y="13998"/>
                    <a:pt x="15569" y="14658"/>
                    <a:pt x="16205" y="14735"/>
                  </a:cubicBezTo>
                  <a:cubicBezTo>
                    <a:pt x="16842" y="14811"/>
                    <a:pt x="16428" y="15320"/>
                    <a:pt x="16814" y="15752"/>
                  </a:cubicBezTo>
                  <a:cubicBezTo>
                    <a:pt x="17201" y="16184"/>
                    <a:pt x="17313" y="17099"/>
                    <a:pt x="16898" y="17609"/>
                  </a:cubicBezTo>
                  <a:cubicBezTo>
                    <a:pt x="16483" y="18117"/>
                    <a:pt x="16704" y="18981"/>
                    <a:pt x="16981" y="18981"/>
                  </a:cubicBezTo>
                  <a:cubicBezTo>
                    <a:pt x="17257" y="18981"/>
                    <a:pt x="17838" y="18066"/>
                    <a:pt x="17922" y="17557"/>
                  </a:cubicBezTo>
                  <a:cubicBezTo>
                    <a:pt x="18004" y="17048"/>
                    <a:pt x="18559" y="17075"/>
                    <a:pt x="19000" y="16541"/>
                  </a:cubicBezTo>
                  <a:cubicBezTo>
                    <a:pt x="19443" y="16007"/>
                    <a:pt x="18337" y="15879"/>
                    <a:pt x="18144" y="15192"/>
                  </a:cubicBezTo>
                  <a:cubicBezTo>
                    <a:pt x="17950" y="14506"/>
                    <a:pt x="18974" y="13896"/>
                    <a:pt x="19942" y="14454"/>
                  </a:cubicBezTo>
                  <a:cubicBezTo>
                    <a:pt x="20910" y="15014"/>
                    <a:pt x="21298" y="15396"/>
                    <a:pt x="21353" y="14531"/>
                  </a:cubicBezTo>
                  <a:cubicBezTo>
                    <a:pt x="21409" y="13668"/>
                    <a:pt x="18364" y="12523"/>
                    <a:pt x="17645" y="12117"/>
                  </a:cubicBezTo>
                  <a:close/>
                  <a:moveTo>
                    <a:pt x="4084" y="12929"/>
                  </a:moveTo>
                  <a:cubicBezTo>
                    <a:pt x="3476" y="13413"/>
                    <a:pt x="2974" y="12846"/>
                    <a:pt x="2728" y="13234"/>
                  </a:cubicBezTo>
                  <a:cubicBezTo>
                    <a:pt x="2424" y="13718"/>
                    <a:pt x="3669" y="14454"/>
                    <a:pt x="3420" y="15446"/>
                  </a:cubicBezTo>
                  <a:cubicBezTo>
                    <a:pt x="3171" y="16438"/>
                    <a:pt x="3559" y="17684"/>
                    <a:pt x="4195" y="17099"/>
                  </a:cubicBezTo>
                  <a:cubicBezTo>
                    <a:pt x="4832" y="16515"/>
                    <a:pt x="5137" y="16794"/>
                    <a:pt x="5496" y="16362"/>
                  </a:cubicBezTo>
                  <a:cubicBezTo>
                    <a:pt x="5855" y="15931"/>
                    <a:pt x="5552" y="14328"/>
                    <a:pt x="5800" y="13566"/>
                  </a:cubicBezTo>
                  <a:cubicBezTo>
                    <a:pt x="6050" y="12803"/>
                    <a:pt x="4693" y="12446"/>
                    <a:pt x="4084" y="12929"/>
                  </a:cubicBezTo>
                  <a:close/>
                  <a:moveTo>
                    <a:pt x="14794" y="18701"/>
                  </a:moveTo>
                  <a:cubicBezTo>
                    <a:pt x="13659" y="18930"/>
                    <a:pt x="13190" y="19006"/>
                    <a:pt x="12526" y="18701"/>
                  </a:cubicBezTo>
                  <a:cubicBezTo>
                    <a:pt x="11861" y="18396"/>
                    <a:pt x="10785" y="18979"/>
                    <a:pt x="10948" y="19387"/>
                  </a:cubicBezTo>
                  <a:cubicBezTo>
                    <a:pt x="11059" y="19668"/>
                    <a:pt x="11502" y="20023"/>
                    <a:pt x="12885" y="20355"/>
                  </a:cubicBezTo>
                  <a:cubicBezTo>
                    <a:pt x="14269" y="20684"/>
                    <a:pt x="14436" y="21548"/>
                    <a:pt x="15016" y="21575"/>
                  </a:cubicBezTo>
                  <a:cubicBezTo>
                    <a:pt x="15597" y="21600"/>
                    <a:pt x="15653" y="21090"/>
                    <a:pt x="15515" y="20405"/>
                  </a:cubicBezTo>
                  <a:cubicBezTo>
                    <a:pt x="15376" y="19718"/>
                    <a:pt x="16205" y="18930"/>
                    <a:pt x="16289" y="18803"/>
                  </a:cubicBezTo>
                  <a:cubicBezTo>
                    <a:pt x="16371" y="18676"/>
                    <a:pt x="15928" y="18473"/>
                    <a:pt x="14794" y="18701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2" name="Shape 3418"/>
            <p:cNvSpPr/>
            <p:nvPr/>
          </p:nvSpPr>
          <p:spPr>
            <a:xfrm>
              <a:off x="11236011" y="4064089"/>
              <a:ext cx="72491" cy="9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77" y="0"/>
                  </a:moveTo>
                  <a:cubicBezTo>
                    <a:pt x="3913" y="3727"/>
                    <a:pt x="330" y="8445"/>
                    <a:pt x="736" y="9989"/>
                  </a:cubicBezTo>
                  <a:cubicBezTo>
                    <a:pt x="916" y="10668"/>
                    <a:pt x="614" y="12198"/>
                    <a:pt x="0" y="14159"/>
                  </a:cubicBezTo>
                  <a:cubicBezTo>
                    <a:pt x="4701" y="17024"/>
                    <a:pt x="9270" y="19912"/>
                    <a:pt x="12626" y="21220"/>
                  </a:cubicBezTo>
                  <a:cubicBezTo>
                    <a:pt x="12962" y="21358"/>
                    <a:pt x="13252" y="21476"/>
                    <a:pt x="13571" y="21600"/>
                  </a:cubicBezTo>
                  <a:cubicBezTo>
                    <a:pt x="14620" y="17174"/>
                    <a:pt x="18667" y="12611"/>
                    <a:pt x="21600" y="12081"/>
                  </a:cubicBezTo>
                  <a:cubicBezTo>
                    <a:pt x="17496" y="8290"/>
                    <a:pt x="11461" y="2934"/>
                    <a:pt x="7577" y="0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  <p:sp>
          <p:nvSpPr>
            <p:cNvPr id="423" name="Shape 3419"/>
            <p:cNvSpPr/>
            <p:nvPr/>
          </p:nvSpPr>
          <p:spPr>
            <a:xfrm>
              <a:off x="11255933" y="3864869"/>
              <a:ext cx="240438" cy="2990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09" h="21600" extrusionOk="0">
                  <a:moveTo>
                    <a:pt x="18940" y="14412"/>
                  </a:moveTo>
                  <a:cubicBezTo>
                    <a:pt x="17783" y="13546"/>
                    <a:pt x="17900" y="12012"/>
                    <a:pt x="18940" y="11433"/>
                  </a:cubicBezTo>
                  <a:cubicBezTo>
                    <a:pt x="19981" y="10857"/>
                    <a:pt x="19054" y="10089"/>
                    <a:pt x="19054" y="9130"/>
                  </a:cubicBezTo>
                  <a:cubicBezTo>
                    <a:pt x="19054" y="8168"/>
                    <a:pt x="14085" y="7880"/>
                    <a:pt x="13273" y="7689"/>
                  </a:cubicBezTo>
                  <a:cubicBezTo>
                    <a:pt x="12464" y="7497"/>
                    <a:pt x="13851" y="4998"/>
                    <a:pt x="12581" y="4998"/>
                  </a:cubicBezTo>
                  <a:cubicBezTo>
                    <a:pt x="11307" y="4998"/>
                    <a:pt x="10845" y="4232"/>
                    <a:pt x="10845" y="3463"/>
                  </a:cubicBezTo>
                  <a:cubicBezTo>
                    <a:pt x="10845" y="2695"/>
                    <a:pt x="8881" y="1445"/>
                    <a:pt x="8994" y="964"/>
                  </a:cubicBezTo>
                  <a:cubicBezTo>
                    <a:pt x="9011" y="896"/>
                    <a:pt x="9067" y="833"/>
                    <a:pt x="9138" y="770"/>
                  </a:cubicBezTo>
                  <a:cubicBezTo>
                    <a:pt x="8424" y="679"/>
                    <a:pt x="7874" y="606"/>
                    <a:pt x="7673" y="570"/>
                  </a:cubicBezTo>
                  <a:cubicBezTo>
                    <a:pt x="6813" y="429"/>
                    <a:pt x="5433" y="0"/>
                    <a:pt x="5433" y="0"/>
                  </a:cubicBezTo>
                  <a:cubicBezTo>
                    <a:pt x="5433" y="0"/>
                    <a:pt x="2226" y="861"/>
                    <a:pt x="0" y="1424"/>
                  </a:cubicBezTo>
                  <a:cubicBezTo>
                    <a:pt x="149" y="2552"/>
                    <a:pt x="506" y="3778"/>
                    <a:pt x="1360" y="4045"/>
                  </a:cubicBezTo>
                  <a:cubicBezTo>
                    <a:pt x="3017" y="4561"/>
                    <a:pt x="2399" y="5935"/>
                    <a:pt x="3017" y="7142"/>
                  </a:cubicBezTo>
                  <a:cubicBezTo>
                    <a:pt x="3639" y="8347"/>
                    <a:pt x="3431" y="13853"/>
                    <a:pt x="2604" y="13853"/>
                  </a:cubicBezTo>
                  <a:cubicBezTo>
                    <a:pt x="2252" y="13853"/>
                    <a:pt x="1448" y="14570"/>
                    <a:pt x="662" y="15459"/>
                  </a:cubicBezTo>
                  <a:cubicBezTo>
                    <a:pt x="1795" y="16404"/>
                    <a:pt x="3556" y="18127"/>
                    <a:pt x="4754" y="19347"/>
                  </a:cubicBezTo>
                  <a:cubicBezTo>
                    <a:pt x="4807" y="19334"/>
                    <a:pt x="4862" y="19309"/>
                    <a:pt x="4913" y="19309"/>
                  </a:cubicBezTo>
                  <a:cubicBezTo>
                    <a:pt x="5947" y="19309"/>
                    <a:pt x="9742" y="21600"/>
                    <a:pt x="9742" y="21600"/>
                  </a:cubicBezTo>
                  <a:cubicBezTo>
                    <a:pt x="9742" y="21600"/>
                    <a:pt x="15105" y="20673"/>
                    <a:pt x="18722" y="20237"/>
                  </a:cubicBezTo>
                  <a:cubicBezTo>
                    <a:pt x="18776" y="19778"/>
                    <a:pt x="18890" y="19248"/>
                    <a:pt x="18824" y="18924"/>
                  </a:cubicBezTo>
                  <a:cubicBezTo>
                    <a:pt x="18707" y="18348"/>
                    <a:pt x="19521" y="17197"/>
                    <a:pt x="20560" y="17197"/>
                  </a:cubicBezTo>
                  <a:cubicBezTo>
                    <a:pt x="21600" y="17197"/>
                    <a:pt x="20096" y="15277"/>
                    <a:pt x="18940" y="14412"/>
                  </a:cubicBezTo>
                  <a:close/>
                </a:path>
              </a:pathLst>
            </a:custGeom>
            <a:solidFill>
              <a:srgbClr val="E5E7EB"/>
            </a:solidFill>
            <a:ln w="6350" cap="flat">
              <a:solidFill>
                <a:srgbClr val="A6AAA9"/>
              </a:solidFill>
              <a:prstDash val="solid"/>
              <a:round/>
            </a:ln>
            <a:effectLst/>
          </p:spPr>
          <p:txBody>
            <a:bodyPr wrap="square" lIns="19050" tIns="19050" rIns="19050" bIns="19050" numCol="1" anchor="ctr">
              <a:noAutofit/>
            </a:bodyPr>
            <a:lstStyle/>
            <a:p>
              <a:endParaRPr sz="2000"/>
            </a:p>
          </p:txBody>
        </p:sp>
      </p:grpSp>
      <p:sp>
        <p:nvSpPr>
          <p:cNvPr id="195" name="Shape 3421"/>
          <p:cNvSpPr/>
          <p:nvPr userDrawn="1"/>
        </p:nvSpPr>
        <p:spPr>
          <a:xfrm>
            <a:off x="1474746" y="1421363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6" name="Shape 3430"/>
          <p:cNvSpPr/>
          <p:nvPr userDrawn="1"/>
        </p:nvSpPr>
        <p:spPr>
          <a:xfrm>
            <a:off x="3250528" y="4901074"/>
            <a:ext cx="837324" cy="1144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7" name="Shape 3432"/>
          <p:cNvSpPr/>
          <p:nvPr userDrawn="1"/>
        </p:nvSpPr>
        <p:spPr>
          <a:xfrm>
            <a:off x="3656760" y="1873358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8" name="Shape 3437"/>
          <p:cNvSpPr/>
          <p:nvPr userDrawn="1"/>
        </p:nvSpPr>
        <p:spPr>
          <a:xfrm>
            <a:off x="8415379" y="1252010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9" name="Shape 3445"/>
          <p:cNvSpPr/>
          <p:nvPr userDrawn="1"/>
        </p:nvSpPr>
        <p:spPr>
          <a:xfrm>
            <a:off x="6705830" y="4044825"/>
            <a:ext cx="837324" cy="1144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5" y="0"/>
                </a:moveTo>
                <a:cubicBezTo>
                  <a:pt x="4832" y="0"/>
                  <a:pt x="0" y="3536"/>
                  <a:pt x="0" y="7900"/>
                </a:cubicBezTo>
                <a:cubicBezTo>
                  <a:pt x="0" y="11330"/>
                  <a:pt x="3002" y="14224"/>
                  <a:pt x="7173" y="15318"/>
                </a:cubicBezTo>
                <a:lnTo>
                  <a:pt x="10855" y="21600"/>
                </a:lnTo>
                <a:cubicBezTo>
                  <a:pt x="10855" y="21600"/>
                  <a:pt x="12707" y="18445"/>
                  <a:pt x="14557" y="15288"/>
                </a:cubicBezTo>
                <a:cubicBezTo>
                  <a:pt x="18662" y="14169"/>
                  <a:pt x="21600" y="11295"/>
                  <a:pt x="21600" y="7900"/>
                </a:cubicBezTo>
                <a:cubicBezTo>
                  <a:pt x="21600" y="3536"/>
                  <a:pt x="16758" y="0"/>
                  <a:pt x="10795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22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560827" y="1507558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2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742614" y="1958312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791983" y="4130562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5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3337804" y="4987958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502246" y="1338195"/>
            <a:ext cx="665162" cy="66516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1152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 animBg="1"/>
      <p:bldP spid="197" grpId="0" animBg="1"/>
      <p:bldP spid="198" grpId="0" animBg="1"/>
      <p:bldP spid="199" grpId="0" animBg="1"/>
      <p:bldP spid="2" grpId="0"/>
      <p:bldP spid="227" grpId="0" animBg="1"/>
      <p:bldP spid="229" grpId="0" animBg="1"/>
      <p:bldP spid="231" grpId="0" animBg="1"/>
      <p:bldP spid="235" grpId="0" animBg="1"/>
      <p:bldP spid="237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496"/>
          <p:cNvSpPr/>
          <p:nvPr userDrawn="1"/>
        </p:nvSpPr>
        <p:spPr>
          <a:xfrm>
            <a:off x="1033760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7" name="Shape 1497"/>
          <p:cNvSpPr/>
          <p:nvPr userDrawn="1"/>
        </p:nvSpPr>
        <p:spPr>
          <a:xfrm>
            <a:off x="3577416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8" name="Shape 1498"/>
          <p:cNvSpPr/>
          <p:nvPr userDrawn="1"/>
        </p:nvSpPr>
        <p:spPr>
          <a:xfrm>
            <a:off x="6151590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19" name="Shape 1499"/>
          <p:cNvSpPr/>
          <p:nvPr userDrawn="1"/>
        </p:nvSpPr>
        <p:spPr>
          <a:xfrm>
            <a:off x="8717139" y="1808988"/>
            <a:ext cx="2441103" cy="4124132"/>
          </a:xfrm>
          <a:prstGeom prst="roundRect">
            <a:avLst>
              <a:gd name="adj" fmla="val 1335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0" name="Shape 1500"/>
          <p:cNvSpPr/>
          <p:nvPr userDrawn="1"/>
        </p:nvSpPr>
        <p:spPr>
          <a:xfrm>
            <a:off x="1354719" y="1480326"/>
            <a:ext cx="1763902" cy="17639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1" name="Shape 1501"/>
          <p:cNvSpPr/>
          <p:nvPr userDrawn="1"/>
        </p:nvSpPr>
        <p:spPr>
          <a:xfrm>
            <a:off x="3898459" y="1480326"/>
            <a:ext cx="1763902" cy="17639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2" name="Shape 1502"/>
          <p:cNvSpPr/>
          <p:nvPr userDrawn="1"/>
        </p:nvSpPr>
        <p:spPr>
          <a:xfrm>
            <a:off x="6461760" y="1480326"/>
            <a:ext cx="1763902" cy="1763902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endParaRPr sz="2000"/>
          </a:p>
        </p:txBody>
      </p:sp>
      <p:sp>
        <p:nvSpPr>
          <p:cNvPr id="27" name="Shape 1509"/>
          <p:cNvSpPr/>
          <p:nvPr/>
        </p:nvSpPr>
        <p:spPr>
          <a:xfrm>
            <a:off x="9038099" y="1480326"/>
            <a:ext cx="1763903" cy="1763903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endParaRPr sz="2000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407782" y="1537472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954856" y="1545434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524711" y="1535535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9101050" y="1543277"/>
            <a:ext cx="1638000" cy="1638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38941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899803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464831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942722" y="3412395"/>
            <a:ext cx="1796328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212061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090873" y="471895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3755718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321267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864924" y="4210418"/>
            <a:ext cx="2084498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1090873" y="502229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1090873" y="5333707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3649848" y="471168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3649848" y="501502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3649848" y="5326440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6221790" y="471895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21790" y="5022292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221790" y="5333707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8780765" y="471168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8780765" y="5015025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8780765" y="5326440"/>
            <a:ext cx="2291594" cy="23886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296707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4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0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7" grpId="0" animBg="1"/>
      <p:bldP spid="50" grpId="0" animBg="1"/>
      <p:bldP spid="51" grpId="0" animBg="1"/>
      <p:bldP spid="52" grpId="0" animBg="1"/>
      <p:bldP spid="53" grpId="0" animBg="1"/>
      <p:bldP spid="7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16" presetClass="entr" presetSubtype="37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3025" y="-28575"/>
            <a:ext cx="12352338" cy="3466800"/>
          </a:xfr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508038" y="4100672"/>
            <a:ext cx="5175924" cy="408745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703443" y="5649891"/>
            <a:ext cx="6785114" cy="59125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4601029" y="4842791"/>
            <a:ext cx="298110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420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1265420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Shape 1068"/>
          <p:cNvSpPr/>
          <p:nvPr userDrawn="1"/>
        </p:nvSpPr>
        <p:spPr>
          <a:xfrm>
            <a:off x="3218360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8" name="Shape 1069"/>
          <p:cNvSpPr/>
          <p:nvPr userDrawn="1"/>
        </p:nvSpPr>
        <p:spPr>
          <a:xfrm>
            <a:off x="5296893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9" name="Shape 1070"/>
          <p:cNvSpPr/>
          <p:nvPr userDrawn="1"/>
        </p:nvSpPr>
        <p:spPr>
          <a:xfrm>
            <a:off x="7375425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0" name="Shape 1071"/>
          <p:cNvSpPr/>
          <p:nvPr userDrawn="1"/>
        </p:nvSpPr>
        <p:spPr>
          <a:xfrm>
            <a:off x="9449932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1" name="Shape 1073"/>
          <p:cNvSpPr/>
          <p:nvPr userDrawn="1"/>
        </p:nvSpPr>
        <p:spPr>
          <a:xfrm>
            <a:off x="1139807" y="5035309"/>
            <a:ext cx="1598216" cy="382109"/>
          </a:xfrm>
          <a:prstGeom prst="roundRect">
            <a:avLst>
              <a:gd name="adj" fmla="val 879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1143730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225468" y="1658122"/>
            <a:ext cx="1584000" cy="3384000"/>
          </a:xfrm>
          <a:prstGeom prst="roundRect">
            <a:avLst>
              <a:gd name="adj" fmla="val 259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303243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382532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458993" y="1658122"/>
            <a:ext cx="1584000" cy="3384000"/>
          </a:xfrm>
          <a:prstGeom prst="roundRect">
            <a:avLst>
              <a:gd name="adj" fmla="val 199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1204460" y="5033116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3288494" y="5029239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5364759" y="5034906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7448793" y="5031029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25"/>
          </p:nvPr>
        </p:nvSpPr>
        <p:spPr>
          <a:xfrm>
            <a:off x="9517770" y="5029239"/>
            <a:ext cx="146254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347158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428896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7510634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9578730" y="5528872"/>
            <a:ext cx="1340620" cy="27756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9683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270099" y="2432587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6" name="Shape 993"/>
          <p:cNvSpPr/>
          <p:nvPr userDrawn="1"/>
        </p:nvSpPr>
        <p:spPr>
          <a:xfrm flipH="1" flipV="1">
            <a:off x="2728020" y="2902471"/>
            <a:ext cx="6729605" cy="1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7" name="Shape 994"/>
          <p:cNvSpPr/>
          <p:nvPr userDrawn="1"/>
        </p:nvSpPr>
        <p:spPr>
          <a:xfrm flipH="1" flipV="1">
            <a:off x="1217380" y="4432660"/>
            <a:ext cx="9750884" cy="1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9" name="Shape 995"/>
          <p:cNvSpPr/>
          <p:nvPr/>
        </p:nvSpPr>
        <p:spPr>
          <a:xfrm>
            <a:off x="6304481" y="2090942"/>
            <a:ext cx="1459889" cy="320097"/>
          </a:xfrm>
          <a:prstGeom prst="roundRect">
            <a:avLst>
              <a:gd name="adj" fmla="val 11723"/>
            </a:avLst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pPr lvl="0"/>
            <a:endParaRPr sz="2000"/>
          </a:p>
        </p:txBody>
      </p:sp>
      <p:sp>
        <p:nvSpPr>
          <p:cNvPr id="41" name="Shape 998"/>
          <p:cNvSpPr/>
          <p:nvPr userDrawn="1"/>
        </p:nvSpPr>
        <p:spPr>
          <a:xfrm>
            <a:off x="4784113" y="3586834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3" name="Shape 1000"/>
          <p:cNvSpPr/>
          <p:nvPr userDrawn="1"/>
        </p:nvSpPr>
        <p:spPr>
          <a:xfrm>
            <a:off x="3297521" y="5130692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5" name="Shape 1002"/>
          <p:cNvSpPr/>
          <p:nvPr userDrawn="1"/>
        </p:nvSpPr>
        <p:spPr>
          <a:xfrm>
            <a:off x="6304481" y="5130692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7" name="Shape 1004"/>
          <p:cNvSpPr/>
          <p:nvPr userDrawn="1"/>
        </p:nvSpPr>
        <p:spPr>
          <a:xfrm>
            <a:off x="9299659" y="5130692"/>
            <a:ext cx="1459888" cy="320095"/>
          </a:xfrm>
          <a:prstGeom prst="roundRect">
            <a:avLst>
              <a:gd name="adj" fmla="val 11723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3" name="Picture Placeholder 3"/>
          <p:cNvSpPr>
            <a:spLocks noGrp="1"/>
          </p:cNvSpPr>
          <p:nvPr userDrawn="1">
            <p:ph type="pic" sz="quarter" idx="15"/>
          </p:nvPr>
        </p:nvSpPr>
        <p:spPr>
          <a:xfrm>
            <a:off x="5138667" y="1631652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4" name="Picture Placeholder 3"/>
          <p:cNvSpPr>
            <a:spLocks noGrp="1"/>
          </p:cNvSpPr>
          <p:nvPr userDrawn="1">
            <p:ph type="pic" sz="quarter" idx="16"/>
          </p:nvPr>
        </p:nvSpPr>
        <p:spPr>
          <a:xfrm>
            <a:off x="3618951" y="3146121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5" name="Picture Placeholder 3"/>
          <p:cNvSpPr>
            <a:spLocks noGrp="1"/>
          </p:cNvSpPr>
          <p:nvPr userDrawn="1">
            <p:ph type="pic" sz="quarter" idx="17"/>
          </p:nvPr>
        </p:nvSpPr>
        <p:spPr>
          <a:xfrm>
            <a:off x="2147584" y="4689494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6" name="Picture Placeholder 3"/>
          <p:cNvSpPr>
            <a:spLocks noGrp="1"/>
          </p:cNvSpPr>
          <p:nvPr userDrawn="1">
            <p:ph type="pic" sz="quarter" idx="18"/>
          </p:nvPr>
        </p:nvSpPr>
        <p:spPr>
          <a:xfrm>
            <a:off x="5140058" y="4683998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7" name="Picture Placeholder 3"/>
          <p:cNvSpPr>
            <a:spLocks noGrp="1"/>
          </p:cNvSpPr>
          <p:nvPr userDrawn="1">
            <p:ph type="pic" sz="quarter" idx="19"/>
          </p:nvPr>
        </p:nvSpPr>
        <p:spPr>
          <a:xfrm>
            <a:off x="8125314" y="4688800"/>
            <a:ext cx="943200" cy="968400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428776" y="2104363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757409" y="3926307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0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4916086" y="3598083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3287641" y="5467110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2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3446318" y="5138886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303932" y="5467110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6462609" y="5138886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9299659" y="5467110"/>
            <a:ext cx="1410861" cy="21741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6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9458336" y="5138886"/>
            <a:ext cx="1252184" cy="293254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15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63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23736" y="0"/>
            <a:ext cx="6031807" cy="6983540"/>
            <a:chOff x="6223736" y="0"/>
            <a:chExt cx="6031807" cy="6983540"/>
          </a:xfrm>
        </p:grpSpPr>
        <p:sp>
          <p:nvSpPr>
            <p:cNvPr id="9" name="Shape 545"/>
            <p:cNvSpPr/>
            <p:nvPr userDrawn="1"/>
          </p:nvSpPr>
          <p:spPr>
            <a:xfrm>
              <a:off x="6257925" y="0"/>
              <a:ext cx="5997618" cy="6858001"/>
            </a:xfrm>
            <a:prstGeom prst="rect">
              <a:avLst/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0" name="Shape 552"/>
            <p:cNvSpPr/>
            <p:nvPr userDrawn="1"/>
          </p:nvSpPr>
          <p:spPr>
            <a:xfrm flipH="1">
              <a:off x="6223736" y="0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49078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4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39543" y="-31139"/>
            <a:ext cx="5968264" cy="6983540"/>
            <a:chOff x="6239543" y="-31139"/>
            <a:chExt cx="5968264" cy="6983540"/>
          </a:xfrm>
        </p:grpSpPr>
        <p:sp>
          <p:nvSpPr>
            <p:cNvPr id="10" name="Shape 558"/>
            <p:cNvSpPr/>
            <p:nvPr userDrawn="1"/>
          </p:nvSpPr>
          <p:spPr>
            <a:xfrm>
              <a:off x="6239543" y="0"/>
              <a:ext cx="5952458" cy="6858001"/>
            </a:xfrm>
            <a:prstGeom prst="rect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1" name="Shape 565"/>
            <p:cNvSpPr/>
            <p:nvPr userDrawn="1"/>
          </p:nvSpPr>
          <p:spPr>
            <a:xfrm flipH="1">
              <a:off x="6239543" y="-31139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82572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05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-76796" y="6103936"/>
            <a:ext cx="12268796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23736" y="0"/>
            <a:ext cx="5968265" cy="6983540"/>
            <a:chOff x="6223736" y="0"/>
            <a:chExt cx="5968265" cy="6983540"/>
          </a:xfrm>
        </p:grpSpPr>
        <p:sp>
          <p:nvSpPr>
            <p:cNvPr id="9" name="Shape 571"/>
            <p:cNvSpPr/>
            <p:nvPr userDrawn="1"/>
          </p:nvSpPr>
          <p:spPr>
            <a:xfrm>
              <a:off x="6257925" y="0"/>
              <a:ext cx="5934076" cy="6858001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1" name="Shape 578"/>
            <p:cNvSpPr/>
            <p:nvPr userDrawn="1"/>
          </p:nvSpPr>
          <p:spPr>
            <a:xfrm flipH="1">
              <a:off x="6223736" y="0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50530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 userDrawn="1"/>
        </p:nvSpPr>
        <p:spPr>
          <a:xfrm>
            <a:off x="0" y="6103936"/>
            <a:ext cx="12192000" cy="6508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6239543" y="-31139"/>
            <a:ext cx="5968264" cy="6983540"/>
            <a:chOff x="6239543" y="-31139"/>
            <a:chExt cx="5968264" cy="6983540"/>
          </a:xfrm>
        </p:grpSpPr>
        <p:sp>
          <p:nvSpPr>
            <p:cNvPr id="10" name="Shape 584"/>
            <p:cNvSpPr/>
            <p:nvPr userDrawn="1"/>
          </p:nvSpPr>
          <p:spPr>
            <a:xfrm>
              <a:off x="6257925" y="0"/>
              <a:ext cx="5934076" cy="685800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endParaRPr sz="2000"/>
            </a:p>
          </p:txBody>
        </p:sp>
        <p:sp>
          <p:nvSpPr>
            <p:cNvPr id="11" name="Shape 591"/>
            <p:cNvSpPr/>
            <p:nvPr userDrawn="1"/>
          </p:nvSpPr>
          <p:spPr>
            <a:xfrm flipH="1">
              <a:off x="6239543" y="-31139"/>
              <a:ext cx="5968264" cy="698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3">
                <a:alpha val="40000"/>
              </a:schemeClr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endParaRPr sz="2000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76796" y="0"/>
            <a:ext cx="6334721" cy="685800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771" y="1726765"/>
            <a:ext cx="1778209" cy="677586"/>
          </a:xfrm>
        </p:spPr>
        <p:txBody>
          <a:bodyPr lIns="0" tIns="0" rIns="0" bIns="0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347775" y="2408834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7332771" y="2864982"/>
            <a:ext cx="3335338" cy="263593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06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789975-87CF-463A-883E-AAB079070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050" y="3223737"/>
            <a:ext cx="12192000" cy="305006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-19049" y="-51476"/>
            <a:ext cx="12192000" cy="327521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6896" y="4319386"/>
            <a:ext cx="1778209" cy="677586"/>
          </a:xfrm>
        </p:spPr>
        <p:txBody>
          <a:bodyPr lIns="0" tIns="0" rIns="0" bIns="0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Click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35833" y="4990638"/>
            <a:ext cx="332033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759200" y="5418406"/>
            <a:ext cx="4673600" cy="685530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70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4" name="Shape 6"/>
          <p:cNvSpPr/>
          <p:nvPr userDrawn="1"/>
        </p:nvSpPr>
        <p:spPr>
          <a:xfrm flipV="1">
            <a:off x="1072259" y="6202794"/>
            <a:ext cx="10047482" cy="4244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0" tIns="0" rIns="0" bIns="0"/>
          <a:lstStyle/>
          <a:p>
            <a:pPr lvl="0"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21" name="Shape 75"/>
          <p:cNvSpPr/>
          <p:nvPr userDrawn="1"/>
        </p:nvSpPr>
        <p:spPr>
          <a:xfrm>
            <a:off x="1571612" y="1821350"/>
            <a:ext cx="2522245" cy="694397"/>
          </a:xfrm>
          <a:prstGeom prst="roundRect">
            <a:avLst>
              <a:gd name="adj" fmla="val 5025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2" name="Shape 76"/>
          <p:cNvSpPr/>
          <p:nvPr userDrawn="1"/>
        </p:nvSpPr>
        <p:spPr>
          <a:xfrm>
            <a:off x="1571612" y="2709378"/>
            <a:ext cx="2522245" cy="694397"/>
          </a:xfrm>
          <a:prstGeom prst="roundRect">
            <a:avLst>
              <a:gd name="adj" fmla="val 5025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3" name="Shape 77"/>
          <p:cNvSpPr/>
          <p:nvPr userDrawn="1"/>
        </p:nvSpPr>
        <p:spPr>
          <a:xfrm>
            <a:off x="1571612" y="3595576"/>
            <a:ext cx="2522245" cy="698057"/>
          </a:xfrm>
          <a:prstGeom prst="roundRect">
            <a:avLst>
              <a:gd name="adj" fmla="val 49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4" name="Shape 78"/>
          <p:cNvSpPr/>
          <p:nvPr userDrawn="1"/>
        </p:nvSpPr>
        <p:spPr>
          <a:xfrm>
            <a:off x="1571612" y="4484667"/>
            <a:ext cx="2522245" cy="698298"/>
          </a:xfrm>
          <a:prstGeom prst="roundRect">
            <a:avLst>
              <a:gd name="adj" fmla="val 4997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5" name="Shape 79"/>
          <p:cNvSpPr/>
          <p:nvPr userDrawn="1"/>
        </p:nvSpPr>
        <p:spPr>
          <a:xfrm>
            <a:off x="1571612" y="5372169"/>
            <a:ext cx="2522245" cy="699350"/>
          </a:xfrm>
          <a:prstGeom prst="roundRect">
            <a:avLst>
              <a:gd name="adj" fmla="val 499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6488113" y="1630363"/>
            <a:ext cx="4440237" cy="525689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1969469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2855504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828800" y="3733972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1828800" y="4620007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1828799" y="5523778"/>
            <a:ext cx="2030109" cy="408745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403724" y="1856921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403725" y="2714665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403725" y="3619130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4403725" y="4503428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403725" y="5399583"/>
            <a:ext cx="1892997" cy="66991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3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6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9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4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3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7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2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3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3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animBg="1"/>
      <p:bldP spid="25" grpId="0" animBg="1"/>
      <p:bldP spid="33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84738" y="1876425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92795" y="1875028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284738" y="3998992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390045" y="4006001"/>
            <a:ext cx="2158550" cy="1517834"/>
          </a:xfrm>
          <a:prstGeom prst="roundRect">
            <a:avLst>
              <a:gd name="adj" fmla="val 16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045426" y="1982338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828269" y="2805129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4080886" y="2468203"/>
            <a:ext cx="919584" cy="138602"/>
            <a:chOff x="4080886" y="2468203"/>
            <a:chExt cx="919584" cy="138602"/>
          </a:xfrm>
        </p:grpSpPr>
        <p:sp>
          <p:nvSpPr>
            <p:cNvPr id="44" name="Shape 1419"/>
            <p:cNvSpPr/>
            <p:nvPr userDrawn="1"/>
          </p:nvSpPr>
          <p:spPr>
            <a:xfrm>
              <a:off x="4467920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5" name="Shape 1420"/>
            <p:cNvSpPr/>
            <p:nvPr userDrawn="1"/>
          </p:nvSpPr>
          <p:spPr>
            <a:xfrm>
              <a:off x="4274403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6" name="Shape 1421"/>
            <p:cNvSpPr/>
            <p:nvPr userDrawn="1"/>
          </p:nvSpPr>
          <p:spPr>
            <a:xfrm>
              <a:off x="4080886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7" name="Shape 1422"/>
            <p:cNvSpPr/>
            <p:nvPr userDrawn="1"/>
          </p:nvSpPr>
          <p:spPr>
            <a:xfrm>
              <a:off x="4661437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48" name="Shape 1423"/>
            <p:cNvSpPr/>
            <p:nvPr userDrawn="1"/>
          </p:nvSpPr>
          <p:spPr>
            <a:xfrm>
              <a:off x="4854954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080885" y="4564612"/>
            <a:ext cx="919585" cy="138602"/>
            <a:chOff x="4080885" y="4564612"/>
            <a:chExt cx="919585" cy="138602"/>
          </a:xfrm>
        </p:grpSpPr>
        <p:sp>
          <p:nvSpPr>
            <p:cNvPr id="49" name="Shape 1424"/>
            <p:cNvSpPr/>
            <p:nvPr userDrawn="1"/>
          </p:nvSpPr>
          <p:spPr>
            <a:xfrm>
              <a:off x="4467920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0" name="Shape 1425"/>
            <p:cNvSpPr/>
            <p:nvPr userDrawn="1"/>
          </p:nvSpPr>
          <p:spPr>
            <a:xfrm>
              <a:off x="4274403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1" name="Shape 1426"/>
            <p:cNvSpPr/>
            <p:nvPr userDrawn="1"/>
          </p:nvSpPr>
          <p:spPr>
            <a:xfrm>
              <a:off x="4080885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2" name="Shape 1427"/>
            <p:cNvSpPr/>
            <p:nvPr userDrawn="1"/>
          </p:nvSpPr>
          <p:spPr>
            <a:xfrm>
              <a:off x="4661437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>
                  <a:solidFill>
                    <a:srgbClr val="0E63B8"/>
                  </a:solidFill>
                </a:defRPr>
              </a:pPr>
              <a:endParaRPr sz="2000"/>
            </a:p>
          </p:txBody>
        </p:sp>
        <p:sp>
          <p:nvSpPr>
            <p:cNvPr id="53" name="Shape 1428"/>
            <p:cNvSpPr/>
            <p:nvPr userDrawn="1"/>
          </p:nvSpPr>
          <p:spPr>
            <a:xfrm>
              <a:off x="4854954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9198870" y="2468203"/>
            <a:ext cx="919584" cy="138602"/>
            <a:chOff x="9198870" y="2468203"/>
            <a:chExt cx="919584" cy="138602"/>
          </a:xfrm>
        </p:grpSpPr>
        <p:sp>
          <p:nvSpPr>
            <p:cNvPr id="54" name="Shape 1429"/>
            <p:cNvSpPr/>
            <p:nvPr userDrawn="1"/>
          </p:nvSpPr>
          <p:spPr>
            <a:xfrm>
              <a:off x="9585904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5" name="Shape 1430"/>
            <p:cNvSpPr/>
            <p:nvPr userDrawn="1"/>
          </p:nvSpPr>
          <p:spPr>
            <a:xfrm>
              <a:off x="9392386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6" name="Shape 1431"/>
            <p:cNvSpPr/>
            <p:nvPr userDrawn="1"/>
          </p:nvSpPr>
          <p:spPr>
            <a:xfrm>
              <a:off x="9198870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7" name="Shape 1432"/>
            <p:cNvSpPr/>
            <p:nvPr userDrawn="1"/>
          </p:nvSpPr>
          <p:spPr>
            <a:xfrm>
              <a:off x="9779421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58" name="Shape 1433"/>
            <p:cNvSpPr/>
            <p:nvPr userDrawn="1"/>
          </p:nvSpPr>
          <p:spPr>
            <a:xfrm>
              <a:off x="9972938" y="2468203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9198870" y="4564612"/>
            <a:ext cx="919584" cy="138602"/>
            <a:chOff x="9198870" y="4564612"/>
            <a:chExt cx="919584" cy="138602"/>
          </a:xfrm>
        </p:grpSpPr>
        <p:sp>
          <p:nvSpPr>
            <p:cNvPr id="59" name="Shape 1434"/>
            <p:cNvSpPr/>
            <p:nvPr userDrawn="1"/>
          </p:nvSpPr>
          <p:spPr>
            <a:xfrm>
              <a:off x="9585904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0" name="Shape 1435"/>
            <p:cNvSpPr/>
            <p:nvPr userDrawn="1"/>
          </p:nvSpPr>
          <p:spPr>
            <a:xfrm>
              <a:off x="9392386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1" name="Shape 1436"/>
            <p:cNvSpPr/>
            <p:nvPr userDrawn="1"/>
          </p:nvSpPr>
          <p:spPr>
            <a:xfrm>
              <a:off x="9198870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2" name="Shape 1437"/>
            <p:cNvSpPr/>
            <p:nvPr userDrawn="1"/>
          </p:nvSpPr>
          <p:spPr>
            <a:xfrm>
              <a:off x="9779421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63" name="Shape 1438"/>
            <p:cNvSpPr/>
            <p:nvPr userDrawn="1"/>
          </p:nvSpPr>
          <p:spPr>
            <a:xfrm>
              <a:off x="9972938" y="4564612"/>
              <a:ext cx="145516" cy="138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sp>
        <p:nvSpPr>
          <p:cNvPr id="71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4045426" y="4094207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3828269" y="4916998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155736" y="1982338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6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8938579" y="2805129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7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9155736" y="4094207"/>
            <a:ext cx="2050574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78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938579" y="4916998"/>
            <a:ext cx="2115331" cy="69688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79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3269126" y="2022277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80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3269126" y="4132679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374561" y="2022277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  <p:sp>
        <p:nvSpPr>
          <p:cNvPr id="82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8374561" y="4132679"/>
            <a:ext cx="365614" cy="32050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id-ID" dirty="0"/>
              <a:t>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818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384072" y="3950481"/>
            <a:ext cx="284947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367017" y="4474251"/>
            <a:ext cx="2866532" cy="6323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1" name="Shape 1337"/>
          <p:cNvSpPr/>
          <p:nvPr userDrawn="1"/>
        </p:nvSpPr>
        <p:spPr>
          <a:xfrm>
            <a:off x="1384072" y="5237374"/>
            <a:ext cx="2818954" cy="309419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2" name="Shape 1338"/>
          <p:cNvSpPr/>
          <p:nvPr userDrawn="1"/>
        </p:nvSpPr>
        <p:spPr>
          <a:xfrm>
            <a:off x="1384072" y="5237374"/>
            <a:ext cx="1947682" cy="309419"/>
          </a:xfrm>
          <a:prstGeom prst="roundRect">
            <a:avLst>
              <a:gd name="adj" fmla="val 74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4" name="Shape 1340"/>
          <p:cNvSpPr/>
          <p:nvPr userDrawn="1"/>
        </p:nvSpPr>
        <p:spPr>
          <a:xfrm>
            <a:off x="4690988" y="5237374"/>
            <a:ext cx="2818954" cy="309419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5" name="Shape 1341"/>
          <p:cNvSpPr/>
          <p:nvPr userDrawn="1"/>
        </p:nvSpPr>
        <p:spPr>
          <a:xfrm>
            <a:off x="4690988" y="5237374"/>
            <a:ext cx="1439847" cy="309419"/>
          </a:xfrm>
          <a:prstGeom prst="roundRect">
            <a:avLst>
              <a:gd name="adj" fmla="val 745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7" name="Shape 1343"/>
          <p:cNvSpPr/>
          <p:nvPr userDrawn="1"/>
        </p:nvSpPr>
        <p:spPr>
          <a:xfrm>
            <a:off x="7988319" y="5237374"/>
            <a:ext cx="2818955" cy="309419"/>
          </a:xfrm>
          <a:prstGeom prst="roundRect">
            <a:avLst>
              <a:gd name="adj" fmla="val 74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8" name="Shape 1344"/>
          <p:cNvSpPr/>
          <p:nvPr userDrawn="1"/>
        </p:nvSpPr>
        <p:spPr>
          <a:xfrm>
            <a:off x="7988319" y="5237374"/>
            <a:ext cx="2271730" cy="309419"/>
          </a:xfrm>
          <a:prstGeom prst="roundRect">
            <a:avLst>
              <a:gd name="adj" fmla="val 74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353549" y="1833575"/>
            <a:ext cx="2880000" cy="1825200"/>
          </a:xfrm>
          <a:prstGeom prst="roundRect">
            <a:avLst>
              <a:gd name="adj" fmla="val 170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654330" y="1833575"/>
            <a:ext cx="2880000" cy="1825200"/>
          </a:xfrm>
          <a:prstGeom prst="roundRect">
            <a:avLst>
              <a:gd name="adj" fmla="val 170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7955111" y="1833575"/>
            <a:ext cx="2880000" cy="1825200"/>
          </a:xfrm>
          <a:prstGeom prst="roundRect">
            <a:avLst>
              <a:gd name="adj" fmla="val 170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691222" y="3945131"/>
            <a:ext cx="284947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674167" y="4473091"/>
            <a:ext cx="2866532" cy="6323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7972166" y="3940718"/>
            <a:ext cx="284947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955111" y="4473091"/>
            <a:ext cx="2866532" cy="63237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2440697" y="5282517"/>
            <a:ext cx="758170" cy="21913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5250279" y="5282517"/>
            <a:ext cx="758170" cy="21913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371292" y="5282517"/>
            <a:ext cx="758170" cy="21913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182410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2" grpId="0" animBg="1"/>
      <p:bldP spid="43" grpId="0" animBg="1"/>
      <p:bldP spid="44" grpId="0" animBg="1"/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4918402" y="1798349"/>
            <a:ext cx="2358000" cy="1656000"/>
          </a:xfrm>
          <a:prstGeom prst="roundRect">
            <a:avLst>
              <a:gd name="adj" fmla="val 22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927692" y="3913379"/>
            <a:ext cx="2358000" cy="1656000"/>
          </a:xfrm>
          <a:prstGeom prst="roundRect">
            <a:avLst>
              <a:gd name="adj" fmla="val 22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8394815" y="2033049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281"/>
          <p:cNvSpPr/>
          <p:nvPr userDrawn="1"/>
        </p:nvSpPr>
        <p:spPr>
          <a:xfrm flipV="1">
            <a:off x="975442" y="3679618"/>
            <a:ext cx="10047488" cy="1"/>
          </a:xfrm>
          <a:prstGeom prst="line">
            <a:avLst/>
          </a:prstGeom>
          <a:ln w="1905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3" name="Shape 1301"/>
          <p:cNvSpPr/>
          <p:nvPr userDrawn="1"/>
        </p:nvSpPr>
        <p:spPr>
          <a:xfrm>
            <a:off x="8000819" y="2013375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4" name="Shape 1302"/>
          <p:cNvSpPr/>
          <p:nvPr userDrawn="1"/>
        </p:nvSpPr>
        <p:spPr>
          <a:xfrm>
            <a:off x="8000819" y="4297361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5" name="Shape 1303"/>
          <p:cNvSpPr/>
          <p:nvPr userDrawn="1"/>
        </p:nvSpPr>
        <p:spPr>
          <a:xfrm>
            <a:off x="8000819" y="4887680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6" name="Shape 1304"/>
          <p:cNvSpPr/>
          <p:nvPr userDrawn="1"/>
        </p:nvSpPr>
        <p:spPr>
          <a:xfrm>
            <a:off x="4052778" y="4297361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7" name="Shape 1305"/>
          <p:cNvSpPr/>
          <p:nvPr userDrawn="1"/>
        </p:nvSpPr>
        <p:spPr>
          <a:xfrm>
            <a:off x="4052778" y="4887680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b"/>
          <a:lstStyle/>
          <a:p>
            <a:pPr lvl="0"/>
            <a:endParaRPr sz="2000"/>
          </a:p>
        </p:txBody>
      </p:sp>
      <p:sp>
        <p:nvSpPr>
          <p:cNvPr id="38" name="Shape 1306"/>
          <p:cNvSpPr/>
          <p:nvPr userDrawn="1"/>
        </p:nvSpPr>
        <p:spPr>
          <a:xfrm>
            <a:off x="4052778" y="2013375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9" name="Shape 1307"/>
          <p:cNvSpPr/>
          <p:nvPr userDrawn="1"/>
        </p:nvSpPr>
        <p:spPr>
          <a:xfrm>
            <a:off x="4052778" y="2632409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40" name="Shape 1308"/>
          <p:cNvSpPr/>
          <p:nvPr userDrawn="1"/>
        </p:nvSpPr>
        <p:spPr>
          <a:xfrm>
            <a:off x="8000819" y="2632409"/>
            <a:ext cx="151997" cy="1594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394815" y="2644442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1072258" y="2033049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2258" y="2644442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394815" y="4315227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8394815" y="4888520"/>
            <a:ext cx="2628115" cy="4439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2258" y="4315227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1072258" y="4888520"/>
            <a:ext cx="2726227" cy="443938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636355" y="3426928"/>
            <a:ext cx="919878" cy="51393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id-ID" dirty="0"/>
              <a:t>VS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873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8" grpId="0" animBg="1"/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705914" y="1647822"/>
            <a:ext cx="1985469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678534" y="2184163"/>
            <a:ext cx="4733132" cy="6024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5671885" y="3048702"/>
            <a:ext cx="349251" cy="349251"/>
            <a:chOff x="5671885" y="3048702"/>
            <a:chExt cx="349251" cy="349251"/>
          </a:xfrm>
        </p:grpSpPr>
        <p:sp>
          <p:nvSpPr>
            <p:cNvPr id="16" name="Shape 1259"/>
            <p:cNvSpPr/>
            <p:nvPr userDrawn="1"/>
          </p:nvSpPr>
          <p:spPr>
            <a:xfrm>
              <a:off x="5671885" y="3048702"/>
              <a:ext cx="349251" cy="349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1" name="Shape 1264"/>
            <p:cNvSpPr/>
            <p:nvPr userDrawn="1"/>
          </p:nvSpPr>
          <p:spPr>
            <a:xfrm>
              <a:off x="5770512" y="3143605"/>
              <a:ext cx="151996" cy="159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5" h="21302" extrusionOk="0">
                  <a:moveTo>
                    <a:pt x="7820" y="21302"/>
                  </a:moveTo>
                  <a:cubicBezTo>
                    <a:pt x="7134" y="21302"/>
                    <a:pt x="6486" y="20992"/>
                    <a:pt x="6071" y="20461"/>
                  </a:cubicBezTo>
                  <a:lnTo>
                    <a:pt x="446" y="13281"/>
                  </a:lnTo>
                  <a:cubicBezTo>
                    <a:pt x="-286" y="12346"/>
                    <a:pt x="-96" y="11016"/>
                    <a:pt x="870" y="10309"/>
                  </a:cubicBezTo>
                  <a:cubicBezTo>
                    <a:pt x="1839" y="9601"/>
                    <a:pt x="3213" y="9787"/>
                    <a:pt x="3944" y="10719"/>
                  </a:cubicBezTo>
                  <a:lnTo>
                    <a:pt x="7644" y="15443"/>
                  </a:lnTo>
                  <a:lnTo>
                    <a:pt x="16947" y="999"/>
                  </a:lnTo>
                  <a:cubicBezTo>
                    <a:pt x="17588" y="6"/>
                    <a:pt x="18941" y="-298"/>
                    <a:pt x="19970" y="321"/>
                  </a:cubicBezTo>
                  <a:cubicBezTo>
                    <a:pt x="20999" y="939"/>
                    <a:pt x="21314" y="2249"/>
                    <a:pt x="20673" y="3242"/>
                  </a:cubicBezTo>
                  <a:lnTo>
                    <a:pt x="9683" y="20302"/>
                  </a:lnTo>
                  <a:cubicBezTo>
                    <a:pt x="9300" y="20895"/>
                    <a:pt x="8641" y="21269"/>
                    <a:pt x="7920" y="21300"/>
                  </a:cubicBezTo>
                  <a:cubicBezTo>
                    <a:pt x="7886" y="21302"/>
                    <a:pt x="7852" y="21302"/>
                    <a:pt x="7820" y="2130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671885" y="3632459"/>
            <a:ext cx="349251" cy="349251"/>
            <a:chOff x="5671885" y="3632459"/>
            <a:chExt cx="349251" cy="349251"/>
          </a:xfrm>
        </p:grpSpPr>
        <p:sp>
          <p:nvSpPr>
            <p:cNvPr id="17" name="Shape 1260"/>
            <p:cNvSpPr/>
            <p:nvPr userDrawn="1"/>
          </p:nvSpPr>
          <p:spPr>
            <a:xfrm>
              <a:off x="5671885" y="3632459"/>
              <a:ext cx="349251" cy="349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5" name="Shape 1268"/>
            <p:cNvSpPr/>
            <p:nvPr userDrawn="1"/>
          </p:nvSpPr>
          <p:spPr>
            <a:xfrm>
              <a:off x="5770512" y="3727363"/>
              <a:ext cx="151996" cy="159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5" h="21302" extrusionOk="0">
                  <a:moveTo>
                    <a:pt x="7820" y="21302"/>
                  </a:moveTo>
                  <a:cubicBezTo>
                    <a:pt x="7134" y="21302"/>
                    <a:pt x="6486" y="20992"/>
                    <a:pt x="6071" y="20461"/>
                  </a:cubicBezTo>
                  <a:lnTo>
                    <a:pt x="446" y="13281"/>
                  </a:lnTo>
                  <a:cubicBezTo>
                    <a:pt x="-286" y="12346"/>
                    <a:pt x="-96" y="11016"/>
                    <a:pt x="870" y="10309"/>
                  </a:cubicBezTo>
                  <a:cubicBezTo>
                    <a:pt x="1839" y="9601"/>
                    <a:pt x="3213" y="9787"/>
                    <a:pt x="3944" y="10719"/>
                  </a:cubicBezTo>
                  <a:lnTo>
                    <a:pt x="7644" y="15443"/>
                  </a:lnTo>
                  <a:lnTo>
                    <a:pt x="16947" y="999"/>
                  </a:lnTo>
                  <a:cubicBezTo>
                    <a:pt x="17588" y="6"/>
                    <a:pt x="18941" y="-298"/>
                    <a:pt x="19970" y="321"/>
                  </a:cubicBezTo>
                  <a:cubicBezTo>
                    <a:pt x="20999" y="939"/>
                    <a:pt x="21314" y="2249"/>
                    <a:pt x="20673" y="3242"/>
                  </a:cubicBezTo>
                  <a:lnTo>
                    <a:pt x="9683" y="20302"/>
                  </a:lnTo>
                  <a:cubicBezTo>
                    <a:pt x="9300" y="20895"/>
                    <a:pt x="8641" y="21269"/>
                    <a:pt x="7920" y="21300"/>
                  </a:cubicBezTo>
                  <a:cubicBezTo>
                    <a:pt x="7886" y="21302"/>
                    <a:pt x="7852" y="21302"/>
                    <a:pt x="7820" y="2130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5671885" y="4216217"/>
            <a:ext cx="349251" cy="349251"/>
            <a:chOff x="5671885" y="4216217"/>
            <a:chExt cx="349251" cy="349251"/>
          </a:xfrm>
        </p:grpSpPr>
        <p:sp>
          <p:nvSpPr>
            <p:cNvPr id="18" name="Shape 1261"/>
            <p:cNvSpPr/>
            <p:nvPr userDrawn="1"/>
          </p:nvSpPr>
          <p:spPr>
            <a:xfrm>
              <a:off x="5671885" y="4216217"/>
              <a:ext cx="349251" cy="349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6" name="Shape 1269"/>
            <p:cNvSpPr/>
            <p:nvPr userDrawn="1"/>
          </p:nvSpPr>
          <p:spPr>
            <a:xfrm>
              <a:off x="5770512" y="4311121"/>
              <a:ext cx="151996" cy="159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5" h="21302" extrusionOk="0">
                  <a:moveTo>
                    <a:pt x="7820" y="21302"/>
                  </a:moveTo>
                  <a:cubicBezTo>
                    <a:pt x="7134" y="21302"/>
                    <a:pt x="6486" y="20992"/>
                    <a:pt x="6071" y="20461"/>
                  </a:cubicBezTo>
                  <a:lnTo>
                    <a:pt x="446" y="13281"/>
                  </a:lnTo>
                  <a:cubicBezTo>
                    <a:pt x="-286" y="12346"/>
                    <a:pt x="-96" y="11016"/>
                    <a:pt x="870" y="10309"/>
                  </a:cubicBezTo>
                  <a:cubicBezTo>
                    <a:pt x="1839" y="9601"/>
                    <a:pt x="3213" y="9787"/>
                    <a:pt x="3944" y="10719"/>
                  </a:cubicBezTo>
                  <a:lnTo>
                    <a:pt x="7644" y="15443"/>
                  </a:lnTo>
                  <a:lnTo>
                    <a:pt x="16947" y="999"/>
                  </a:lnTo>
                  <a:cubicBezTo>
                    <a:pt x="17588" y="6"/>
                    <a:pt x="18941" y="-298"/>
                    <a:pt x="19970" y="321"/>
                  </a:cubicBezTo>
                  <a:cubicBezTo>
                    <a:pt x="20999" y="939"/>
                    <a:pt x="21314" y="2249"/>
                    <a:pt x="20673" y="3242"/>
                  </a:cubicBezTo>
                  <a:lnTo>
                    <a:pt x="9683" y="20302"/>
                  </a:lnTo>
                  <a:cubicBezTo>
                    <a:pt x="9300" y="20895"/>
                    <a:pt x="8641" y="21269"/>
                    <a:pt x="7920" y="21300"/>
                  </a:cubicBezTo>
                  <a:cubicBezTo>
                    <a:pt x="7886" y="21302"/>
                    <a:pt x="7852" y="21302"/>
                    <a:pt x="7820" y="2130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27" name="Shape 1270"/>
          <p:cNvSpPr/>
          <p:nvPr userDrawn="1"/>
        </p:nvSpPr>
        <p:spPr>
          <a:xfrm>
            <a:off x="5729035" y="4925993"/>
            <a:ext cx="3089482" cy="814916"/>
          </a:xfrm>
          <a:prstGeom prst="roundRect">
            <a:avLst>
              <a:gd name="adj" fmla="val 3896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3" name="Shape 1275"/>
          <p:cNvSpPr/>
          <p:nvPr/>
        </p:nvSpPr>
        <p:spPr>
          <a:xfrm>
            <a:off x="8054625" y="4988967"/>
            <a:ext cx="688969" cy="688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A6AAA9"/>
            </a:solidFill>
            <a:prstDash val="solid"/>
            <a:round/>
          </a:ln>
          <a:effectLst/>
        </p:spPr>
        <p:txBody>
          <a:bodyPr wrap="square" lIns="19050" tIns="19050" rIns="19050" bIns="19050" numCol="1" anchor="ctr">
            <a:noAutofit/>
          </a:bodyPr>
          <a:lstStyle/>
          <a:p>
            <a:pPr lvl="0"/>
            <a:endParaRPr sz="2000"/>
          </a:p>
        </p:txBody>
      </p:sp>
      <p:sp>
        <p:nvSpPr>
          <p:cNvPr id="3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25550" y="1803804"/>
            <a:ext cx="3925888" cy="2839048"/>
          </a:xfrm>
          <a:prstGeom prst="roundRect">
            <a:avLst>
              <a:gd name="adj" fmla="val 145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5817626" y="5129079"/>
            <a:ext cx="1985469" cy="408745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</a:t>
            </a:r>
            <a:endParaRPr lang="en-GB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190838" y="3005949"/>
            <a:ext cx="4733132" cy="48535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190838" y="3582799"/>
            <a:ext cx="4733132" cy="48535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6190838" y="4169654"/>
            <a:ext cx="4733132" cy="48535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145528" y="5118691"/>
            <a:ext cx="465072" cy="41880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edit</a:t>
            </a:r>
          </a:p>
        </p:txBody>
      </p:sp>
    </p:spTree>
    <p:extLst>
      <p:ext uri="{BB962C8B-B14F-4D97-AF65-F5344CB8AC3E}">
        <p14:creationId xmlns:p14="http://schemas.microsoft.com/office/powerpoint/2010/main" val="75619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33" grpId="0" animBg="1"/>
      <p:bldP spid="37" grpId="0" animBg="1"/>
      <p:bldP spid="3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42"/>
                        </p:tgtEl>
                      </p:cBhvr>
                    </p:animEffect>
                    <p:anim calcmode="lin" valueType="num">
                      <p:cBhvr>
                        <p:cTn dur="2000" fill="hold"/>
                        <p:tgtEl>
                          <p:spTgt spid="4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2000" fill="hold"/>
                        <p:tgtEl>
                          <p:spTgt spid="4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300976" y="4606926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725816" y="4136372"/>
            <a:ext cx="1252240" cy="188741"/>
            <a:chOff x="1725816" y="4136372"/>
            <a:chExt cx="1252240" cy="188741"/>
          </a:xfrm>
        </p:grpSpPr>
        <p:sp>
          <p:nvSpPr>
            <p:cNvPr id="20" name="Shape 1235"/>
            <p:cNvSpPr/>
            <p:nvPr userDrawn="1"/>
          </p:nvSpPr>
          <p:spPr>
            <a:xfrm>
              <a:off x="2252859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1" name="Shape 1236"/>
            <p:cNvSpPr/>
            <p:nvPr userDrawn="1"/>
          </p:nvSpPr>
          <p:spPr>
            <a:xfrm>
              <a:off x="1989337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2" name="Shape 1237"/>
            <p:cNvSpPr/>
            <p:nvPr userDrawn="1"/>
          </p:nvSpPr>
          <p:spPr>
            <a:xfrm>
              <a:off x="1725816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3" name="Shape 1238"/>
            <p:cNvSpPr/>
            <p:nvPr userDrawn="1"/>
          </p:nvSpPr>
          <p:spPr>
            <a:xfrm>
              <a:off x="2516380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4" name="Shape 1239"/>
            <p:cNvSpPr/>
            <p:nvPr userDrawn="1"/>
          </p:nvSpPr>
          <p:spPr>
            <a:xfrm>
              <a:off x="2779901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217500" y="4136372"/>
            <a:ext cx="1252240" cy="188741"/>
            <a:chOff x="4217500" y="4136372"/>
            <a:chExt cx="1252240" cy="188741"/>
          </a:xfrm>
        </p:grpSpPr>
        <p:sp>
          <p:nvSpPr>
            <p:cNvPr id="25" name="Shape 1240"/>
            <p:cNvSpPr/>
            <p:nvPr userDrawn="1"/>
          </p:nvSpPr>
          <p:spPr>
            <a:xfrm>
              <a:off x="4744542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6" name="Shape 1241"/>
            <p:cNvSpPr/>
            <p:nvPr userDrawn="1"/>
          </p:nvSpPr>
          <p:spPr>
            <a:xfrm>
              <a:off x="4481021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7" name="Shape 1242"/>
            <p:cNvSpPr/>
            <p:nvPr userDrawn="1"/>
          </p:nvSpPr>
          <p:spPr>
            <a:xfrm>
              <a:off x="4217500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8" name="Shape 1243"/>
            <p:cNvSpPr/>
            <p:nvPr userDrawn="1"/>
          </p:nvSpPr>
          <p:spPr>
            <a:xfrm>
              <a:off x="5008063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29" name="Shape 1244"/>
            <p:cNvSpPr/>
            <p:nvPr userDrawn="1"/>
          </p:nvSpPr>
          <p:spPr>
            <a:xfrm>
              <a:off x="5271584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6709183" y="4136372"/>
            <a:ext cx="1252241" cy="188741"/>
            <a:chOff x="6709183" y="4136372"/>
            <a:chExt cx="1252241" cy="188741"/>
          </a:xfrm>
        </p:grpSpPr>
        <p:sp>
          <p:nvSpPr>
            <p:cNvPr id="30" name="Shape 1245"/>
            <p:cNvSpPr/>
            <p:nvPr userDrawn="1"/>
          </p:nvSpPr>
          <p:spPr>
            <a:xfrm>
              <a:off x="7236225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1" name="Shape 1246"/>
            <p:cNvSpPr/>
            <p:nvPr userDrawn="1"/>
          </p:nvSpPr>
          <p:spPr>
            <a:xfrm>
              <a:off x="6972704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2" name="Shape 1247"/>
            <p:cNvSpPr/>
            <p:nvPr userDrawn="1"/>
          </p:nvSpPr>
          <p:spPr>
            <a:xfrm>
              <a:off x="6709183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3" name="Shape 1248"/>
            <p:cNvSpPr/>
            <p:nvPr userDrawn="1"/>
          </p:nvSpPr>
          <p:spPr>
            <a:xfrm>
              <a:off x="7499747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4" name="Shape 1249"/>
            <p:cNvSpPr/>
            <p:nvPr userDrawn="1"/>
          </p:nvSpPr>
          <p:spPr>
            <a:xfrm>
              <a:off x="7763268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grpSp>
        <p:nvGrpSpPr>
          <p:cNvPr id="6" name="Group 5"/>
          <p:cNvGrpSpPr/>
          <p:nvPr userDrawn="1"/>
        </p:nvGrpSpPr>
        <p:grpSpPr>
          <a:xfrm>
            <a:off x="9214024" y="4136372"/>
            <a:ext cx="1252241" cy="188741"/>
            <a:chOff x="9214024" y="4136372"/>
            <a:chExt cx="1252241" cy="188741"/>
          </a:xfrm>
        </p:grpSpPr>
        <p:sp>
          <p:nvSpPr>
            <p:cNvPr id="35" name="Shape 1250"/>
            <p:cNvSpPr/>
            <p:nvPr userDrawn="1"/>
          </p:nvSpPr>
          <p:spPr>
            <a:xfrm>
              <a:off x="9741067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6" name="Shape 1251"/>
            <p:cNvSpPr/>
            <p:nvPr userDrawn="1"/>
          </p:nvSpPr>
          <p:spPr>
            <a:xfrm>
              <a:off x="9477546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7" name="Shape 1252"/>
            <p:cNvSpPr/>
            <p:nvPr userDrawn="1"/>
          </p:nvSpPr>
          <p:spPr>
            <a:xfrm>
              <a:off x="9214024" y="4136372"/>
              <a:ext cx="198156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8" name="Shape 1253"/>
            <p:cNvSpPr/>
            <p:nvPr userDrawn="1"/>
          </p:nvSpPr>
          <p:spPr>
            <a:xfrm>
              <a:off x="10004589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  <p:sp>
          <p:nvSpPr>
            <p:cNvPr id="39" name="Shape 1254"/>
            <p:cNvSpPr/>
            <p:nvPr userDrawn="1"/>
          </p:nvSpPr>
          <p:spPr>
            <a:xfrm>
              <a:off x="10268110" y="4136372"/>
              <a:ext cx="198155" cy="188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49" y="13842"/>
                  </a:moveTo>
                  <a:lnTo>
                    <a:pt x="3934" y="20648"/>
                  </a:lnTo>
                  <a:cubicBezTo>
                    <a:pt x="3921" y="20742"/>
                    <a:pt x="3907" y="20824"/>
                    <a:pt x="3907" y="20920"/>
                  </a:cubicBezTo>
                  <a:cubicBezTo>
                    <a:pt x="3907" y="21274"/>
                    <a:pt x="4076" y="21600"/>
                    <a:pt x="4452" y="21600"/>
                  </a:cubicBezTo>
                  <a:cubicBezTo>
                    <a:pt x="4634" y="21600"/>
                    <a:pt x="4804" y="21533"/>
                    <a:pt x="4971" y="21437"/>
                  </a:cubicBezTo>
                  <a:lnTo>
                    <a:pt x="10800" y="18225"/>
                  </a:lnTo>
                  <a:lnTo>
                    <a:pt x="16629" y="21437"/>
                  </a:lnTo>
                  <a:cubicBezTo>
                    <a:pt x="16784" y="21533"/>
                    <a:pt x="16965" y="21600"/>
                    <a:pt x="17147" y="21600"/>
                  </a:cubicBezTo>
                  <a:cubicBezTo>
                    <a:pt x="17523" y="21600"/>
                    <a:pt x="17679" y="21274"/>
                    <a:pt x="17679" y="20920"/>
                  </a:cubicBezTo>
                  <a:cubicBezTo>
                    <a:pt x="17679" y="20824"/>
                    <a:pt x="17679" y="20742"/>
                    <a:pt x="17667" y="20648"/>
                  </a:cubicBezTo>
                  <a:lnTo>
                    <a:pt x="16549" y="13842"/>
                  </a:lnTo>
                  <a:lnTo>
                    <a:pt x="21262" y="9023"/>
                  </a:lnTo>
                  <a:cubicBezTo>
                    <a:pt x="21430" y="8848"/>
                    <a:pt x="21600" y="8616"/>
                    <a:pt x="21600" y="8371"/>
                  </a:cubicBezTo>
                  <a:cubicBezTo>
                    <a:pt x="21600" y="7962"/>
                    <a:pt x="21184" y="7798"/>
                    <a:pt x="20872" y="7744"/>
                  </a:cubicBezTo>
                  <a:lnTo>
                    <a:pt x="14356" y="6751"/>
                  </a:lnTo>
                  <a:lnTo>
                    <a:pt x="11436" y="558"/>
                  </a:lnTo>
                  <a:cubicBezTo>
                    <a:pt x="11320" y="300"/>
                    <a:pt x="11098" y="0"/>
                    <a:pt x="10800" y="0"/>
                  </a:cubicBezTo>
                  <a:cubicBezTo>
                    <a:pt x="10502" y="0"/>
                    <a:pt x="10280" y="300"/>
                    <a:pt x="10164" y="558"/>
                  </a:cubicBezTo>
                  <a:lnTo>
                    <a:pt x="7243" y="6751"/>
                  </a:lnTo>
                  <a:lnTo>
                    <a:pt x="727" y="7744"/>
                  </a:lnTo>
                  <a:cubicBezTo>
                    <a:pt x="403" y="7798"/>
                    <a:pt x="0" y="7962"/>
                    <a:pt x="0" y="8371"/>
                  </a:cubicBezTo>
                  <a:cubicBezTo>
                    <a:pt x="0" y="8616"/>
                    <a:pt x="169" y="8848"/>
                    <a:pt x="325" y="9023"/>
                  </a:cubicBezTo>
                  <a:cubicBezTo>
                    <a:pt x="325" y="9023"/>
                    <a:pt x="5049" y="13842"/>
                    <a:pt x="5049" y="1384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bg1">
                  <a:lumMod val="65000"/>
                </a:schemeClr>
              </a:solidFill>
              <a:round/>
            </a:ln>
          </p:spPr>
          <p:txBody>
            <a:bodyPr lIns="0" tIns="0" rIns="0" bIns="0" anchor="ctr"/>
            <a:lstStyle/>
            <a:p>
              <a:pPr lvl="0"/>
              <a:endParaRPr sz="2000"/>
            </a:p>
          </p:txBody>
        </p:sp>
      </p:grpSp>
      <p:sp>
        <p:nvSpPr>
          <p:cNvPr id="4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769289" y="4606925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237602" y="4606925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8705915" y="4606924"/>
            <a:ext cx="2148662" cy="99853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3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1209928" y="1745563"/>
            <a:ext cx="2251325" cy="1441235"/>
          </a:xfrm>
          <a:prstGeom prst="roundRect">
            <a:avLst>
              <a:gd name="adj" fmla="val 234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3703503" y="1745563"/>
            <a:ext cx="2257762" cy="1441235"/>
          </a:xfrm>
          <a:prstGeom prst="roundRect">
            <a:avLst>
              <a:gd name="adj" fmla="val 80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6191769" y="1745563"/>
            <a:ext cx="2257762" cy="1441235"/>
          </a:xfrm>
          <a:prstGeom prst="roundRect">
            <a:avLst>
              <a:gd name="adj" fmla="val 186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8691780" y="1745563"/>
            <a:ext cx="2257762" cy="1441235"/>
          </a:xfrm>
          <a:prstGeom prst="roundRect">
            <a:avLst>
              <a:gd name="adj" fmla="val 186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7" name="Shape 1129"/>
          <p:cNvSpPr/>
          <p:nvPr userDrawn="1"/>
        </p:nvSpPr>
        <p:spPr>
          <a:xfrm>
            <a:off x="1203491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8" name="Shape 1131"/>
          <p:cNvSpPr/>
          <p:nvPr userDrawn="1"/>
        </p:nvSpPr>
        <p:spPr>
          <a:xfrm>
            <a:off x="3697064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9" name="Shape 1133"/>
          <p:cNvSpPr/>
          <p:nvPr userDrawn="1"/>
        </p:nvSpPr>
        <p:spPr>
          <a:xfrm>
            <a:off x="6186857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0" name="Shape 1135"/>
          <p:cNvSpPr/>
          <p:nvPr userDrawn="1"/>
        </p:nvSpPr>
        <p:spPr>
          <a:xfrm>
            <a:off x="8691699" y="3177625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1228700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3"/>
          </p:nvPr>
        </p:nvSpPr>
        <p:spPr>
          <a:xfrm>
            <a:off x="3722364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6210181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5"/>
          </p:nvPr>
        </p:nvSpPr>
        <p:spPr>
          <a:xfrm>
            <a:off x="8710192" y="3269080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039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63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1661304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2076270" y="1652418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5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133914" y="1660075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193671" y="4664544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8242495" y="4664543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303679" y="4664543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9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0303679" y="3154907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0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0304462" y="1660075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-398" y="4672035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2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0" y="3150012"/>
            <a:ext cx="1887538" cy="1322035"/>
          </a:xfrm>
          <a:prstGeom prst="roundRect">
            <a:avLst>
              <a:gd name="adj" fmla="val 21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3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2054406" y="3150012"/>
            <a:ext cx="3939301" cy="2844058"/>
          </a:xfrm>
          <a:prstGeom prst="roundRect">
            <a:avLst>
              <a:gd name="adj" fmla="val 302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4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6208307" y="1652386"/>
            <a:ext cx="3939301" cy="2844058"/>
          </a:xfrm>
          <a:prstGeom prst="roundRect">
            <a:avLst>
              <a:gd name="adj" fmla="val 302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7483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1702505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054475" y="1702505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8126938" y="1702505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0" y="4338788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4054475" y="4338788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8126938" y="4338788"/>
            <a:ext cx="4054475" cy="258131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359568" y="1752711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414043" y="1752711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8486506" y="1752711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59568" y="6511577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414043" y="6511577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8486506" y="6511577"/>
            <a:ext cx="3335338" cy="331238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9045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23818" y="2092540"/>
            <a:ext cx="2251325" cy="1441235"/>
          </a:xfrm>
          <a:prstGeom prst="roundRect">
            <a:avLst>
              <a:gd name="adj" fmla="val 2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717393" y="2092540"/>
            <a:ext cx="2257762" cy="1441235"/>
          </a:xfrm>
          <a:prstGeom prst="roundRect">
            <a:avLst>
              <a:gd name="adj" fmla="val 2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05659" y="2092540"/>
            <a:ext cx="2257762" cy="1441235"/>
          </a:xfrm>
          <a:prstGeom prst="roundRect">
            <a:avLst>
              <a:gd name="adj" fmla="val 212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705670" y="2092540"/>
            <a:ext cx="2257762" cy="1441235"/>
          </a:xfrm>
          <a:prstGeom prst="roundRect">
            <a:avLst>
              <a:gd name="adj" fmla="val 278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779246" y="446491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1093"/>
          <p:cNvSpPr/>
          <p:nvPr userDrawn="1"/>
        </p:nvSpPr>
        <p:spPr>
          <a:xfrm>
            <a:off x="1528888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18" name="Shape 1095"/>
          <p:cNvSpPr/>
          <p:nvPr userDrawn="1"/>
        </p:nvSpPr>
        <p:spPr>
          <a:xfrm>
            <a:off x="1528888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0" name="Shape 1097"/>
          <p:cNvSpPr/>
          <p:nvPr userDrawn="1"/>
        </p:nvSpPr>
        <p:spPr>
          <a:xfrm>
            <a:off x="1528888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2" name="Shape 1099"/>
          <p:cNvSpPr/>
          <p:nvPr userDrawn="1"/>
        </p:nvSpPr>
        <p:spPr>
          <a:xfrm>
            <a:off x="4019146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4" name="Shape 1101"/>
          <p:cNvSpPr/>
          <p:nvPr userDrawn="1"/>
        </p:nvSpPr>
        <p:spPr>
          <a:xfrm>
            <a:off x="4019146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6" name="Shape 1103"/>
          <p:cNvSpPr/>
          <p:nvPr userDrawn="1"/>
        </p:nvSpPr>
        <p:spPr>
          <a:xfrm>
            <a:off x="4019146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28" name="Shape 1105"/>
          <p:cNvSpPr/>
          <p:nvPr userDrawn="1"/>
        </p:nvSpPr>
        <p:spPr>
          <a:xfrm>
            <a:off x="6509406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0" name="Shape 1107"/>
          <p:cNvSpPr/>
          <p:nvPr userDrawn="1"/>
        </p:nvSpPr>
        <p:spPr>
          <a:xfrm>
            <a:off x="6509406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2" name="Shape 1109"/>
          <p:cNvSpPr/>
          <p:nvPr userDrawn="1"/>
        </p:nvSpPr>
        <p:spPr>
          <a:xfrm>
            <a:off x="6509406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4" name="Shape 1111"/>
          <p:cNvSpPr/>
          <p:nvPr userDrawn="1"/>
        </p:nvSpPr>
        <p:spPr>
          <a:xfrm>
            <a:off x="8999664" y="4523669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6" name="Shape 1113"/>
          <p:cNvSpPr/>
          <p:nvPr userDrawn="1"/>
        </p:nvSpPr>
        <p:spPr>
          <a:xfrm>
            <a:off x="8999664" y="4866523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38" name="Shape 1115"/>
          <p:cNvSpPr/>
          <p:nvPr userDrawn="1"/>
        </p:nvSpPr>
        <p:spPr>
          <a:xfrm>
            <a:off x="8999664" y="5199815"/>
            <a:ext cx="129845" cy="136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5" h="21302" extrusionOk="0">
                <a:moveTo>
                  <a:pt x="7820" y="21302"/>
                </a:moveTo>
                <a:cubicBezTo>
                  <a:pt x="7134" y="21302"/>
                  <a:pt x="6486" y="20992"/>
                  <a:pt x="6071" y="20461"/>
                </a:cubicBezTo>
                <a:lnTo>
                  <a:pt x="446" y="13281"/>
                </a:lnTo>
                <a:cubicBezTo>
                  <a:pt x="-286" y="12346"/>
                  <a:pt x="-96" y="11016"/>
                  <a:pt x="870" y="10309"/>
                </a:cubicBezTo>
                <a:cubicBezTo>
                  <a:pt x="1839" y="9601"/>
                  <a:pt x="3213" y="9787"/>
                  <a:pt x="3944" y="10719"/>
                </a:cubicBezTo>
                <a:lnTo>
                  <a:pt x="7644" y="15443"/>
                </a:lnTo>
                <a:lnTo>
                  <a:pt x="16947" y="999"/>
                </a:lnTo>
                <a:cubicBezTo>
                  <a:pt x="17588" y="6"/>
                  <a:pt x="18941" y="-298"/>
                  <a:pt x="19970" y="321"/>
                </a:cubicBezTo>
                <a:cubicBezTo>
                  <a:pt x="20999" y="939"/>
                  <a:pt x="21314" y="2249"/>
                  <a:pt x="20673" y="3242"/>
                </a:cubicBezTo>
                <a:lnTo>
                  <a:pt x="9683" y="20302"/>
                </a:lnTo>
                <a:cubicBezTo>
                  <a:pt x="9300" y="20895"/>
                  <a:pt x="8641" y="21269"/>
                  <a:pt x="7920" y="21300"/>
                </a:cubicBezTo>
                <a:cubicBezTo>
                  <a:pt x="7886" y="21302"/>
                  <a:pt x="7852" y="21302"/>
                  <a:pt x="7820" y="2130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sz="2000"/>
          </a:p>
        </p:txBody>
      </p:sp>
      <p:sp>
        <p:nvSpPr>
          <p:cNvPr id="52" name="Shape 1129"/>
          <p:cNvSpPr/>
          <p:nvPr userDrawn="1"/>
        </p:nvSpPr>
        <p:spPr>
          <a:xfrm>
            <a:off x="1217381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4" name="Shape 1131"/>
          <p:cNvSpPr/>
          <p:nvPr userDrawn="1"/>
        </p:nvSpPr>
        <p:spPr>
          <a:xfrm>
            <a:off x="3710954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6" name="Shape 1133"/>
          <p:cNvSpPr/>
          <p:nvPr userDrawn="1"/>
        </p:nvSpPr>
        <p:spPr>
          <a:xfrm>
            <a:off x="6200747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8" name="Shape 1135"/>
          <p:cNvSpPr/>
          <p:nvPr userDrawn="1"/>
        </p:nvSpPr>
        <p:spPr>
          <a:xfrm>
            <a:off x="8705589" y="3524602"/>
            <a:ext cx="2269031" cy="555067"/>
          </a:xfrm>
          <a:prstGeom prst="roundRect">
            <a:avLst>
              <a:gd name="adj" fmla="val 579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242590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736254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24071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724082" y="3616057"/>
            <a:ext cx="2220938" cy="361134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767978" y="481294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1767978" y="5146239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272634" y="445910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261366" y="480713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0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4261366" y="5140422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6749111" y="446491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2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737843" y="4812947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737843" y="5146239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4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9242499" y="445910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9231231" y="4807130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7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9231231" y="5140422"/>
            <a:ext cx="1707166" cy="243358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22424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3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8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300"/>
                            </p:stCondLst>
                            <p:childTnLst>
                              <p:par>
                                <p:cTn id="8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3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3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8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300"/>
                            </p:stCondLst>
                            <p:childTnLst>
                              <p:par>
                                <p:cTn id="1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3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3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0" grpId="0" animBg="1"/>
      <p:bldP spid="61" grpId="0" animBg="1"/>
      <p:bldP spid="62" grpId="0" animBg="1"/>
      <p:bldP spid="2" grpId="0"/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52" grpId="0" animBg="1"/>
      <p:bldP spid="54" grpId="0" animBg="1"/>
      <p:bldP spid="56" grpId="0" animBg="1"/>
      <p:bldP spid="58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3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089380" y="1982561"/>
            <a:ext cx="1985275" cy="34222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089380" y="2444741"/>
            <a:ext cx="2769055" cy="118723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5075201" y="4028444"/>
            <a:ext cx="389727" cy="389726"/>
            <a:chOff x="5075201" y="4028444"/>
            <a:chExt cx="389727" cy="389726"/>
          </a:xfrm>
        </p:grpSpPr>
        <p:sp>
          <p:nvSpPr>
            <p:cNvPr id="17" name="Shape 1023"/>
            <p:cNvSpPr/>
            <p:nvPr userDrawn="1"/>
          </p:nvSpPr>
          <p:spPr>
            <a:xfrm>
              <a:off x="5075201" y="4028444"/>
              <a:ext cx="389727" cy="389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2" name="Shape 1031"/>
            <p:cNvSpPr/>
            <p:nvPr userDrawn="1"/>
          </p:nvSpPr>
          <p:spPr>
            <a:xfrm>
              <a:off x="5221656" y="4134097"/>
              <a:ext cx="96817" cy="17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757"/>
                  </a:moveTo>
                  <a:lnTo>
                    <a:pt x="15430" y="3757"/>
                  </a:lnTo>
                  <a:cubicBezTo>
                    <a:pt x="14702" y="3757"/>
                    <a:pt x="13885" y="4288"/>
                    <a:pt x="13885" y="5002"/>
                  </a:cubicBezTo>
                  <a:lnTo>
                    <a:pt x="13885" y="7478"/>
                  </a:lnTo>
                  <a:lnTo>
                    <a:pt x="21600" y="7478"/>
                  </a:lnTo>
                  <a:lnTo>
                    <a:pt x="21600" y="11004"/>
                  </a:lnTo>
                  <a:lnTo>
                    <a:pt x="13885" y="11004"/>
                  </a:lnTo>
                  <a:lnTo>
                    <a:pt x="13885" y="21600"/>
                  </a:lnTo>
                  <a:lnTo>
                    <a:pt x="6602" y="21600"/>
                  </a:lnTo>
                  <a:lnTo>
                    <a:pt x="6602" y="11004"/>
                  </a:lnTo>
                  <a:lnTo>
                    <a:pt x="0" y="11004"/>
                  </a:lnTo>
                  <a:lnTo>
                    <a:pt x="0" y="7478"/>
                  </a:lnTo>
                  <a:lnTo>
                    <a:pt x="6602" y="7478"/>
                  </a:lnTo>
                  <a:lnTo>
                    <a:pt x="6602" y="5401"/>
                  </a:lnTo>
                  <a:cubicBezTo>
                    <a:pt x="6602" y="2424"/>
                    <a:pt x="10324" y="0"/>
                    <a:pt x="15430" y="0"/>
                  </a:cubicBezTo>
                  <a:lnTo>
                    <a:pt x="21600" y="0"/>
                  </a:lnTo>
                  <a:cubicBezTo>
                    <a:pt x="21600" y="0"/>
                    <a:pt x="21600" y="3757"/>
                    <a:pt x="21600" y="375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5075201" y="4521943"/>
            <a:ext cx="389727" cy="389727"/>
            <a:chOff x="5075201" y="4521943"/>
            <a:chExt cx="389727" cy="389727"/>
          </a:xfrm>
        </p:grpSpPr>
        <p:sp>
          <p:nvSpPr>
            <p:cNvPr id="18" name="Shape 1024"/>
            <p:cNvSpPr/>
            <p:nvPr userDrawn="1"/>
          </p:nvSpPr>
          <p:spPr>
            <a:xfrm>
              <a:off x="5075201" y="4521943"/>
              <a:ext cx="389727" cy="389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4" name="Shape 1033"/>
            <p:cNvSpPr/>
            <p:nvPr userDrawn="1"/>
          </p:nvSpPr>
          <p:spPr>
            <a:xfrm>
              <a:off x="5182915" y="4646559"/>
              <a:ext cx="174299" cy="141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804" y="2992"/>
                    <a:pt x="19950" y="3284"/>
                    <a:pt x="19054" y="3416"/>
                  </a:cubicBezTo>
                  <a:cubicBezTo>
                    <a:pt x="19970" y="2741"/>
                    <a:pt x="20673" y="1673"/>
                    <a:pt x="21003" y="400"/>
                  </a:cubicBezTo>
                  <a:cubicBezTo>
                    <a:pt x="20147" y="1023"/>
                    <a:pt x="19198" y="1478"/>
                    <a:pt x="18189" y="1722"/>
                  </a:cubicBezTo>
                  <a:cubicBezTo>
                    <a:pt x="17381" y="661"/>
                    <a:pt x="16229" y="0"/>
                    <a:pt x="14955" y="0"/>
                  </a:cubicBezTo>
                  <a:cubicBezTo>
                    <a:pt x="12507" y="0"/>
                    <a:pt x="10524" y="2442"/>
                    <a:pt x="10524" y="5451"/>
                  </a:cubicBezTo>
                  <a:cubicBezTo>
                    <a:pt x="10524" y="5879"/>
                    <a:pt x="10562" y="6297"/>
                    <a:pt x="10638" y="6697"/>
                  </a:cubicBezTo>
                  <a:cubicBezTo>
                    <a:pt x="6956" y="6467"/>
                    <a:pt x="3689" y="4296"/>
                    <a:pt x="1504" y="998"/>
                  </a:cubicBezTo>
                  <a:cubicBezTo>
                    <a:pt x="1122" y="1802"/>
                    <a:pt x="903" y="2741"/>
                    <a:pt x="903" y="3740"/>
                  </a:cubicBezTo>
                  <a:cubicBezTo>
                    <a:pt x="903" y="5632"/>
                    <a:pt x="1686" y="7299"/>
                    <a:pt x="2875" y="8280"/>
                  </a:cubicBezTo>
                  <a:cubicBezTo>
                    <a:pt x="2150" y="8248"/>
                    <a:pt x="1466" y="8005"/>
                    <a:pt x="868" y="7598"/>
                  </a:cubicBezTo>
                  <a:cubicBezTo>
                    <a:pt x="868" y="7619"/>
                    <a:pt x="868" y="7643"/>
                    <a:pt x="868" y="7664"/>
                  </a:cubicBezTo>
                  <a:cubicBezTo>
                    <a:pt x="868" y="10308"/>
                    <a:pt x="2396" y="12510"/>
                    <a:pt x="4423" y="13011"/>
                  </a:cubicBezTo>
                  <a:cubicBezTo>
                    <a:pt x="4051" y="13136"/>
                    <a:pt x="3660" y="13202"/>
                    <a:pt x="3255" y="13202"/>
                  </a:cubicBezTo>
                  <a:cubicBezTo>
                    <a:pt x="2970" y="13202"/>
                    <a:pt x="2693" y="13167"/>
                    <a:pt x="2421" y="13105"/>
                  </a:cubicBezTo>
                  <a:cubicBezTo>
                    <a:pt x="2985" y="15272"/>
                    <a:pt x="4622" y="16848"/>
                    <a:pt x="6560" y="16893"/>
                  </a:cubicBezTo>
                  <a:cubicBezTo>
                    <a:pt x="5043" y="18354"/>
                    <a:pt x="3134" y="19227"/>
                    <a:pt x="1057" y="19227"/>
                  </a:cubicBezTo>
                  <a:cubicBezTo>
                    <a:pt x="700" y="19227"/>
                    <a:pt x="348" y="19200"/>
                    <a:pt x="0" y="19151"/>
                  </a:cubicBezTo>
                  <a:cubicBezTo>
                    <a:pt x="1961" y="20699"/>
                    <a:pt x="4290" y="21600"/>
                    <a:pt x="6793" y="21600"/>
                  </a:cubicBezTo>
                  <a:cubicBezTo>
                    <a:pt x="14944" y="21600"/>
                    <a:pt x="19402" y="13293"/>
                    <a:pt x="19402" y="6084"/>
                  </a:cubicBezTo>
                  <a:cubicBezTo>
                    <a:pt x="19402" y="5848"/>
                    <a:pt x="19398" y="5615"/>
                    <a:pt x="19389" y="5378"/>
                  </a:cubicBezTo>
                  <a:cubicBezTo>
                    <a:pt x="20254" y="4609"/>
                    <a:pt x="21005" y="3649"/>
                    <a:pt x="21600" y="255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5075201" y="5016590"/>
            <a:ext cx="389727" cy="389726"/>
            <a:chOff x="5075201" y="5016590"/>
            <a:chExt cx="389727" cy="389726"/>
          </a:xfrm>
        </p:grpSpPr>
        <p:sp>
          <p:nvSpPr>
            <p:cNvPr id="19" name="Shape 1025"/>
            <p:cNvSpPr/>
            <p:nvPr userDrawn="1"/>
          </p:nvSpPr>
          <p:spPr>
            <a:xfrm>
              <a:off x="5075201" y="5016590"/>
              <a:ext cx="389727" cy="389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6" name="Shape 1035"/>
            <p:cNvSpPr/>
            <p:nvPr userDrawn="1"/>
          </p:nvSpPr>
          <p:spPr>
            <a:xfrm>
              <a:off x="5182915" y="5108542"/>
              <a:ext cx="174299" cy="17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14" h="19315" extrusionOk="0">
                  <a:moveTo>
                    <a:pt x="11140" y="11141"/>
                  </a:moveTo>
                  <a:cubicBezTo>
                    <a:pt x="9229" y="13052"/>
                    <a:pt x="7015" y="14879"/>
                    <a:pt x="6140" y="14004"/>
                  </a:cubicBezTo>
                  <a:cubicBezTo>
                    <a:pt x="4888" y="12751"/>
                    <a:pt x="4115" y="11660"/>
                    <a:pt x="1355" y="13880"/>
                  </a:cubicBezTo>
                  <a:cubicBezTo>
                    <a:pt x="-1407" y="16100"/>
                    <a:pt x="714" y="17579"/>
                    <a:pt x="1927" y="18793"/>
                  </a:cubicBezTo>
                  <a:cubicBezTo>
                    <a:pt x="3327" y="20193"/>
                    <a:pt x="8547" y="18867"/>
                    <a:pt x="13707" y="13708"/>
                  </a:cubicBezTo>
                  <a:cubicBezTo>
                    <a:pt x="18866" y="8548"/>
                    <a:pt x="20193" y="3327"/>
                    <a:pt x="18792" y="1927"/>
                  </a:cubicBezTo>
                  <a:cubicBezTo>
                    <a:pt x="17578" y="713"/>
                    <a:pt x="16098" y="-1407"/>
                    <a:pt x="13880" y="1355"/>
                  </a:cubicBezTo>
                  <a:cubicBezTo>
                    <a:pt x="11661" y="4115"/>
                    <a:pt x="12751" y="4888"/>
                    <a:pt x="14004" y="6141"/>
                  </a:cubicBezTo>
                  <a:cubicBezTo>
                    <a:pt x="14879" y="7015"/>
                    <a:pt x="13052" y="9228"/>
                    <a:pt x="11140" y="1114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30" name="Shape 1039"/>
          <p:cNvSpPr/>
          <p:nvPr userDrawn="1"/>
        </p:nvSpPr>
        <p:spPr>
          <a:xfrm flipH="1" flipV="1">
            <a:off x="8301572" y="2781427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1" name="Shape 1040"/>
          <p:cNvSpPr/>
          <p:nvPr userDrawn="1"/>
        </p:nvSpPr>
        <p:spPr>
          <a:xfrm flipH="1">
            <a:off x="8301572" y="2781427"/>
            <a:ext cx="1399829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4" name="Shape 1043"/>
          <p:cNvSpPr/>
          <p:nvPr userDrawn="1"/>
        </p:nvSpPr>
        <p:spPr>
          <a:xfrm flipH="1">
            <a:off x="8301572" y="3562297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5" name="Shape 1044"/>
          <p:cNvSpPr/>
          <p:nvPr userDrawn="1"/>
        </p:nvSpPr>
        <p:spPr>
          <a:xfrm flipH="1">
            <a:off x="8301572" y="3562297"/>
            <a:ext cx="2206117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8" name="Shape 1047"/>
          <p:cNvSpPr/>
          <p:nvPr userDrawn="1"/>
        </p:nvSpPr>
        <p:spPr>
          <a:xfrm flipH="1">
            <a:off x="8301572" y="4335547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39" name="Shape 1048"/>
          <p:cNvSpPr/>
          <p:nvPr userDrawn="1"/>
        </p:nvSpPr>
        <p:spPr>
          <a:xfrm flipH="1">
            <a:off x="8301572" y="4335547"/>
            <a:ext cx="988883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42" name="Shape 1051"/>
          <p:cNvSpPr/>
          <p:nvPr userDrawn="1"/>
        </p:nvSpPr>
        <p:spPr>
          <a:xfrm flipH="1">
            <a:off x="8301572" y="5116416"/>
            <a:ext cx="2686759" cy="1"/>
          </a:xfrm>
          <a:prstGeom prst="line">
            <a:avLst/>
          </a:prstGeom>
          <a:ln w="25400">
            <a:solidFill>
              <a:srgbClr val="DCDEE0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43" name="Shape 1052"/>
          <p:cNvSpPr/>
          <p:nvPr userDrawn="1"/>
        </p:nvSpPr>
        <p:spPr>
          <a:xfrm flipH="1">
            <a:off x="8301571" y="5116416"/>
            <a:ext cx="1526478" cy="1"/>
          </a:xfrm>
          <a:prstGeom prst="line">
            <a:avLst/>
          </a:prstGeom>
          <a:ln w="25400">
            <a:solidFill>
              <a:srgbClr val="A6AAA9"/>
            </a:solidFill>
            <a:miter lim="400000"/>
            <a:headEnd type="diamond"/>
          </a:ln>
        </p:spPr>
        <p:txBody>
          <a:bodyPr lIns="0" tIns="0" rIns="0" bIns="0"/>
          <a:lstStyle/>
          <a:p>
            <a:pPr algn="l" defTabSz="2286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600"/>
          </a:p>
        </p:txBody>
      </p:sp>
      <p:sp>
        <p:nvSpPr>
          <p:cNvPr id="48" name="Shape 1057"/>
          <p:cNvSpPr/>
          <p:nvPr userDrawn="1"/>
        </p:nvSpPr>
        <p:spPr>
          <a:xfrm>
            <a:off x="9631808" y="2727737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9" name="Shape 1058"/>
          <p:cNvSpPr/>
          <p:nvPr userDrawn="1"/>
        </p:nvSpPr>
        <p:spPr>
          <a:xfrm>
            <a:off x="10439516" y="3511612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0" name="Shape 1059"/>
          <p:cNvSpPr/>
          <p:nvPr userDrawn="1"/>
        </p:nvSpPr>
        <p:spPr>
          <a:xfrm>
            <a:off x="9226077" y="4280168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1" name="Shape 1060"/>
          <p:cNvSpPr/>
          <p:nvPr userDrawn="1"/>
        </p:nvSpPr>
        <p:spPr>
          <a:xfrm>
            <a:off x="9771943" y="5063578"/>
            <a:ext cx="105678" cy="105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53961" y="1871965"/>
            <a:ext cx="3398400" cy="3398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279423" y="1985350"/>
            <a:ext cx="1985275" cy="34222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4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75270" y="2410962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8268132" y="3195868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8278537" y="3961407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278537" y="4743621"/>
            <a:ext cx="1549512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5639684" y="4071107"/>
            <a:ext cx="1406110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5639684" y="4566176"/>
            <a:ext cx="1406110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5639053" y="5050929"/>
            <a:ext cx="1406110" cy="261900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9559768" y="5179998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9015066" y="4404071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10227341" y="3631978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9419633" y="2850271"/>
            <a:ext cx="530028" cy="261900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43671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4" grpId="0" animBg="1"/>
      <p:bldP spid="35" grpId="0" animBg="1"/>
      <p:bldP spid="38" grpId="0" animBg="1"/>
      <p:bldP spid="39" grpId="0" animBg="1"/>
      <p:bldP spid="42" grpId="0" animBg="1"/>
      <p:bldP spid="43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48401" y="1672215"/>
            <a:ext cx="21669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948400" y="2232311"/>
            <a:ext cx="5300499" cy="132758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1" name="Shape 1005"/>
          <p:cNvSpPr/>
          <p:nvPr userDrawn="1"/>
        </p:nvSpPr>
        <p:spPr>
          <a:xfrm>
            <a:off x="6669934" y="4365094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2" name="Shape 1006"/>
          <p:cNvSpPr/>
          <p:nvPr userDrawn="1"/>
        </p:nvSpPr>
        <p:spPr>
          <a:xfrm>
            <a:off x="6669934" y="4702198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3" name="Shape 1007"/>
          <p:cNvSpPr/>
          <p:nvPr userDrawn="1"/>
        </p:nvSpPr>
        <p:spPr>
          <a:xfrm>
            <a:off x="6669934" y="5045651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4" name="Shape 1008"/>
          <p:cNvSpPr/>
          <p:nvPr userDrawn="1"/>
        </p:nvSpPr>
        <p:spPr>
          <a:xfrm>
            <a:off x="6669934" y="5385930"/>
            <a:ext cx="3316940" cy="209551"/>
          </a:xfrm>
          <a:prstGeom prst="roundRect">
            <a:avLst>
              <a:gd name="adj" fmla="val 15152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0" name="Shape 1014"/>
          <p:cNvSpPr/>
          <p:nvPr userDrawn="1"/>
        </p:nvSpPr>
        <p:spPr>
          <a:xfrm>
            <a:off x="6669934" y="4365094"/>
            <a:ext cx="1880864" cy="209551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2" name="Shape 1016"/>
          <p:cNvSpPr/>
          <p:nvPr userDrawn="1"/>
        </p:nvSpPr>
        <p:spPr>
          <a:xfrm>
            <a:off x="6669934" y="4702198"/>
            <a:ext cx="2944323" cy="209551"/>
          </a:xfrm>
          <a:prstGeom prst="roundRect">
            <a:avLst>
              <a:gd name="adj" fmla="val 15152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3" name="Shape 1017"/>
          <p:cNvSpPr/>
          <p:nvPr userDrawn="1"/>
        </p:nvSpPr>
        <p:spPr>
          <a:xfrm>
            <a:off x="6669934" y="5045651"/>
            <a:ext cx="1695181" cy="209551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5" name="Shape 1019"/>
          <p:cNvSpPr/>
          <p:nvPr userDrawn="1"/>
        </p:nvSpPr>
        <p:spPr>
          <a:xfrm>
            <a:off x="6669934" y="5385930"/>
            <a:ext cx="2340852" cy="209551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937289" y="3862451"/>
            <a:ext cx="2166938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962764" y="4323433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4962764" y="4670297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962764" y="5000749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962764" y="5349481"/>
            <a:ext cx="1523762" cy="244863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</a:t>
            </a:r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8049285" y="4347437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4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131156" y="4684541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7887738" y="5027994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8524320" y="5371449"/>
            <a:ext cx="440666" cy="244863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037420" y="1808929"/>
            <a:ext cx="2318400" cy="2318400"/>
          </a:xfrm>
          <a:prstGeom prst="roundRect">
            <a:avLst>
              <a:gd name="adj" fmla="val 146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4973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animBg="1"/>
      <p:bldP spid="30" grpId="0" animBg="1"/>
      <p:bldP spid="32" grpId="0" animBg="1"/>
      <p:bldP spid="33" grpId="0" animBg="1"/>
      <p:bldP spid="35" grpId="0" animBg="1"/>
      <p:bldP spid="3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01568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2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666600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70551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841801" y="1627118"/>
            <a:ext cx="2239200" cy="2239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3841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166952" y="512246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644113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6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25577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805849" y="4362508"/>
            <a:ext cx="2284174" cy="3749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1063841" y="467058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753388" y="512246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0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3650277" y="467058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327496" y="512509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6224385" y="467321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3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8912741" y="5122468"/>
            <a:ext cx="2089088" cy="8782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8809630" y="4670587"/>
            <a:ext cx="2284173" cy="42515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07867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71111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371111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7" name="Text Placeholder 4"/>
          <p:cNvSpPr>
            <a:spLocks noGrp="1"/>
          </p:cNvSpPr>
          <p:nvPr>
            <p:ph type="body" sz="quarter" idx="27"/>
          </p:nvPr>
        </p:nvSpPr>
        <p:spPr>
          <a:xfrm>
            <a:off x="2951780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8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2951780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89" name="Text Placeholder 4"/>
          <p:cNvSpPr>
            <a:spLocks noGrp="1"/>
          </p:cNvSpPr>
          <p:nvPr>
            <p:ph type="body" sz="quarter" idx="29"/>
          </p:nvPr>
        </p:nvSpPr>
        <p:spPr>
          <a:xfrm>
            <a:off x="4532449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0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532449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1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6113118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13118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3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93787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4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7693787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5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9274456" y="3106956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6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9274456" y="3351499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1371111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98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1371111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9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2951780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0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951780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1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4532449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2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4532449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3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113118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4" name="Text Placeholder 5"/>
          <p:cNvSpPr>
            <a:spLocks noGrp="1"/>
          </p:cNvSpPr>
          <p:nvPr>
            <p:ph type="body" sz="quarter" idx="44"/>
          </p:nvPr>
        </p:nvSpPr>
        <p:spPr>
          <a:xfrm>
            <a:off x="6113118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5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7693787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6" name="Text Placeholder 5"/>
          <p:cNvSpPr>
            <a:spLocks noGrp="1"/>
          </p:cNvSpPr>
          <p:nvPr>
            <p:ph type="body" sz="quarter" idx="46"/>
          </p:nvPr>
        </p:nvSpPr>
        <p:spPr>
          <a:xfrm>
            <a:off x="7693787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47"/>
          </p:nvPr>
        </p:nvSpPr>
        <p:spPr>
          <a:xfrm>
            <a:off x="9274456" y="5388295"/>
            <a:ext cx="1540544" cy="243560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08" name="Text Placeholder 5"/>
          <p:cNvSpPr>
            <a:spLocks noGrp="1"/>
          </p:cNvSpPr>
          <p:nvPr>
            <p:ph type="body" sz="quarter" idx="48"/>
          </p:nvPr>
        </p:nvSpPr>
        <p:spPr>
          <a:xfrm>
            <a:off x="9274456" y="5632838"/>
            <a:ext cx="1540544" cy="23141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482583" y="1593049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063252" y="1592545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1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655092" y="1592825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2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235761" y="1592321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3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804841" y="1592825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9385510" y="1592321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482583" y="3887597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3063252" y="3887093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655092" y="3887373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8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6235761" y="3886869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9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7804841" y="3887373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20" name="Picture Placeholder 3"/>
          <p:cNvSpPr>
            <a:spLocks noGrp="1"/>
          </p:cNvSpPr>
          <p:nvPr>
            <p:ph type="pic" sz="quarter" idx="26"/>
          </p:nvPr>
        </p:nvSpPr>
        <p:spPr>
          <a:xfrm>
            <a:off x="9385510" y="3886869"/>
            <a:ext cx="1317600" cy="131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339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4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</p:bldLst>
  </p:timing>
  <p:extLst>
    <p:ext uri="{DCECCB84-F9BA-43D5-87BE-67443E8EF086}">
      <p15:sldGuideLst xmlns:p15="http://schemas.microsoft.com/office/powerpoint/2012/main">
        <p15:guide id="1" orient="horz" pos="213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9" name="Shape 878"/>
          <p:cNvSpPr/>
          <p:nvPr userDrawn="1"/>
        </p:nvSpPr>
        <p:spPr>
          <a:xfrm>
            <a:off x="6489612" y="4696148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4" name="Shape 883"/>
          <p:cNvSpPr/>
          <p:nvPr userDrawn="1"/>
        </p:nvSpPr>
        <p:spPr>
          <a:xfrm>
            <a:off x="3618185" y="4696148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3618185" y="2377947"/>
            <a:ext cx="2326141" cy="2318201"/>
          </a:xfrm>
          <a:prstGeom prst="roundRect">
            <a:avLst>
              <a:gd name="adj" fmla="val 146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0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481760" y="2388708"/>
            <a:ext cx="2333963" cy="2318201"/>
          </a:xfrm>
          <a:prstGeom prst="roundRect">
            <a:avLst>
              <a:gd name="adj" fmla="val 2286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638789" y="4740627"/>
            <a:ext cx="229275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6510216" y="4740627"/>
            <a:ext cx="229275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3459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54086" y="1892971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854087" y="2232844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828"/>
          <p:cNvSpPr/>
          <p:nvPr userDrawn="1"/>
        </p:nvSpPr>
        <p:spPr>
          <a:xfrm>
            <a:off x="7499730" y="3056209"/>
            <a:ext cx="602288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7" name="Shape 829"/>
          <p:cNvSpPr/>
          <p:nvPr userDrawn="1"/>
        </p:nvSpPr>
        <p:spPr>
          <a:xfrm>
            <a:off x="5497566" y="4541424"/>
            <a:ext cx="602288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8" name="Shape 830"/>
          <p:cNvSpPr/>
          <p:nvPr userDrawn="1"/>
        </p:nvSpPr>
        <p:spPr>
          <a:xfrm>
            <a:off x="1467350" y="4541424"/>
            <a:ext cx="602287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9" name="Shape 831"/>
          <p:cNvSpPr/>
          <p:nvPr userDrawn="1"/>
        </p:nvSpPr>
        <p:spPr>
          <a:xfrm>
            <a:off x="3479835" y="3056209"/>
            <a:ext cx="602287" cy="1205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0" name="Shape 832"/>
          <p:cNvSpPr/>
          <p:nvPr userDrawn="1"/>
        </p:nvSpPr>
        <p:spPr>
          <a:xfrm>
            <a:off x="5491216" y="1557785"/>
            <a:ext cx="602288" cy="12055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1" name="Shape 833"/>
          <p:cNvSpPr/>
          <p:nvPr userDrawn="1"/>
        </p:nvSpPr>
        <p:spPr>
          <a:xfrm flipV="1">
            <a:off x="2067648" y="4404118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2" name="Shape 834"/>
          <p:cNvSpPr/>
          <p:nvPr userDrawn="1"/>
        </p:nvSpPr>
        <p:spPr>
          <a:xfrm flipV="1">
            <a:off x="6102350" y="4404118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3" name="Shape 835"/>
          <p:cNvSpPr/>
          <p:nvPr userDrawn="1"/>
        </p:nvSpPr>
        <p:spPr>
          <a:xfrm flipV="1">
            <a:off x="8108000" y="2903505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4" name="Shape 836"/>
          <p:cNvSpPr/>
          <p:nvPr userDrawn="1"/>
        </p:nvSpPr>
        <p:spPr>
          <a:xfrm flipV="1">
            <a:off x="4083999" y="4154626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5" name="Shape 837"/>
          <p:cNvSpPr/>
          <p:nvPr userDrawn="1"/>
        </p:nvSpPr>
        <p:spPr>
          <a:xfrm flipV="1">
            <a:off x="4083999" y="2903505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6" name="Shape 838"/>
          <p:cNvSpPr/>
          <p:nvPr userDrawn="1"/>
        </p:nvSpPr>
        <p:spPr>
          <a:xfrm flipV="1">
            <a:off x="6096000" y="2665380"/>
            <a:ext cx="1" cy="246020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2" name="Shape 867"/>
          <p:cNvSpPr/>
          <p:nvPr userDrawn="1"/>
        </p:nvSpPr>
        <p:spPr>
          <a:xfrm>
            <a:off x="4084129" y="2907544"/>
            <a:ext cx="2011741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3" name="Shape 868"/>
          <p:cNvSpPr/>
          <p:nvPr userDrawn="1"/>
        </p:nvSpPr>
        <p:spPr>
          <a:xfrm>
            <a:off x="6089650" y="2907544"/>
            <a:ext cx="2011741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4" name="Shape 869"/>
          <p:cNvSpPr/>
          <p:nvPr userDrawn="1"/>
        </p:nvSpPr>
        <p:spPr>
          <a:xfrm>
            <a:off x="2064256" y="4401614"/>
            <a:ext cx="2022853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5" name="Shape 870"/>
          <p:cNvSpPr/>
          <p:nvPr userDrawn="1"/>
        </p:nvSpPr>
        <p:spPr>
          <a:xfrm>
            <a:off x="4080889" y="4401614"/>
            <a:ext cx="2019684" cy="1"/>
          </a:xfrm>
          <a:prstGeom prst="line">
            <a:avLst/>
          </a:prstGeom>
          <a:ln w="3175">
            <a:solidFill>
              <a:srgbClr val="A6AAA9"/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56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3563890" y="3135207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7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5578550" y="1624672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8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7602043" y="3135207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9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5585580" y="4618106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0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1555345" y="4618106"/>
            <a:ext cx="1047600" cy="1047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1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4843019" y="3376844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849370" y="3726242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24"/>
          </p:nvPr>
        </p:nvSpPr>
        <p:spPr>
          <a:xfrm>
            <a:off x="8873184" y="3375260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8879535" y="3724658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2833445" y="4867803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6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2836621" y="5220376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7" name="Text Placeholder 4"/>
          <p:cNvSpPr>
            <a:spLocks noGrp="1"/>
          </p:cNvSpPr>
          <p:nvPr>
            <p:ph type="body" sz="quarter" idx="28"/>
          </p:nvPr>
        </p:nvSpPr>
        <p:spPr>
          <a:xfrm>
            <a:off x="6863610" y="4866219"/>
            <a:ext cx="2621428" cy="3808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873136" y="5225142"/>
            <a:ext cx="2621428" cy="251401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18883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00"/>
                            </p:stCondLst>
                            <p:childTnLst>
                              <p:par>
                                <p:cTn id="9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5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320076" y="2006460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320076" y="2798345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5" name="Shape 718"/>
          <p:cNvSpPr/>
          <p:nvPr userDrawn="1"/>
        </p:nvSpPr>
        <p:spPr>
          <a:xfrm>
            <a:off x="1138868" y="1782120"/>
            <a:ext cx="509454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9" name="Shape 722"/>
          <p:cNvSpPr/>
          <p:nvPr userDrawn="1"/>
        </p:nvSpPr>
        <p:spPr>
          <a:xfrm>
            <a:off x="6294073" y="1782120"/>
            <a:ext cx="509453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3" name="Shape 726"/>
          <p:cNvSpPr/>
          <p:nvPr userDrawn="1"/>
        </p:nvSpPr>
        <p:spPr>
          <a:xfrm>
            <a:off x="1142606" y="3878956"/>
            <a:ext cx="509454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7" name="Shape 730"/>
          <p:cNvSpPr/>
          <p:nvPr userDrawn="1"/>
        </p:nvSpPr>
        <p:spPr>
          <a:xfrm>
            <a:off x="6297306" y="3878956"/>
            <a:ext cx="509453" cy="10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7" h="21600" extrusionOk="0">
                <a:moveTo>
                  <a:pt x="19677" y="0"/>
                </a:moveTo>
                <a:cubicBezTo>
                  <a:pt x="14642" y="2"/>
                  <a:pt x="9609" y="1057"/>
                  <a:pt x="5768" y="3164"/>
                </a:cubicBezTo>
                <a:cubicBezTo>
                  <a:pt x="-1923" y="7381"/>
                  <a:pt x="-1923" y="14219"/>
                  <a:pt x="5768" y="18436"/>
                </a:cubicBezTo>
                <a:cubicBezTo>
                  <a:pt x="9609" y="20543"/>
                  <a:pt x="14642" y="21598"/>
                  <a:pt x="19677" y="21600"/>
                </a:cubicBezTo>
                <a:lnTo>
                  <a:pt x="19677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2327219" y="2389599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7510764" y="2006460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49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7510764" y="2798345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7517907" y="2389599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2327219" y="4139717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52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2327219" y="4931602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3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334362" y="4522856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7517907" y="4139717"/>
            <a:ext cx="3374142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Content</a:t>
            </a:r>
            <a:endParaRPr lang="en-GB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7517907" y="4931602"/>
            <a:ext cx="3524006" cy="64970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8" hasCustomPrompt="1"/>
          </p:nvPr>
        </p:nvSpPr>
        <p:spPr>
          <a:xfrm>
            <a:off x="7525050" y="4522856"/>
            <a:ext cx="3335338" cy="28159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6354625" y="1848393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6358232" y="3946525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06500" y="3946525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9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202893" y="1848393"/>
            <a:ext cx="890588" cy="889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948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9" grpId="0" animBg="1"/>
      <p:bldP spid="33" grpId="0" animBg="1"/>
      <p:bldP spid="37" grpId="0" animBg="1"/>
      <p:bldP spid="4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animBg="1"/>
      <p:bldP spid="38" grpId="0" animBg="1"/>
      <p:bldP spid="39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366299" y="4204324"/>
            <a:ext cx="304861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97623" y="4678911"/>
            <a:ext cx="2294108" cy="112800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Shape 675"/>
          <p:cNvSpPr/>
          <p:nvPr userDrawn="1"/>
        </p:nvSpPr>
        <p:spPr>
          <a:xfrm>
            <a:off x="6130759" y="2932202"/>
            <a:ext cx="1118097" cy="1118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5541794" y="1905248"/>
            <a:ext cx="1118097" cy="1118097"/>
            <a:chOff x="5541794" y="1905248"/>
            <a:chExt cx="1118097" cy="1118097"/>
          </a:xfrm>
        </p:grpSpPr>
        <p:sp>
          <p:nvSpPr>
            <p:cNvPr id="17" name="Shape 676"/>
            <p:cNvSpPr/>
            <p:nvPr userDrawn="1"/>
          </p:nvSpPr>
          <p:spPr>
            <a:xfrm>
              <a:off x="5541794" y="1905248"/>
              <a:ext cx="1118097" cy="1118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18" name="Shape 677"/>
            <p:cNvSpPr/>
            <p:nvPr userDrawn="1"/>
          </p:nvSpPr>
          <p:spPr>
            <a:xfrm>
              <a:off x="5876720" y="2257679"/>
              <a:ext cx="448246" cy="413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1" y="5400"/>
                  </a:moveTo>
                  <a:lnTo>
                    <a:pt x="4986" y="5400"/>
                  </a:lnTo>
                  <a:cubicBezTo>
                    <a:pt x="4986" y="7609"/>
                    <a:pt x="5400" y="9324"/>
                    <a:pt x="5945" y="10617"/>
                  </a:cubicBezTo>
                  <a:cubicBezTo>
                    <a:pt x="3390" y="10042"/>
                    <a:pt x="1661" y="8129"/>
                    <a:pt x="1661" y="6751"/>
                  </a:cubicBezTo>
                  <a:cubicBezTo>
                    <a:pt x="1661" y="6751"/>
                    <a:pt x="1661" y="5400"/>
                    <a:pt x="1661" y="5400"/>
                  </a:cubicBezTo>
                  <a:close/>
                  <a:moveTo>
                    <a:pt x="16615" y="5400"/>
                  </a:moveTo>
                  <a:lnTo>
                    <a:pt x="19939" y="5400"/>
                  </a:lnTo>
                  <a:lnTo>
                    <a:pt x="19939" y="6751"/>
                  </a:lnTo>
                  <a:cubicBezTo>
                    <a:pt x="19939" y="8129"/>
                    <a:pt x="18213" y="10042"/>
                    <a:pt x="15655" y="10617"/>
                  </a:cubicBezTo>
                  <a:cubicBezTo>
                    <a:pt x="16200" y="9324"/>
                    <a:pt x="16615" y="7609"/>
                    <a:pt x="16615" y="5400"/>
                  </a:cubicBezTo>
                  <a:close/>
                  <a:moveTo>
                    <a:pt x="7035" y="12587"/>
                  </a:moveTo>
                  <a:cubicBezTo>
                    <a:pt x="7555" y="13304"/>
                    <a:pt x="8035" y="13726"/>
                    <a:pt x="8270" y="13923"/>
                  </a:cubicBezTo>
                  <a:cubicBezTo>
                    <a:pt x="8957" y="14597"/>
                    <a:pt x="9139" y="15301"/>
                    <a:pt x="9139" y="16201"/>
                  </a:cubicBezTo>
                  <a:cubicBezTo>
                    <a:pt x="9139" y="17101"/>
                    <a:pt x="8725" y="18001"/>
                    <a:pt x="7478" y="18001"/>
                  </a:cubicBezTo>
                  <a:cubicBezTo>
                    <a:pt x="6232" y="18001"/>
                    <a:pt x="4986" y="18900"/>
                    <a:pt x="4986" y="20251"/>
                  </a:cubicBezTo>
                  <a:lnTo>
                    <a:pt x="4986" y="21151"/>
                  </a:lnTo>
                  <a:cubicBezTo>
                    <a:pt x="4986" y="21404"/>
                    <a:pt x="5167" y="21600"/>
                    <a:pt x="5400" y="21600"/>
                  </a:cubicBezTo>
                  <a:lnTo>
                    <a:pt x="16200" y="21600"/>
                  </a:lnTo>
                  <a:cubicBezTo>
                    <a:pt x="16433" y="21600"/>
                    <a:pt x="16615" y="21404"/>
                    <a:pt x="16615" y="21151"/>
                  </a:cubicBezTo>
                  <a:lnTo>
                    <a:pt x="16615" y="20251"/>
                  </a:lnTo>
                  <a:cubicBezTo>
                    <a:pt x="16615" y="18900"/>
                    <a:pt x="15368" y="18001"/>
                    <a:pt x="14122" y="18001"/>
                  </a:cubicBezTo>
                  <a:cubicBezTo>
                    <a:pt x="12878" y="18001"/>
                    <a:pt x="12461" y="17101"/>
                    <a:pt x="12461" y="16201"/>
                  </a:cubicBezTo>
                  <a:cubicBezTo>
                    <a:pt x="12461" y="15301"/>
                    <a:pt x="12643" y="14597"/>
                    <a:pt x="13333" y="13923"/>
                  </a:cubicBezTo>
                  <a:cubicBezTo>
                    <a:pt x="13565" y="13726"/>
                    <a:pt x="14045" y="13304"/>
                    <a:pt x="14565" y="12587"/>
                  </a:cubicBezTo>
                  <a:cubicBezTo>
                    <a:pt x="18613" y="12375"/>
                    <a:pt x="21600" y="9423"/>
                    <a:pt x="21600" y="6751"/>
                  </a:cubicBezTo>
                  <a:lnTo>
                    <a:pt x="21600" y="4950"/>
                  </a:lnTo>
                  <a:cubicBezTo>
                    <a:pt x="21600" y="4205"/>
                    <a:pt x="21041" y="3600"/>
                    <a:pt x="20354" y="3600"/>
                  </a:cubicBezTo>
                  <a:lnTo>
                    <a:pt x="16615" y="3600"/>
                  </a:lnTo>
                  <a:lnTo>
                    <a:pt x="16615" y="2250"/>
                  </a:lnTo>
                  <a:cubicBezTo>
                    <a:pt x="16615" y="1013"/>
                    <a:pt x="15681" y="0"/>
                    <a:pt x="14539" y="0"/>
                  </a:cubicBezTo>
                  <a:lnTo>
                    <a:pt x="7061" y="0"/>
                  </a:lnTo>
                  <a:cubicBezTo>
                    <a:pt x="5920" y="0"/>
                    <a:pt x="4986" y="1013"/>
                    <a:pt x="4986" y="2250"/>
                  </a:cubicBezTo>
                  <a:lnTo>
                    <a:pt x="4986" y="3600"/>
                  </a:lnTo>
                  <a:lnTo>
                    <a:pt x="1247" y="3600"/>
                  </a:lnTo>
                  <a:cubicBezTo>
                    <a:pt x="559" y="3600"/>
                    <a:pt x="0" y="4205"/>
                    <a:pt x="0" y="4950"/>
                  </a:cubicBezTo>
                  <a:lnTo>
                    <a:pt x="0" y="6751"/>
                  </a:lnTo>
                  <a:cubicBezTo>
                    <a:pt x="0" y="9423"/>
                    <a:pt x="2987" y="12375"/>
                    <a:pt x="7035" y="1258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22" name="Shape 681"/>
          <p:cNvSpPr/>
          <p:nvPr userDrawn="1"/>
        </p:nvSpPr>
        <p:spPr>
          <a:xfrm>
            <a:off x="9309563" y="2932202"/>
            <a:ext cx="1118097" cy="1118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8720598" y="1905248"/>
            <a:ext cx="1118097" cy="1118097"/>
            <a:chOff x="8720598" y="1905248"/>
            <a:chExt cx="1118097" cy="1118097"/>
          </a:xfrm>
        </p:grpSpPr>
        <p:sp>
          <p:nvSpPr>
            <p:cNvPr id="23" name="Shape 682"/>
            <p:cNvSpPr/>
            <p:nvPr userDrawn="1"/>
          </p:nvSpPr>
          <p:spPr>
            <a:xfrm>
              <a:off x="8720598" y="1905248"/>
              <a:ext cx="1118097" cy="1118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24" name="Shape 683"/>
            <p:cNvSpPr/>
            <p:nvPr userDrawn="1"/>
          </p:nvSpPr>
          <p:spPr>
            <a:xfrm>
              <a:off x="9055523" y="2257679"/>
              <a:ext cx="448246" cy="413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1" y="5400"/>
                  </a:moveTo>
                  <a:lnTo>
                    <a:pt x="4986" y="5400"/>
                  </a:lnTo>
                  <a:cubicBezTo>
                    <a:pt x="4986" y="7609"/>
                    <a:pt x="5400" y="9324"/>
                    <a:pt x="5945" y="10617"/>
                  </a:cubicBezTo>
                  <a:cubicBezTo>
                    <a:pt x="3390" y="10042"/>
                    <a:pt x="1661" y="8129"/>
                    <a:pt x="1661" y="6751"/>
                  </a:cubicBezTo>
                  <a:cubicBezTo>
                    <a:pt x="1661" y="6751"/>
                    <a:pt x="1661" y="5400"/>
                    <a:pt x="1661" y="5400"/>
                  </a:cubicBezTo>
                  <a:close/>
                  <a:moveTo>
                    <a:pt x="16615" y="5400"/>
                  </a:moveTo>
                  <a:lnTo>
                    <a:pt x="19939" y="5400"/>
                  </a:lnTo>
                  <a:lnTo>
                    <a:pt x="19939" y="6751"/>
                  </a:lnTo>
                  <a:cubicBezTo>
                    <a:pt x="19939" y="8129"/>
                    <a:pt x="18213" y="10042"/>
                    <a:pt x="15655" y="10617"/>
                  </a:cubicBezTo>
                  <a:cubicBezTo>
                    <a:pt x="16200" y="9324"/>
                    <a:pt x="16615" y="7609"/>
                    <a:pt x="16615" y="5400"/>
                  </a:cubicBezTo>
                  <a:close/>
                  <a:moveTo>
                    <a:pt x="7035" y="12587"/>
                  </a:moveTo>
                  <a:cubicBezTo>
                    <a:pt x="7555" y="13304"/>
                    <a:pt x="8035" y="13726"/>
                    <a:pt x="8270" y="13923"/>
                  </a:cubicBezTo>
                  <a:cubicBezTo>
                    <a:pt x="8957" y="14597"/>
                    <a:pt x="9139" y="15301"/>
                    <a:pt x="9139" y="16201"/>
                  </a:cubicBezTo>
                  <a:cubicBezTo>
                    <a:pt x="9139" y="17101"/>
                    <a:pt x="8725" y="18001"/>
                    <a:pt x="7478" y="18001"/>
                  </a:cubicBezTo>
                  <a:cubicBezTo>
                    <a:pt x="6232" y="18001"/>
                    <a:pt x="4986" y="18900"/>
                    <a:pt x="4986" y="20251"/>
                  </a:cubicBezTo>
                  <a:lnTo>
                    <a:pt x="4986" y="21151"/>
                  </a:lnTo>
                  <a:cubicBezTo>
                    <a:pt x="4986" y="21404"/>
                    <a:pt x="5167" y="21600"/>
                    <a:pt x="5400" y="21600"/>
                  </a:cubicBezTo>
                  <a:lnTo>
                    <a:pt x="16200" y="21600"/>
                  </a:lnTo>
                  <a:cubicBezTo>
                    <a:pt x="16433" y="21600"/>
                    <a:pt x="16615" y="21404"/>
                    <a:pt x="16615" y="21151"/>
                  </a:cubicBezTo>
                  <a:lnTo>
                    <a:pt x="16615" y="20251"/>
                  </a:lnTo>
                  <a:cubicBezTo>
                    <a:pt x="16615" y="18900"/>
                    <a:pt x="15368" y="18001"/>
                    <a:pt x="14122" y="18001"/>
                  </a:cubicBezTo>
                  <a:cubicBezTo>
                    <a:pt x="12878" y="18001"/>
                    <a:pt x="12461" y="17101"/>
                    <a:pt x="12461" y="16201"/>
                  </a:cubicBezTo>
                  <a:cubicBezTo>
                    <a:pt x="12461" y="15301"/>
                    <a:pt x="12643" y="14597"/>
                    <a:pt x="13333" y="13923"/>
                  </a:cubicBezTo>
                  <a:cubicBezTo>
                    <a:pt x="13565" y="13726"/>
                    <a:pt x="14045" y="13304"/>
                    <a:pt x="14565" y="12587"/>
                  </a:cubicBezTo>
                  <a:cubicBezTo>
                    <a:pt x="18613" y="12375"/>
                    <a:pt x="21600" y="9423"/>
                    <a:pt x="21600" y="6751"/>
                  </a:cubicBezTo>
                  <a:lnTo>
                    <a:pt x="21600" y="4950"/>
                  </a:lnTo>
                  <a:cubicBezTo>
                    <a:pt x="21600" y="4205"/>
                    <a:pt x="21041" y="3600"/>
                    <a:pt x="20354" y="3600"/>
                  </a:cubicBezTo>
                  <a:lnTo>
                    <a:pt x="16615" y="3600"/>
                  </a:lnTo>
                  <a:lnTo>
                    <a:pt x="16615" y="2250"/>
                  </a:lnTo>
                  <a:cubicBezTo>
                    <a:pt x="16615" y="1013"/>
                    <a:pt x="15681" y="0"/>
                    <a:pt x="14539" y="0"/>
                  </a:cubicBezTo>
                  <a:lnTo>
                    <a:pt x="7061" y="0"/>
                  </a:lnTo>
                  <a:cubicBezTo>
                    <a:pt x="5920" y="0"/>
                    <a:pt x="4986" y="1013"/>
                    <a:pt x="4986" y="2250"/>
                  </a:cubicBezTo>
                  <a:lnTo>
                    <a:pt x="4986" y="3600"/>
                  </a:lnTo>
                  <a:lnTo>
                    <a:pt x="1247" y="3600"/>
                  </a:lnTo>
                  <a:cubicBezTo>
                    <a:pt x="559" y="3600"/>
                    <a:pt x="0" y="4205"/>
                    <a:pt x="0" y="4950"/>
                  </a:cubicBezTo>
                  <a:lnTo>
                    <a:pt x="0" y="6751"/>
                  </a:lnTo>
                  <a:cubicBezTo>
                    <a:pt x="0" y="9423"/>
                    <a:pt x="2987" y="12375"/>
                    <a:pt x="7035" y="1258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28" name="Shape 687"/>
          <p:cNvSpPr/>
          <p:nvPr userDrawn="1"/>
        </p:nvSpPr>
        <p:spPr>
          <a:xfrm>
            <a:off x="2920521" y="2932202"/>
            <a:ext cx="1118097" cy="1118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2331556" y="1905248"/>
            <a:ext cx="1118097" cy="1118097"/>
            <a:chOff x="2331556" y="1905248"/>
            <a:chExt cx="1118097" cy="1118097"/>
          </a:xfrm>
        </p:grpSpPr>
        <p:sp>
          <p:nvSpPr>
            <p:cNvPr id="38" name="Shape 700"/>
            <p:cNvSpPr/>
            <p:nvPr userDrawn="1"/>
          </p:nvSpPr>
          <p:spPr>
            <a:xfrm>
              <a:off x="2331556" y="1905248"/>
              <a:ext cx="1118097" cy="11180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  <p:sp>
          <p:nvSpPr>
            <p:cNvPr id="39" name="Shape 701"/>
            <p:cNvSpPr/>
            <p:nvPr userDrawn="1"/>
          </p:nvSpPr>
          <p:spPr>
            <a:xfrm>
              <a:off x="2666482" y="2257679"/>
              <a:ext cx="448246" cy="413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1" y="5400"/>
                  </a:moveTo>
                  <a:lnTo>
                    <a:pt x="4986" y="5400"/>
                  </a:lnTo>
                  <a:cubicBezTo>
                    <a:pt x="4986" y="7609"/>
                    <a:pt x="5400" y="9324"/>
                    <a:pt x="5945" y="10617"/>
                  </a:cubicBezTo>
                  <a:cubicBezTo>
                    <a:pt x="3390" y="10042"/>
                    <a:pt x="1661" y="8129"/>
                    <a:pt x="1661" y="6751"/>
                  </a:cubicBezTo>
                  <a:cubicBezTo>
                    <a:pt x="1661" y="6751"/>
                    <a:pt x="1661" y="5400"/>
                    <a:pt x="1661" y="5400"/>
                  </a:cubicBezTo>
                  <a:close/>
                  <a:moveTo>
                    <a:pt x="16615" y="5400"/>
                  </a:moveTo>
                  <a:lnTo>
                    <a:pt x="19939" y="5400"/>
                  </a:lnTo>
                  <a:lnTo>
                    <a:pt x="19939" y="6751"/>
                  </a:lnTo>
                  <a:cubicBezTo>
                    <a:pt x="19939" y="8129"/>
                    <a:pt x="18213" y="10042"/>
                    <a:pt x="15655" y="10617"/>
                  </a:cubicBezTo>
                  <a:cubicBezTo>
                    <a:pt x="16200" y="9324"/>
                    <a:pt x="16615" y="7609"/>
                    <a:pt x="16615" y="5400"/>
                  </a:cubicBezTo>
                  <a:close/>
                  <a:moveTo>
                    <a:pt x="7035" y="12587"/>
                  </a:moveTo>
                  <a:cubicBezTo>
                    <a:pt x="7555" y="13304"/>
                    <a:pt x="8035" y="13726"/>
                    <a:pt x="8270" y="13923"/>
                  </a:cubicBezTo>
                  <a:cubicBezTo>
                    <a:pt x="8957" y="14597"/>
                    <a:pt x="9139" y="15301"/>
                    <a:pt x="9139" y="16201"/>
                  </a:cubicBezTo>
                  <a:cubicBezTo>
                    <a:pt x="9139" y="17101"/>
                    <a:pt x="8725" y="18001"/>
                    <a:pt x="7478" y="18001"/>
                  </a:cubicBezTo>
                  <a:cubicBezTo>
                    <a:pt x="6232" y="18001"/>
                    <a:pt x="4986" y="18900"/>
                    <a:pt x="4986" y="20251"/>
                  </a:cubicBezTo>
                  <a:lnTo>
                    <a:pt x="4986" y="21151"/>
                  </a:lnTo>
                  <a:cubicBezTo>
                    <a:pt x="4986" y="21404"/>
                    <a:pt x="5167" y="21600"/>
                    <a:pt x="5400" y="21600"/>
                  </a:cubicBezTo>
                  <a:lnTo>
                    <a:pt x="16200" y="21600"/>
                  </a:lnTo>
                  <a:cubicBezTo>
                    <a:pt x="16433" y="21600"/>
                    <a:pt x="16615" y="21404"/>
                    <a:pt x="16615" y="21151"/>
                  </a:cubicBezTo>
                  <a:lnTo>
                    <a:pt x="16615" y="20251"/>
                  </a:lnTo>
                  <a:cubicBezTo>
                    <a:pt x="16615" y="18900"/>
                    <a:pt x="15368" y="18001"/>
                    <a:pt x="14122" y="18001"/>
                  </a:cubicBezTo>
                  <a:cubicBezTo>
                    <a:pt x="12878" y="18001"/>
                    <a:pt x="12461" y="17101"/>
                    <a:pt x="12461" y="16201"/>
                  </a:cubicBezTo>
                  <a:cubicBezTo>
                    <a:pt x="12461" y="15301"/>
                    <a:pt x="12643" y="14597"/>
                    <a:pt x="13333" y="13923"/>
                  </a:cubicBezTo>
                  <a:cubicBezTo>
                    <a:pt x="13565" y="13726"/>
                    <a:pt x="14045" y="13304"/>
                    <a:pt x="14565" y="12587"/>
                  </a:cubicBezTo>
                  <a:cubicBezTo>
                    <a:pt x="18613" y="12375"/>
                    <a:pt x="21600" y="9423"/>
                    <a:pt x="21600" y="6751"/>
                  </a:cubicBezTo>
                  <a:lnTo>
                    <a:pt x="21600" y="4950"/>
                  </a:lnTo>
                  <a:cubicBezTo>
                    <a:pt x="21600" y="4205"/>
                    <a:pt x="21041" y="3600"/>
                    <a:pt x="20354" y="3600"/>
                  </a:cubicBezTo>
                  <a:lnTo>
                    <a:pt x="16615" y="3600"/>
                  </a:lnTo>
                  <a:lnTo>
                    <a:pt x="16615" y="2250"/>
                  </a:lnTo>
                  <a:cubicBezTo>
                    <a:pt x="16615" y="1013"/>
                    <a:pt x="15681" y="0"/>
                    <a:pt x="14539" y="0"/>
                  </a:cubicBezTo>
                  <a:lnTo>
                    <a:pt x="7061" y="0"/>
                  </a:lnTo>
                  <a:cubicBezTo>
                    <a:pt x="5920" y="0"/>
                    <a:pt x="4986" y="1013"/>
                    <a:pt x="4986" y="2250"/>
                  </a:cubicBezTo>
                  <a:lnTo>
                    <a:pt x="4986" y="3600"/>
                  </a:lnTo>
                  <a:lnTo>
                    <a:pt x="1247" y="3600"/>
                  </a:lnTo>
                  <a:cubicBezTo>
                    <a:pt x="559" y="3600"/>
                    <a:pt x="0" y="4205"/>
                    <a:pt x="0" y="4950"/>
                  </a:cubicBezTo>
                  <a:lnTo>
                    <a:pt x="0" y="6751"/>
                  </a:lnTo>
                  <a:cubicBezTo>
                    <a:pt x="0" y="9423"/>
                    <a:pt x="2987" y="12375"/>
                    <a:pt x="7035" y="1258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43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571695" y="4204324"/>
            <a:ext cx="304861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7755341" y="4204324"/>
            <a:ext cx="3048610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968930" y="4678911"/>
            <a:ext cx="2294108" cy="112800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32592" y="4678911"/>
            <a:ext cx="2294108" cy="1128002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2958870" y="3286878"/>
            <a:ext cx="104139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169107" y="3286878"/>
            <a:ext cx="104139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9347911" y="3278963"/>
            <a:ext cx="1041399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en-GB" dirty="0"/>
          </a:p>
        </p:txBody>
      </p:sp>
      <p:sp>
        <p:nvSpPr>
          <p:cNvPr id="53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1739257" y="2932202"/>
            <a:ext cx="1105420" cy="111809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4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4968930" y="2932202"/>
            <a:ext cx="1105420" cy="111809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5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8128298" y="2932202"/>
            <a:ext cx="1105420" cy="1118097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0188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22" grpId="0" animBg="1"/>
      <p:bldP spid="28" grpId="0" animBg="1"/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121F16-19E0-4A3B-A2F2-083382966D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600" y="1356535"/>
            <a:ext cx="9794678" cy="2648197"/>
          </a:xfrm>
          <a:prstGeom prst="rect">
            <a:avLst/>
          </a:prstGeom>
        </p:spPr>
      </p:pic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933992" y="4783994"/>
            <a:ext cx="3332957" cy="40874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931611" y="5171308"/>
            <a:ext cx="3335338" cy="1990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1792262" y="1653152"/>
            <a:ext cx="8917301" cy="1871826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3200">
                <a:solidFill>
                  <a:schemeClr val="bg1">
                    <a:lumMod val="9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Click to edit Content Heading</a:t>
            </a:r>
            <a:endParaRPr lang="en-GB" dirty="0"/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4075882" y="666405"/>
            <a:ext cx="404023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5543339" y="4535033"/>
            <a:ext cx="1105200" cy="1105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9351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501"/>
          <p:cNvSpPr/>
          <p:nvPr userDrawn="1"/>
        </p:nvSpPr>
        <p:spPr>
          <a:xfrm flipV="1">
            <a:off x="6097476" y="38826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7" name="Shape 502"/>
          <p:cNvSpPr/>
          <p:nvPr userDrawn="1"/>
        </p:nvSpPr>
        <p:spPr>
          <a:xfrm flipV="1">
            <a:off x="2724321" y="38826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8" name="Shape 503"/>
          <p:cNvSpPr/>
          <p:nvPr userDrawn="1"/>
        </p:nvSpPr>
        <p:spPr>
          <a:xfrm>
            <a:off x="9496557" y="3882632"/>
            <a:ext cx="2706156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02157" y="39000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69209" y="50736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272469" y="39000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642781" y="39000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902157" y="45921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5273047" y="45921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8673604" y="45921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040099" y="50736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440656" y="50736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314063" y="1930212"/>
            <a:ext cx="2777305" cy="1957969"/>
          </a:xfrm>
          <a:prstGeom prst="roundRect">
            <a:avLst>
              <a:gd name="adj" fmla="val 11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7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4687784" y="1948960"/>
            <a:ext cx="2777305" cy="1923182"/>
          </a:xfrm>
          <a:prstGeom prst="roundRect">
            <a:avLst>
              <a:gd name="adj" fmla="val 144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8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8057634" y="1942057"/>
            <a:ext cx="2777305" cy="1940575"/>
          </a:xfrm>
          <a:prstGeom prst="roundRect">
            <a:avLst>
              <a:gd name="adj" fmla="val 161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2057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animBg="1"/>
      <p:bldP spid="2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532"/>
          <p:cNvSpPr/>
          <p:nvPr userDrawn="1"/>
        </p:nvSpPr>
        <p:spPr>
          <a:xfrm>
            <a:off x="1493757" y="3591914"/>
            <a:ext cx="1238251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6" name="Shape 501"/>
          <p:cNvSpPr/>
          <p:nvPr userDrawn="1"/>
        </p:nvSpPr>
        <p:spPr>
          <a:xfrm flipV="1">
            <a:off x="6097476" y="35905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7" name="Shape 502"/>
          <p:cNvSpPr/>
          <p:nvPr userDrawn="1"/>
        </p:nvSpPr>
        <p:spPr>
          <a:xfrm flipV="1">
            <a:off x="2724321" y="3590532"/>
            <a:ext cx="3372758" cy="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902157" y="36079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669209" y="47815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272469" y="36079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642781" y="3607926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902157" y="43000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5273047" y="430001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8724404" y="4306362"/>
            <a:ext cx="158875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040099" y="478151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491456" y="4787862"/>
            <a:ext cx="2054652" cy="667251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84" name="Shape 554"/>
          <p:cNvSpPr/>
          <p:nvPr userDrawn="1"/>
        </p:nvSpPr>
        <p:spPr>
          <a:xfrm flipV="1">
            <a:off x="25851" y="3591872"/>
            <a:ext cx="1469576" cy="29076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1299813" y="1639223"/>
            <a:ext cx="2777305" cy="1957969"/>
          </a:xfrm>
          <a:prstGeom prst="roundRect">
            <a:avLst>
              <a:gd name="adj" fmla="val 110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4673534" y="1657971"/>
            <a:ext cx="2777305" cy="1923182"/>
          </a:xfrm>
          <a:prstGeom prst="roundRect">
            <a:avLst>
              <a:gd name="adj" fmla="val 144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8043384" y="1651068"/>
            <a:ext cx="2777305" cy="1940575"/>
          </a:xfrm>
          <a:prstGeom prst="roundRect">
            <a:avLst>
              <a:gd name="adj" fmla="val 161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9983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6" grpId="0" animBg="1"/>
      <p:bldP spid="17" grpId="0" animBg="1"/>
      <p:bldP spid="84" grpId="0" animBg="1"/>
      <p:bldP spid="19" grpId="0" animBg="1"/>
      <p:bldP spid="20" grpId="0" animBg="1"/>
      <p:bldP spid="2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243430" y="1715338"/>
            <a:ext cx="9717883" cy="2124275"/>
          </a:xfrm>
          <a:prstGeom prst="roundRect">
            <a:avLst>
              <a:gd name="adj" fmla="val 142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10600" y="4406222"/>
            <a:ext cx="336008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889605" y="4900792"/>
            <a:ext cx="2778076" cy="87836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201920" y="4406222"/>
            <a:ext cx="3360084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6492924" y="4898008"/>
            <a:ext cx="2778076" cy="87836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06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11"/>
          <p:cNvSpPr/>
          <p:nvPr userDrawn="1"/>
        </p:nvSpPr>
        <p:spPr>
          <a:xfrm>
            <a:off x="-15455" y="-39782"/>
            <a:ext cx="12192000" cy="4094245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432727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441004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441005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9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3804870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6215182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1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8632854" y="1965705"/>
            <a:ext cx="2090202" cy="2091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3821672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210615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54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8599560" y="4337437"/>
            <a:ext cx="2106726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  <a:endParaRPr lang="en-GB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819512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10615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5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8589123" y="4921732"/>
            <a:ext cx="2098449" cy="778027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4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 animBg="1"/>
      <p:bldP spid="51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296"/>
          <p:cNvSpPr/>
          <p:nvPr userDrawn="1"/>
        </p:nvSpPr>
        <p:spPr>
          <a:xfrm>
            <a:off x="5166096" y="1986190"/>
            <a:ext cx="1803622" cy="547471"/>
          </a:xfrm>
          <a:prstGeom prst="roundRect">
            <a:avLst>
              <a:gd name="adj" fmla="val 5799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39" name="Shape 302"/>
          <p:cNvSpPr/>
          <p:nvPr userDrawn="1"/>
        </p:nvSpPr>
        <p:spPr>
          <a:xfrm>
            <a:off x="5166095" y="3968172"/>
            <a:ext cx="1803623" cy="547471"/>
          </a:xfrm>
          <a:prstGeom prst="roundRect">
            <a:avLst>
              <a:gd name="adj" fmla="val 579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0" name="Shape 305"/>
          <p:cNvSpPr/>
          <p:nvPr userDrawn="1"/>
        </p:nvSpPr>
        <p:spPr>
          <a:xfrm>
            <a:off x="8269469" y="1986190"/>
            <a:ext cx="1803623" cy="547471"/>
          </a:xfrm>
          <a:prstGeom prst="roundRect">
            <a:avLst>
              <a:gd name="adj" fmla="val 5799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41" name="Shape 308"/>
          <p:cNvSpPr/>
          <p:nvPr userDrawn="1"/>
        </p:nvSpPr>
        <p:spPr>
          <a:xfrm>
            <a:off x="8269469" y="3968172"/>
            <a:ext cx="1803623" cy="547471"/>
          </a:xfrm>
          <a:prstGeom prst="roundRect">
            <a:avLst>
              <a:gd name="adj" fmla="val 5799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150856" y="2761375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56932" y="1967048"/>
            <a:ext cx="3360344" cy="3360343"/>
          </a:xfrm>
          <a:prstGeom prst="roundRect">
            <a:avLst>
              <a:gd name="adj" fmla="val 143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81953" y="2055553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8485326" y="2055553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5381952" y="4037535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8485326" y="4037535"/>
            <a:ext cx="1516687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8245657" y="2756612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6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5150856" y="4739462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8240894" y="4729937"/>
            <a:ext cx="2907294" cy="65158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4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2" grpId="0"/>
      <p:bldP spid="8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8" presetClass="entr" presetSubtype="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7" name="Shape 154"/>
          <p:cNvSpPr/>
          <p:nvPr userDrawn="1"/>
        </p:nvSpPr>
        <p:spPr>
          <a:xfrm>
            <a:off x="6417787" y="2260622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18" name="Shape 155"/>
          <p:cNvSpPr/>
          <p:nvPr userDrawn="1"/>
        </p:nvSpPr>
        <p:spPr>
          <a:xfrm>
            <a:off x="6417787" y="2260622"/>
            <a:ext cx="2463834" cy="368852"/>
          </a:xfrm>
          <a:prstGeom prst="roundRect">
            <a:avLst>
              <a:gd name="adj" fmla="val 8608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0" name="Shape 157"/>
          <p:cNvSpPr/>
          <p:nvPr userDrawn="1"/>
        </p:nvSpPr>
        <p:spPr>
          <a:xfrm>
            <a:off x="6417786" y="3175554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1" name="Shape 158"/>
          <p:cNvSpPr/>
          <p:nvPr userDrawn="1"/>
        </p:nvSpPr>
        <p:spPr>
          <a:xfrm>
            <a:off x="6417786" y="3175554"/>
            <a:ext cx="2882786" cy="368852"/>
          </a:xfrm>
          <a:prstGeom prst="roundRect">
            <a:avLst>
              <a:gd name="adj" fmla="val 8608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3" name="Shape 160"/>
          <p:cNvSpPr/>
          <p:nvPr userDrawn="1"/>
        </p:nvSpPr>
        <p:spPr>
          <a:xfrm>
            <a:off x="6417786" y="4090486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4" name="Shape 161"/>
          <p:cNvSpPr/>
          <p:nvPr userDrawn="1"/>
        </p:nvSpPr>
        <p:spPr>
          <a:xfrm>
            <a:off x="6417786" y="4090486"/>
            <a:ext cx="1943452" cy="368852"/>
          </a:xfrm>
          <a:prstGeom prst="roundRect">
            <a:avLst>
              <a:gd name="adj" fmla="val 860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6" name="Shape 163"/>
          <p:cNvSpPr/>
          <p:nvPr userDrawn="1"/>
        </p:nvSpPr>
        <p:spPr>
          <a:xfrm>
            <a:off x="6417786" y="5005418"/>
            <a:ext cx="3506669" cy="368852"/>
          </a:xfrm>
          <a:prstGeom prst="roundRect">
            <a:avLst>
              <a:gd name="adj" fmla="val 8608"/>
            </a:avLst>
          </a:prstGeom>
          <a:solidFill>
            <a:schemeClr val="bg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27" name="Shape 164"/>
          <p:cNvSpPr/>
          <p:nvPr userDrawn="1"/>
        </p:nvSpPr>
        <p:spPr>
          <a:xfrm>
            <a:off x="6417786" y="5005418"/>
            <a:ext cx="3341569" cy="368852"/>
          </a:xfrm>
          <a:prstGeom prst="roundRect">
            <a:avLst>
              <a:gd name="adj" fmla="val 8608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/>
            <a:endParaRPr sz="200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073265" y="1878403"/>
            <a:ext cx="3791870" cy="3791745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452076" y="1958904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452076" y="2864544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452076" y="3787132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454681" y="4697137"/>
            <a:ext cx="2066722" cy="20194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8369359" y="2348581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0"/>
          </p:nvPr>
        </p:nvSpPr>
        <p:spPr>
          <a:xfrm>
            <a:off x="8808590" y="3256052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7869256" y="4177547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9267373" y="5085916"/>
            <a:ext cx="461502" cy="201946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1500"/>
              </a:lnSpc>
              <a:spcBef>
                <a:spcPts val="0"/>
              </a:spcBef>
              <a:buNone/>
              <a:defRPr sz="11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53564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35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1002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193837" y="5083011"/>
            <a:ext cx="5804326" cy="708189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17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6" name="Shape 128"/>
          <p:cNvSpPr/>
          <p:nvPr userDrawn="1"/>
        </p:nvSpPr>
        <p:spPr>
          <a:xfrm>
            <a:off x="4929019" y="4269686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10969" y="4314165"/>
            <a:ext cx="178276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3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57906" y="1862359"/>
            <a:ext cx="3051741" cy="1830191"/>
          </a:xfrm>
          <a:prstGeom prst="roundRect">
            <a:avLst>
              <a:gd name="adj" fmla="val 1575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995070" y="1862315"/>
            <a:ext cx="3051741" cy="1830191"/>
          </a:xfrm>
          <a:prstGeom prst="roundRect">
            <a:avLst>
              <a:gd name="adj" fmla="val 1054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4409578" y="1766074"/>
            <a:ext cx="3372844" cy="2022675"/>
          </a:xfrm>
          <a:prstGeom prst="roundRect">
            <a:avLst>
              <a:gd name="adj" fmla="val 1598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0865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136904" y="1722438"/>
            <a:ext cx="9930807" cy="3439241"/>
          </a:xfr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5264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9649" y="4956838"/>
            <a:ext cx="171270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2804936" y="4956838"/>
            <a:ext cx="171270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668012" y="4956838"/>
            <a:ext cx="171270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06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/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5264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9193038" y="2518348"/>
            <a:ext cx="2170288" cy="27786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60562" y="2245500"/>
            <a:ext cx="792505" cy="792505"/>
            <a:chOff x="8160562" y="2245500"/>
            <a:chExt cx="792505" cy="792505"/>
          </a:xfrm>
        </p:grpSpPr>
        <p:sp>
          <p:nvSpPr>
            <p:cNvPr id="19" name="Shape 83"/>
            <p:cNvSpPr/>
            <p:nvPr userDrawn="1"/>
          </p:nvSpPr>
          <p:spPr>
            <a:xfrm>
              <a:off x="8160562" y="2245500"/>
              <a:ext cx="792505" cy="792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21" name="Shape 85"/>
            <p:cNvSpPr/>
            <p:nvPr userDrawn="1"/>
          </p:nvSpPr>
          <p:spPr>
            <a:xfrm>
              <a:off x="8400444" y="2473848"/>
              <a:ext cx="312741" cy="3272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81" h="20933" extrusionOk="0">
                  <a:moveTo>
                    <a:pt x="18450" y="13962"/>
                  </a:moveTo>
                  <a:cubicBezTo>
                    <a:pt x="18104" y="14098"/>
                    <a:pt x="15778" y="12331"/>
                    <a:pt x="14291" y="9001"/>
                  </a:cubicBezTo>
                  <a:cubicBezTo>
                    <a:pt x="12804" y="5669"/>
                    <a:pt x="12992" y="2625"/>
                    <a:pt x="13337" y="2491"/>
                  </a:cubicBezTo>
                  <a:cubicBezTo>
                    <a:pt x="13683" y="2355"/>
                    <a:pt x="15952" y="4486"/>
                    <a:pt x="17438" y="7816"/>
                  </a:cubicBezTo>
                  <a:cubicBezTo>
                    <a:pt x="18925" y="11146"/>
                    <a:pt x="18797" y="13826"/>
                    <a:pt x="18450" y="13962"/>
                  </a:cubicBezTo>
                  <a:close/>
                  <a:moveTo>
                    <a:pt x="19117" y="7012"/>
                  </a:moveTo>
                  <a:cubicBezTo>
                    <a:pt x="17204" y="2727"/>
                    <a:pt x="14125" y="-537"/>
                    <a:pt x="12567" y="74"/>
                  </a:cubicBezTo>
                  <a:cubicBezTo>
                    <a:pt x="9922" y="1108"/>
                    <a:pt x="14143" y="6078"/>
                    <a:pt x="1154" y="11160"/>
                  </a:cubicBezTo>
                  <a:cubicBezTo>
                    <a:pt x="32" y="11600"/>
                    <a:pt x="-253" y="13356"/>
                    <a:pt x="217" y="14406"/>
                  </a:cubicBezTo>
                  <a:cubicBezTo>
                    <a:pt x="685" y="15456"/>
                    <a:pt x="2220" y="16502"/>
                    <a:pt x="3342" y="16062"/>
                  </a:cubicBezTo>
                  <a:cubicBezTo>
                    <a:pt x="3537" y="15987"/>
                    <a:pt x="4250" y="15766"/>
                    <a:pt x="4250" y="15766"/>
                  </a:cubicBezTo>
                  <a:cubicBezTo>
                    <a:pt x="5051" y="16802"/>
                    <a:pt x="5889" y="16187"/>
                    <a:pt x="6186" y="16845"/>
                  </a:cubicBezTo>
                  <a:cubicBezTo>
                    <a:pt x="6544" y="17635"/>
                    <a:pt x="7322" y="19353"/>
                    <a:pt x="7586" y="19939"/>
                  </a:cubicBezTo>
                  <a:cubicBezTo>
                    <a:pt x="7850" y="20522"/>
                    <a:pt x="8450" y="21063"/>
                    <a:pt x="8885" y="20905"/>
                  </a:cubicBezTo>
                  <a:cubicBezTo>
                    <a:pt x="9318" y="20745"/>
                    <a:pt x="10797" y="20203"/>
                    <a:pt x="11362" y="19997"/>
                  </a:cubicBezTo>
                  <a:cubicBezTo>
                    <a:pt x="11927" y="19790"/>
                    <a:pt x="12062" y="19306"/>
                    <a:pt x="11889" y="18922"/>
                  </a:cubicBezTo>
                  <a:cubicBezTo>
                    <a:pt x="11703" y="18510"/>
                    <a:pt x="10939" y="18390"/>
                    <a:pt x="10721" y="17908"/>
                  </a:cubicBezTo>
                  <a:cubicBezTo>
                    <a:pt x="10503" y="17428"/>
                    <a:pt x="9791" y="15886"/>
                    <a:pt x="9586" y="15400"/>
                  </a:cubicBezTo>
                  <a:cubicBezTo>
                    <a:pt x="9308" y="14739"/>
                    <a:pt x="9899" y="14201"/>
                    <a:pt x="10759" y="14116"/>
                  </a:cubicBezTo>
                  <a:cubicBezTo>
                    <a:pt x="16671" y="13522"/>
                    <a:pt x="17775" y="17037"/>
                    <a:pt x="19789" y="16249"/>
                  </a:cubicBezTo>
                  <a:cubicBezTo>
                    <a:pt x="21347" y="15640"/>
                    <a:pt x="21030" y="11296"/>
                    <a:pt x="19117" y="70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7" name="Group 6"/>
          <p:cNvGrpSpPr/>
          <p:nvPr userDrawn="1"/>
        </p:nvGrpSpPr>
        <p:grpSpPr>
          <a:xfrm>
            <a:off x="8160562" y="3251023"/>
            <a:ext cx="792504" cy="792505"/>
            <a:chOff x="8160562" y="3251023"/>
            <a:chExt cx="792504" cy="792505"/>
          </a:xfrm>
        </p:grpSpPr>
        <p:sp>
          <p:nvSpPr>
            <p:cNvPr id="22" name="Shape 86"/>
            <p:cNvSpPr/>
            <p:nvPr userDrawn="1"/>
          </p:nvSpPr>
          <p:spPr>
            <a:xfrm>
              <a:off x="8160562" y="3251023"/>
              <a:ext cx="792504" cy="792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24" name="Shape 88"/>
            <p:cNvSpPr/>
            <p:nvPr userDrawn="1"/>
          </p:nvSpPr>
          <p:spPr>
            <a:xfrm>
              <a:off x="8379857" y="3528133"/>
              <a:ext cx="366609" cy="2382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281" y="13211"/>
                  </a:moveTo>
                  <a:cubicBezTo>
                    <a:pt x="11747" y="14381"/>
                    <a:pt x="9458" y="18011"/>
                    <a:pt x="9360" y="18165"/>
                  </a:cubicBezTo>
                  <a:cubicBezTo>
                    <a:pt x="9249" y="18377"/>
                    <a:pt x="8939" y="18735"/>
                    <a:pt x="8644" y="18441"/>
                  </a:cubicBezTo>
                  <a:cubicBezTo>
                    <a:pt x="8559" y="18357"/>
                    <a:pt x="8459" y="18187"/>
                    <a:pt x="8459" y="17853"/>
                  </a:cubicBezTo>
                  <a:cubicBezTo>
                    <a:pt x="8459" y="17530"/>
                    <a:pt x="8554" y="17204"/>
                    <a:pt x="8565" y="17168"/>
                  </a:cubicBezTo>
                  <a:lnTo>
                    <a:pt x="9680" y="13369"/>
                  </a:lnTo>
                  <a:cubicBezTo>
                    <a:pt x="9471" y="13239"/>
                    <a:pt x="9111" y="13015"/>
                    <a:pt x="8832" y="12829"/>
                  </a:cubicBezTo>
                  <a:lnTo>
                    <a:pt x="8758" y="12781"/>
                  </a:lnTo>
                  <a:cubicBezTo>
                    <a:pt x="8476" y="12597"/>
                    <a:pt x="8124" y="12367"/>
                    <a:pt x="8124" y="11770"/>
                  </a:cubicBezTo>
                  <a:cubicBezTo>
                    <a:pt x="8124" y="11484"/>
                    <a:pt x="8211" y="11152"/>
                    <a:pt x="8393" y="10758"/>
                  </a:cubicBezTo>
                  <a:cubicBezTo>
                    <a:pt x="8927" y="9588"/>
                    <a:pt x="11216" y="5958"/>
                    <a:pt x="11314" y="5804"/>
                  </a:cubicBezTo>
                  <a:cubicBezTo>
                    <a:pt x="11426" y="5592"/>
                    <a:pt x="11735" y="5234"/>
                    <a:pt x="12030" y="5528"/>
                  </a:cubicBezTo>
                  <a:cubicBezTo>
                    <a:pt x="12115" y="5612"/>
                    <a:pt x="12215" y="5782"/>
                    <a:pt x="12215" y="6116"/>
                  </a:cubicBezTo>
                  <a:cubicBezTo>
                    <a:pt x="12215" y="6438"/>
                    <a:pt x="12120" y="6765"/>
                    <a:pt x="12110" y="6801"/>
                  </a:cubicBezTo>
                  <a:lnTo>
                    <a:pt x="10992" y="10600"/>
                  </a:lnTo>
                  <a:cubicBezTo>
                    <a:pt x="11203" y="10730"/>
                    <a:pt x="11563" y="10954"/>
                    <a:pt x="11842" y="11140"/>
                  </a:cubicBezTo>
                  <a:lnTo>
                    <a:pt x="11916" y="11188"/>
                  </a:lnTo>
                  <a:cubicBezTo>
                    <a:pt x="12198" y="11372"/>
                    <a:pt x="12550" y="11602"/>
                    <a:pt x="12550" y="12201"/>
                  </a:cubicBezTo>
                  <a:cubicBezTo>
                    <a:pt x="12550" y="12485"/>
                    <a:pt x="12462" y="12817"/>
                    <a:pt x="12281" y="13211"/>
                  </a:cubicBezTo>
                  <a:close/>
                  <a:moveTo>
                    <a:pt x="16430" y="6048"/>
                  </a:moveTo>
                  <a:cubicBezTo>
                    <a:pt x="16132" y="6048"/>
                    <a:pt x="15840" y="6088"/>
                    <a:pt x="15557" y="6162"/>
                  </a:cubicBezTo>
                  <a:cubicBezTo>
                    <a:pt x="14848" y="2597"/>
                    <a:pt x="12653" y="0"/>
                    <a:pt x="10054" y="0"/>
                  </a:cubicBezTo>
                  <a:cubicBezTo>
                    <a:pt x="6881" y="0"/>
                    <a:pt x="4310" y="3869"/>
                    <a:pt x="4310" y="8641"/>
                  </a:cubicBezTo>
                  <a:cubicBezTo>
                    <a:pt x="4310" y="9067"/>
                    <a:pt x="4330" y="9486"/>
                    <a:pt x="4369" y="9896"/>
                  </a:cubicBezTo>
                  <a:cubicBezTo>
                    <a:pt x="4217" y="9868"/>
                    <a:pt x="4064" y="9850"/>
                    <a:pt x="3906" y="9850"/>
                  </a:cubicBezTo>
                  <a:cubicBezTo>
                    <a:pt x="1749" y="9850"/>
                    <a:pt x="0" y="12481"/>
                    <a:pt x="0" y="15726"/>
                  </a:cubicBezTo>
                  <a:cubicBezTo>
                    <a:pt x="0" y="18969"/>
                    <a:pt x="1749" y="21600"/>
                    <a:pt x="3906" y="21600"/>
                  </a:cubicBezTo>
                  <a:lnTo>
                    <a:pt x="16430" y="21600"/>
                  </a:lnTo>
                  <a:cubicBezTo>
                    <a:pt x="19285" y="21600"/>
                    <a:pt x="21600" y="18119"/>
                    <a:pt x="21600" y="13823"/>
                  </a:cubicBezTo>
                  <a:cubicBezTo>
                    <a:pt x="21600" y="9530"/>
                    <a:pt x="19285" y="6048"/>
                    <a:pt x="16430" y="604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9" name="Group 8"/>
          <p:cNvGrpSpPr/>
          <p:nvPr userDrawn="1"/>
        </p:nvGrpSpPr>
        <p:grpSpPr>
          <a:xfrm>
            <a:off x="8160562" y="4256546"/>
            <a:ext cx="792504" cy="792504"/>
            <a:chOff x="8160562" y="4256546"/>
            <a:chExt cx="792504" cy="792504"/>
          </a:xfrm>
        </p:grpSpPr>
        <p:sp>
          <p:nvSpPr>
            <p:cNvPr id="25" name="Shape 89"/>
            <p:cNvSpPr/>
            <p:nvPr userDrawn="1"/>
          </p:nvSpPr>
          <p:spPr>
            <a:xfrm>
              <a:off x="8160562" y="4256546"/>
              <a:ext cx="792504" cy="792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27" name="Shape 91"/>
            <p:cNvSpPr/>
            <p:nvPr userDrawn="1"/>
          </p:nvSpPr>
          <p:spPr>
            <a:xfrm>
              <a:off x="8379857" y="4469722"/>
              <a:ext cx="366609" cy="366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679" y="19547"/>
                  </a:moveTo>
                  <a:lnTo>
                    <a:pt x="11679" y="14693"/>
                  </a:lnTo>
                  <a:lnTo>
                    <a:pt x="9921" y="14693"/>
                  </a:lnTo>
                  <a:lnTo>
                    <a:pt x="9921" y="19547"/>
                  </a:lnTo>
                  <a:cubicBezTo>
                    <a:pt x="5768" y="19134"/>
                    <a:pt x="2465" y="15832"/>
                    <a:pt x="2052" y="11679"/>
                  </a:cubicBezTo>
                  <a:lnTo>
                    <a:pt x="6907" y="11679"/>
                  </a:lnTo>
                  <a:lnTo>
                    <a:pt x="6907" y="9921"/>
                  </a:lnTo>
                  <a:lnTo>
                    <a:pt x="2052" y="9921"/>
                  </a:lnTo>
                  <a:cubicBezTo>
                    <a:pt x="2465" y="5768"/>
                    <a:pt x="5768" y="2466"/>
                    <a:pt x="9921" y="2054"/>
                  </a:cubicBezTo>
                  <a:lnTo>
                    <a:pt x="9921" y="6907"/>
                  </a:lnTo>
                  <a:lnTo>
                    <a:pt x="11679" y="6907"/>
                  </a:lnTo>
                  <a:lnTo>
                    <a:pt x="11679" y="2054"/>
                  </a:lnTo>
                  <a:cubicBezTo>
                    <a:pt x="15832" y="2466"/>
                    <a:pt x="19135" y="5768"/>
                    <a:pt x="19548" y="9921"/>
                  </a:cubicBezTo>
                  <a:lnTo>
                    <a:pt x="14693" y="9921"/>
                  </a:lnTo>
                  <a:lnTo>
                    <a:pt x="14693" y="11679"/>
                  </a:lnTo>
                  <a:lnTo>
                    <a:pt x="19548" y="11679"/>
                  </a:lnTo>
                  <a:cubicBezTo>
                    <a:pt x="19135" y="15832"/>
                    <a:pt x="15832" y="19134"/>
                    <a:pt x="11679" y="19547"/>
                  </a:cubicBezTo>
                  <a:close/>
                  <a:moveTo>
                    <a:pt x="10799" y="0"/>
                  </a:moveTo>
                  <a:cubicBezTo>
                    <a:pt x="4835" y="0"/>
                    <a:pt x="0" y="4836"/>
                    <a:pt x="0" y="10800"/>
                  </a:cubicBezTo>
                  <a:cubicBezTo>
                    <a:pt x="0" y="16765"/>
                    <a:pt x="4835" y="21600"/>
                    <a:pt x="10799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6"/>
                    <a:pt x="16765" y="0"/>
                    <a:pt x="10799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3228036" y="2245500"/>
            <a:ext cx="792505" cy="792505"/>
            <a:chOff x="3228036" y="2245500"/>
            <a:chExt cx="792505" cy="792505"/>
          </a:xfrm>
        </p:grpSpPr>
        <p:sp>
          <p:nvSpPr>
            <p:cNvPr id="29" name="Shape 93"/>
            <p:cNvSpPr/>
            <p:nvPr userDrawn="1"/>
          </p:nvSpPr>
          <p:spPr>
            <a:xfrm>
              <a:off x="3228036" y="2245500"/>
              <a:ext cx="792505" cy="792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30" name="Shape 94"/>
            <p:cNvSpPr/>
            <p:nvPr userDrawn="1"/>
          </p:nvSpPr>
          <p:spPr>
            <a:xfrm>
              <a:off x="3441784" y="2486734"/>
              <a:ext cx="365009" cy="310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64" y="14989"/>
                  </a:moveTo>
                  <a:lnTo>
                    <a:pt x="16300" y="14989"/>
                  </a:lnTo>
                  <a:cubicBezTo>
                    <a:pt x="14781" y="14989"/>
                    <a:pt x="13615" y="14098"/>
                    <a:pt x="12532" y="12778"/>
                  </a:cubicBezTo>
                  <a:cubicBezTo>
                    <a:pt x="12422" y="12943"/>
                    <a:pt x="12313" y="13112"/>
                    <a:pt x="12204" y="13283"/>
                  </a:cubicBezTo>
                  <a:cubicBezTo>
                    <a:pt x="11728" y="14021"/>
                    <a:pt x="11216" y="14811"/>
                    <a:pt x="10650" y="15592"/>
                  </a:cubicBezTo>
                  <a:cubicBezTo>
                    <a:pt x="12115" y="17276"/>
                    <a:pt x="13891" y="18547"/>
                    <a:pt x="16300" y="18547"/>
                  </a:cubicBezTo>
                  <a:lnTo>
                    <a:pt x="17064" y="18547"/>
                  </a:lnTo>
                  <a:lnTo>
                    <a:pt x="17064" y="21600"/>
                  </a:lnTo>
                  <a:lnTo>
                    <a:pt x="21600" y="17022"/>
                  </a:lnTo>
                  <a:lnTo>
                    <a:pt x="17064" y="12444"/>
                  </a:lnTo>
                  <a:cubicBezTo>
                    <a:pt x="17064" y="12444"/>
                    <a:pt x="17064" y="14989"/>
                    <a:pt x="17064" y="14989"/>
                  </a:cubicBezTo>
                  <a:close/>
                  <a:moveTo>
                    <a:pt x="5844" y="8840"/>
                  </a:moveTo>
                  <a:cubicBezTo>
                    <a:pt x="6014" y="8580"/>
                    <a:pt x="6185" y="8316"/>
                    <a:pt x="6358" y="8047"/>
                  </a:cubicBezTo>
                  <a:cubicBezTo>
                    <a:pt x="6781" y="7394"/>
                    <a:pt x="7227" y="6705"/>
                    <a:pt x="7709" y="6019"/>
                  </a:cubicBezTo>
                  <a:cubicBezTo>
                    <a:pt x="6284" y="4449"/>
                    <a:pt x="4562" y="3290"/>
                    <a:pt x="2260" y="3290"/>
                  </a:cubicBezTo>
                  <a:lnTo>
                    <a:pt x="0" y="3290"/>
                  </a:lnTo>
                  <a:lnTo>
                    <a:pt x="0" y="6850"/>
                  </a:lnTo>
                  <a:lnTo>
                    <a:pt x="2260" y="6850"/>
                  </a:lnTo>
                  <a:cubicBezTo>
                    <a:pt x="3693" y="6850"/>
                    <a:pt x="4812" y="7643"/>
                    <a:pt x="5844" y="8840"/>
                  </a:cubicBezTo>
                  <a:close/>
                  <a:moveTo>
                    <a:pt x="16300" y="6596"/>
                  </a:moveTo>
                  <a:lnTo>
                    <a:pt x="17064" y="6596"/>
                  </a:lnTo>
                  <a:lnTo>
                    <a:pt x="17064" y="9155"/>
                  </a:lnTo>
                  <a:lnTo>
                    <a:pt x="21600" y="4578"/>
                  </a:lnTo>
                  <a:lnTo>
                    <a:pt x="17064" y="0"/>
                  </a:lnTo>
                  <a:lnTo>
                    <a:pt x="17064" y="3036"/>
                  </a:lnTo>
                  <a:lnTo>
                    <a:pt x="16300" y="3036"/>
                  </a:lnTo>
                  <a:cubicBezTo>
                    <a:pt x="12312" y="3036"/>
                    <a:pt x="10062" y="6516"/>
                    <a:pt x="8077" y="9587"/>
                  </a:cubicBezTo>
                  <a:cubicBezTo>
                    <a:pt x="6293" y="12349"/>
                    <a:pt x="4752" y="14735"/>
                    <a:pt x="2260" y="14735"/>
                  </a:cubicBezTo>
                  <a:lnTo>
                    <a:pt x="0" y="14735"/>
                  </a:lnTo>
                  <a:lnTo>
                    <a:pt x="0" y="18293"/>
                  </a:lnTo>
                  <a:lnTo>
                    <a:pt x="2260" y="18293"/>
                  </a:lnTo>
                  <a:cubicBezTo>
                    <a:pt x="6250" y="18293"/>
                    <a:pt x="8500" y="14814"/>
                    <a:pt x="10485" y="11743"/>
                  </a:cubicBezTo>
                  <a:cubicBezTo>
                    <a:pt x="12269" y="8981"/>
                    <a:pt x="13810" y="6596"/>
                    <a:pt x="16300" y="659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3226142" y="3249129"/>
            <a:ext cx="796293" cy="796293"/>
            <a:chOff x="3226142" y="3249129"/>
            <a:chExt cx="796293" cy="796293"/>
          </a:xfrm>
        </p:grpSpPr>
        <p:sp>
          <p:nvSpPr>
            <p:cNvPr id="32" name="Shape 96"/>
            <p:cNvSpPr/>
            <p:nvPr userDrawn="1"/>
          </p:nvSpPr>
          <p:spPr>
            <a:xfrm>
              <a:off x="3226142" y="3249129"/>
              <a:ext cx="796293" cy="7962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33" name="Shape 97"/>
            <p:cNvSpPr/>
            <p:nvPr userDrawn="1"/>
          </p:nvSpPr>
          <p:spPr>
            <a:xfrm>
              <a:off x="3441811" y="3515935"/>
              <a:ext cx="364955" cy="260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6" y="17282"/>
                  </a:moveTo>
                  <a:lnTo>
                    <a:pt x="1544" y="17282"/>
                  </a:lnTo>
                  <a:cubicBezTo>
                    <a:pt x="691" y="17282"/>
                    <a:pt x="0" y="18250"/>
                    <a:pt x="0" y="19441"/>
                  </a:cubicBezTo>
                  <a:cubicBezTo>
                    <a:pt x="0" y="20638"/>
                    <a:pt x="691" y="21600"/>
                    <a:pt x="1544" y="21600"/>
                  </a:cubicBezTo>
                  <a:lnTo>
                    <a:pt x="20056" y="21600"/>
                  </a:lnTo>
                  <a:cubicBezTo>
                    <a:pt x="20909" y="21600"/>
                    <a:pt x="21600" y="20638"/>
                    <a:pt x="21600" y="19441"/>
                  </a:cubicBezTo>
                  <a:cubicBezTo>
                    <a:pt x="21600" y="18250"/>
                    <a:pt x="20909" y="17282"/>
                    <a:pt x="20056" y="17282"/>
                  </a:cubicBezTo>
                  <a:close/>
                  <a:moveTo>
                    <a:pt x="1544" y="4321"/>
                  </a:moveTo>
                  <a:lnTo>
                    <a:pt x="20056" y="4321"/>
                  </a:lnTo>
                  <a:cubicBezTo>
                    <a:pt x="20909" y="4321"/>
                    <a:pt x="21600" y="3353"/>
                    <a:pt x="21600" y="2159"/>
                  </a:cubicBezTo>
                  <a:cubicBezTo>
                    <a:pt x="21600" y="965"/>
                    <a:pt x="20909" y="0"/>
                    <a:pt x="20056" y="0"/>
                  </a:cubicBezTo>
                  <a:lnTo>
                    <a:pt x="1544" y="0"/>
                  </a:lnTo>
                  <a:cubicBezTo>
                    <a:pt x="691" y="0"/>
                    <a:pt x="0" y="965"/>
                    <a:pt x="0" y="2159"/>
                  </a:cubicBezTo>
                  <a:cubicBezTo>
                    <a:pt x="0" y="3353"/>
                    <a:pt x="691" y="4321"/>
                    <a:pt x="1544" y="4321"/>
                  </a:cubicBezTo>
                  <a:close/>
                  <a:moveTo>
                    <a:pt x="20056" y="8640"/>
                  </a:moveTo>
                  <a:lnTo>
                    <a:pt x="1544" y="8640"/>
                  </a:lnTo>
                  <a:cubicBezTo>
                    <a:pt x="691" y="8640"/>
                    <a:pt x="0" y="9608"/>
                    <a:pt x="0" y="10799"/>
                  </a:cubicBezTo>
                  <a:cubicBezTo>
                    <a:pt x="0" y="11996"/>
                    <a:pt x="691" y="12958"/>
                    <a:pt x="1544" y="12958"/>
                  </a:cubicBezTo>
                  <a:lnTo>
                    <a:pt x="20056" y="12958"/>
                  </a:lnTo>
                  <a:cubicBezTo>
                    <a:pt x="20909" y="12958"/>
                    <a:pt x="21600" y="11996"/>
                    <a:pt x="21600" y="10799"/>
                  </a:cubicBezTo>
                  <a:cubicBezTo>
                    <a:pt x="21600" y="9608"/>
                    <a:pt x="20909" y="8640"/>
                    <a:pt x="20056" y="864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3228036" y="4256546"/>
            <a:ext cx="792505" cy="792504"/>
            <a:chOff x="3228036" y="4256546"/>
            <a:chExt cx="792505" cy="792504"/>
          </a:xfrm>
        </p:grpSpPr>
        <p:sp>
          <p:nvSpPr>
            <p:cNvPr id="35" name="Shape 99"/>
            <p:cNvSpPr/>
            <p:nvPr userDrawn="1"/>
          </p:nvSpPr>
          <p:spPr>
            <a:xfrm>
              <a:off x="3228036" y="4256546"/>
              <a:ext cx="792505" cy="792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lvl="0"/>
              <a:endParaRPr sz="2000"/>
            </a:p>
          </p:txBody>
        </p:sp>
        <p:sp>
          <p:nvSpPr>
            <p:cNvPr id="36" name="Shape 100"/>
            <p:cNvSpPr/>
            <p:nvPr userDrawn="1"/>
          </p:nvSpPr>
          <p:spPr>
            <a:xfrm>
              <a:off x="3442315" y="4471007"/>
              <a:ext cx="363583" cy="363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19050" tIns="19050" rIns="19050" bIns="19050" anchor="ctr"/>
            <a:lstStyle/>
            <a:p>
              <a:pPr lvl="0"/>
              <a:endParaRPr sz="2000"/>
            </a:p>
          </p:txBody>
        </p:sp>
      </p:grpSp>
      <p:sp>
        <p:nvSpPr>
          <p:cNvPr id="37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4468909" y="2020184"/>
            <a:ext cx="3254178" cy="3254178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9193038" y="3546054"/>
            <a:ext cx="2170288" cy="27786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193038" y="4522314"/>
            <a:ext cx="2170288" cy="277862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71525" y="2485106"/>
            <a:ext cx="2186177" cy="27786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771525" y="3519162"/>
            <a:ext cx="2186177" cy="27786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771525" y="4507327"/>
            <a:ext cx="2186177" cy="277862"/>
          </a:xfrm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ts val="1700"/>
              </a:lnSpc>
              <a:spcBef>
                <a:spcPts val="0"/>
              </a:spcBef>
              <a:buNone/>
              <a:defRPr sz="11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>
          <a:xfrm>
            <a:off x="1524000" y="9471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594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74"/>
          <p:cNvSpPr/>
          <p:nvPr userDrawn="1"/>
        </p:nvSpPr>
        <p:spPr>
          <a:xfrm>
            <a:off x="4535565" y="2109715"/>
            <a:ext cx="2333963" cy="497703"/>
          </a:xfrm>
          <a:prstGeom prst="roundRect">
            <a:avLst>
              <a:gd name="adj" fmla="val 6379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lvl="0"/>
            <a:endParaRPr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748" y="365264"/>
            <a:ext cx="9170504" cy="677586"/>
          </a:xfrm>
        </p:spPr>
        <p:txBody>
          <a:bodyPr/>
          <a:lstStyle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22265" y="2154194"/>
            <a:ext cx="1960562" cy="408745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750">
                <a:solidFill>
                  <a:schemeClr val="bg1">
                    <a:lumMod val="9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528165" y="2935813"/>
            <a:ext cx="6297535" cy="108373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aleh</a:t>
            </a:r>
            <a:r>
              <a:rPr lang="en-US" dirty="0"/>
              <a:t> </a:t>
            </a:r>
            <a:r>
              <a:rPr lang="en-US" dirty="0" err="1"/>
              <a:t>pue</a:t>
            </a:r>
            <a:r>
              <a:rPr lang="en-US" dirty="0"/>
              <a:t> h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alah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meutuwah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abeh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mita</a:t>
            </a:r>
            <a:r>
              <a:rPr lang="en-US" dirty="0"/>
              <a:t> </a:t>
            </a:r>
            <a:r>
              <a:rPr lang="en-US" dirty="0" err="1"/>
              <a:t>peng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5" name="Text Placeholder 4"/>
          <p:cNvSpPr>
            <a:spLocks noGrp="1"/>
          </p:cNvSpPr>
          <p:nvPr userDrawn="1">
            <p:ph type="body" sz="quarter" idx="15"/>
          </p:nvPr>
        </p:nvSpPr>
        <p:spPr>
          <a:xfrm>
            <a:off x="4505283" y="4762058"/>
            <a:ext cx="1960562" cy="408745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17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GB" dirty="0"/>
          </a:p>
        </p:txBody>
      </p:sp>
      <p:sp>
        <p:nvSpPr>
          <p:cNvPr id="26" name="Text Placeholder 5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503815" y="5177975"/>
            <a:ext cx="1979535" cy="238576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 styles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17"/>
          </p:nvPr>
        </p:nvSpPr>
        <p:spPr>
          <a:xfrm>
            <a:off x="1620838" y="1900238"/>
            <a:ext cx="2360612" cy="2362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>
            <a:normAutofit/>
          </a:bodyPr>
          <a:lstStyle>
            <a:lvl1pPr>
              <a:defRPr sz="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/>
          </p:nvPr>
        </p:nvSpPr>
        <p:spPr>
          <a:xfrm>
            <a:off x="1524000" y="952912"/>
            <a:ext cx="9144000" cy="3228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10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181062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6505094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930182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0923901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14354" y="6296038"/>
            <a:ext cx="1811445" cy="22493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24413" y="6296038"/>
            <a:ext cx="2543174" cy="22858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8637282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400800"/>
            <a:ext cx="5080000" cy="457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79200" y="6248400"/>
            <a:ext cx="8128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03200" y="6400800"/>
            <a:ext cx="22352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1887005627"/>
      </p:ext>
    </p:extLst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B762-8E59-471B-B651-8D2A8E93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8F852-6554-4417-8A03-426027A87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4C346A-6757-4C7D-AA53-881F9182B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  <a:endParaRPr lang="th-TH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93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63.xml"/><Relationship Id="rId47" Type="http://schemas.openxmlformats.org/officeDocument/2006/relationships/slideLayout" Target="../slideLayouts/slideLayout68.xml"/><Relationship Id="rId63" Type="http://schemas.openxmlformats.org/officeDocument/2006/relationships/slideLayout" Target="../slideLayouts/slideLayout84.xml"/><Relationship Id="rId68" Type="http://schemas.openxmlformats.org/officeDocument/2006/relationships/slideLayout" Target="../slideLayouts/slideLayout89.xml"/><Relationship Id="rId84" Type="http://schemas.openxmlformats.org/officeDocument/2006/relationships/slideLayout" Target="../slideLayouts/slideLayout105.xml"/><Relationship Id="rId89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58.xml"/><Relationship Id="rId53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79.xml"/><Relationship Id="rId74" Type="http://schemas.openxmlformats.org/officeDocument/2006/relationships/slideLayout" Target="../slideLayouts/slideLayout95.xml"/><Relationship Id="rId79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26.xml"/><Relationship Id="rId90" Type="http://schemas.openxmlformats.org/officeDocument/2006/relationships/slideLayout" Target="../slideLayouts/slideLayout111.xml"/><Relationship Id="rId95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69.xml"/><Relationship Id="rId64" Type="http://schemas.openxmlformats.org/officeDocument/2006/relationships/slideLayout" Target="../slideLayouts/slideLayout85.xml"/><Relationship Id="rId69" Type="http://schemas.openxmlformats.org/officeDocument/2006/relationships/slideLayout" Target="../slideLayouts/slideLayout90.xml"/><Relationship Id="rId80" Type="http://schemas.openxmlformats.org/officeDocument/2006/relationships/slideLayout" Target="../slideLayouts/slideLayout101.xml"/><Relationship Id="rId85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59.xml"/><Relationship Id="rId46" Type="http://schemas.openxmlformats.org/officeDocument/2006/relationships/slideLayout" Target="../slideLayouts/slideLayout67.xml"/><Relationship Id="rId59" Type="http://schemas.openxmlformats.org/officeDocument/2006/relationships/slideLayout" Target="../slideLayouts/slideLayout80.xml"/><Relationship Id="rId67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62.xml"/><Relationship Id="rId54" Type="http://schemas.openxmlformats.org/officeDocument/2006/relationships/slideLayout" Target="../slideLayouts/slideLayout75.xml"/><Relationship Id="rId62" Type="http://schemas.openxmlformats.org/officeDocument/2006/relationships/slideLayout" Target="../slideLayouts/slideLayout83.xml"/><Relationship Id="rId70" Type="http://schemas.openxmlformats.org/officeDocument/2006/relationships/slideLayout" Target="../slideLayouts/slideLayout91.xml"/><Relationship Id="rId75" Type="http://schemas.openxmlformats.org/officeDocument/2006/relationships/slideLayout" Target="../slideLayouts/slideLayout96.xml"/><Relationship Id="rId83" Type="http://schemas.openxmlformats.org/officeDocument/2006/relationships/slideLayout" Target="../slideLayouts/slideLayout104.xml"/><Relationship Id="rId88" Type="http://schemas.openxmlformats.org/officeDocument/2006/relationships/slideLayout" Target="../slideLayouts/slideLayout109.xml"/><Relationship Id="rId91" Type="http://schemas.openxmlformats.org/officeDocument/2006/relationships/slideLayout" Target="../slideLayouts/slideLayout112.xml"/><Relationship Id="rId96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28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70.xml"/><Relationship Id="rId57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65.xml"/><Relationship Id="rId52" Type="http://schemas.openxmlformats.org/officeDocument/2006/relationships/slideLayout" Target="../slideLayouts/slideLayout73.xml"/><Relationship Id="rId60" Type="http://schemas.openxmlformats.org/officeDocument/2006/relationships/slideLayout" Target="../slideLayouts/slideLayout81.xml"/><Relationship Id="rId65" Type="http://schemas.openxmlformats.org/officeDocument/2006/relationships/slideLayout" Target="../slideLayouts/slideLayout86.xml"/><Relationship Id="rId73" Type="http://schemas.openxmlformats.org/officeDocument/2006/relationships/slideLayout" Target="../slideLayouts/slideLayout94.xml"/><Relationship Id="rId78" Type="http://schemas.openxmlformats.org/officeDocument/2006/relationships/slideLayout" Target="../slideLayouts/slideLayout99.xml"/><Relationship Id="rId81" Type="http://schemas.openxmlformats.org/officeDocument/2006/relationships/slideLayout" Target="../slideLayouts/slideLayout102.xml"/><Relationship Id="rId86" Type="http://schemas.openxmlformats.org/officeDocument/2006/relationships/slideLayout" Target="../slideLayouts/slideLayout107.xml"/><Relationship Id="rId94" Type="http://schemas.openxmlformats.org/officeDocument/2006/relationships/slideLayout" Target="../slideLayouts/slideLayout115.xml"/><Relationship Id="rId99" Type="http://schemas.openxmlformats.org/officeDocument/2006/relationships/theme" Target="../theme/theme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55.xml"/><Relationship Id="rId50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76.xml"/><Relationship Id="rId76" Type="http://schemas.openxmlformats.org/officeDocument/2006/relationships/slideLayout" Target="../slideLayouts/slideLayout97.xml"/><Relationship Id="rId97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28.xml"/><Relationship Id="rId71" Type="http://schemas.openxmlformats.org/officeDocument/2006/relationships/slideLayout" Target="../slideLayouts/slideLayout92.xml"/><Relationship Id="rId9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61.xml"/><Relationship Id="rId45" Type="http://schemas.openxmlformats.org/officeDocument/2006/relationships/slideLayout" Target="../slideLayouts/slideLayout66.xml"/><Relationship Id="rId66" Type="http://schemas.openxmlformats.org/officeDocument/2006/relationships/slideLayout" Target="../slideLayouts/slideLayout87.xml"/><Relationship Id="rId87" Type="http://schemas.openxmlformats.org/officeDocument/2006/relationships/slideLayout" Target="../slideLayouts/slideLayout108.xml"/><Relationship Id="rId61" Type="http://schemas.openxmlformats.org/officeDocument/2006/relationships/slideLayout" Target="../slideLayouts/slideLayout82.xml"/><Relationship Id="rId82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77.xml"/><Relationship Id="rId77" Type="http://schemas.openxmlformats.org/officeDocument/2006/relationships/slideLayout" Target="../slideLayouts/slideLayout98.xml"/><Relationship Id="rId100" Type="http://schemas.openxmlformats.org/officeDocument/2006/relationships/image" Target="../media/image2.jpg"/><Relationship Id="rId8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93.xml"/><Relationship Id="rId93" Type="http://schemas.openxmlformats.org/officeDocument/2006/relationships/slideLayout" Target="../slideLayouts/slideLayout114.xml"/><Relationship Id="rId98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9151018E-69A1-4B7E-B6A3-3BC4E7921CC2}"/>
              </a:ext>
            </a:extLst>
          </p:cNvPr>
          <p:cNvSpPr/>
          <p:nvPr/>
        </p:nvSpPr>
        <p:spPr>
          <a:xfrm rot="10800000">
            <a:off x="0" y="773114"/>
            <a:ext cx="12192000" cy="5932487"/>
          </a:xfrm>
          <a:prstGeom prst="flowChartDocument">
            <a:avLst/>
          </a:prstGeom>
          <a:gradFill>
            <a:gsLst>
              <a:gs pos="100000">
                <a:schemeClr val="bg2">
                  <a:tint val="55000"/>
                  <a:satMod val="1800000"/>
                  <a:alpha val="5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A343CDF2-B330-46EA-A069-10544EB39E23}"/>
              </a:ext>
            </a:extLst>
          </p:cNvPr>
          <p:cNvSpPr/>
          <p:nvPr/>
        </p:nvSpPr>
        <p:spPr>
          <a:xfrm rot="10800000">
            <a:off x="0" y="990601"/>
            <a:ext cx="12192000" cy="4830763"/>
          </a:xfrm>
          <a:prstGeom prst="flowChartDocument">
            <a:avLst/>
          </a:prstGeom>
          <a:gradFill>
            <a:gsLst>
              <a:gs pos="100000">
                <a:schemeClr val="bg2">
                  <a:tint val="40000"/>
                  <a:satMod val="1900000"/>
                  <a:alpha val="30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F3A8AB0E-C292-4B7E-BDFB-141628684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10972800" cy="1143000"/>
          </a:xfrm>
          <a:prstGeom prst="rect">
            <a:avLst/>
          </a:prstGeom>
        </p:spPr>
        <p:txBody>
          <a:bodyPr vert="horz" wrap="square" lIns="0" tIns="9144" rIns="0" bIns="9144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Rectangle 29">
            <a:extLst>
              <a:ext uri="{FF2B5EF4-FFF2-40B4-BE49-F238E27FC236}">
                <a16:creationId xmlns:a16="http://schemas.microsoft.com/office/drawing/2014/main" id="{F90FD1D6-86B4-4E84-A1D2-FE2FA12D9E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179638"/>
            <a:ext cx="1097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  <a:p>
            <a:pPr lvl="4"/>
            <a:r>
              <a:rPr lang="en-US" altLang="en-US"/>
              <a:t>Sixth level</a:t>
            </a:r>
          </a:p>
          <a:p>
            <a:pPr lvl="4"/>
            <a:r>
              <a:rPr lang="en-US" altLang="en-US"/>
              <a:t>Seventh level</a:t>
            </a:r>
          </a:p>
          <a:p>
            <a:pPr lvl="4"/>
            <a:r>
              <a:rPr lang="en-US" altLang="en-US"/>
              <a:t>Eighth level</a:t>
            </a:r>
          </a:p>
          <a:p>
            <a:pPr lvl="4"/>
            <a:r>
              <a:rPr lang="en-US" altLang="en-US"/>
              <a:t>Ninth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20B8144-4391-41D3-BE78-1D5036A20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9B9A98"/>
                </a:solidFill>
                <a:latin typeface="Corbel" pitchFamily="34" charset="0"/>
              </a:defRPr>
            </a:lvl1pPr>
          </a:lstStyle>
          <a:p>
            <a:pPr>
              <a:defRPr/>
            </a:pPr>
            <a:fld id="{A6D6AB1D-7013-4E0F-B1B7-2FA4C642D584}" type="datetime2">
              <a:rPr lang="en-US"/>
              <a:pPr>
                <a:defRPr/>
              </a:pPr>
              <a:t>Monday, July 22, 2024</a:t>
            </a:fld>
            <a:endParaRPr lang="en-US"/>
          </a:p>
        </p:txBody>
      </p:sp>
      <p:sp>
        <p:nvSpPr>
          <p:cNvPr id="1031" name="Rectangle 21">
            <a:extLst>
              <a:ext uri="{FF2B5EF4-FFF2-40B4-BE49-F238E27FC236}">
                <a16:creationId xmlns:a16="http://schemas.microsoft.com/office/drawing/2014/main" id="{91474A8B-F79A-4DAF-A4CB-52629331B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auto">
          <a:xfrm>
            <a:off x="3251200" y="6356351"/>
            <a:ext cx="3860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9B9A98"/>
                </a:solidFill>
                <a:latin typeface="Corbe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781CEB7-F3F7-41B4-AA38-1C8C23B0F0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71200" y="6356351"/>
            <a:ext cx="711200" cy="365125"/>
          </a:xfrm>
          <a:prstGeom prst="rect">
            <a:avLst/>
          </a:prstGeom>
        </p:spPr>
        <p:txBody>
          <a:bodyPr vert="horz" wrap="square" lIns="91440" tIns="45720" rIns="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9B9A98"/>
                </a:solidFill>
                <a:latin typeface="Corbel" panose="020B0503020204020204" pitchFamily="34" charset="0"/>
              </a:defRPr>
            </a:lvl1pPr>
          </a:lstStyle>
          <a:p>
            <a:fld id="{D7B1DDA5-B621-4B16-95A2-0C87173AAAF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13" r:id="rId1"/>
    <p:sldLayoutId id="2147483897" r:id="rId2"/>
    <p:sldLayoutId id="2147483914" r:id="rId3"/>
    <p:sldLayoutId id="2147483898" r:id="rId4"/>
    <p:sldLayoutId id="2147483899" r:id="rId5"/>
    <p:sldLayoutId id="2147483900" r:id="rId6"/>
    <p:sldLayoutId id="2147483901" r:id="rId7"/>
    <p:sldLayoutId id="2147483915" r:id="rId8"/>
    <p:sldLayoutId id="2147483916" r:id="rId9"/>
  </p:sldLayoutIdLst>
  <p:txStyles>
    <p:titleStyle>
      <a:lvl1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 kern="1200">
          <a:ln w="500">
            <a:solidFill>
              <a:schemeClr val="tx2">
                <a:shade val="20000"/>
                <a:satMod val="350000"/>
              </a:schemeClr>
            </a:solidFill>
          </a:ln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2pPr>
      <a:lvl3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3pPr>
      <a:lvl4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4pPr>
      <a:lvl5pPr marL="3429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5pPr>
      <a:lvl6pPr marL="8001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6pPr>
      <a:lvl7pPr marL="12573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7pPr>
      <a:lvl8pPr marL="17145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8pPr>
      <a:lvl9pPr marL="2171700" indent="-342900" algn="l" defTabSz="-13873163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D7D2CD"/>
          </a:solidFill>
          <a:effectLst>
            <a:outerShdw blurRad="38100" dist="38100" dir="2700000" algn="tl">
              <a:srgbClr val="FFFFFF"/>
            </a:outerShdw>
          </a:effectLst>
          <a:latin typeface="Corbel" pitchFamily="34" charset="0"/>
        </a:defRPr>
      </a:lvl9pPr>
    </p:titleStyle>
    <p:bodyStyle>
      <a:lvl1pPr marL="342900" indent="-342900" algn="l" defTabSz="-138731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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-138731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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-13873163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Font typeface="Wingdings 2" panose="05020102010507070707" pitchFamily="18" charset="2"/>
        <a:buChar char="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-13873163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Font typeface="Wingdings 2" panose="05020102010507070707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-13873163" rtl="0" eaLnBrk="0" fontAlgn="base" hangingPunct="0">
        <a:spcBef>
          <a:spcPct val="20000"/>
        </a:spcBef>
        <a:spcAft>
          <a:spcPct val="0"/>
        </a:spcAft>
        <a:buClr>
          <a:srgbClr val="9E927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73352" indent="-228600" algn="l" rtl="0" latinLnBrk="0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latinLnBrk="0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latinLnBrk="0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latinLnBrk="0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65EDA6B-382B-4B7D-AE7D-F1990B344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E65F983-8544-4E06-B795-5B1CA9802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3969CE2C-525A-47DF-BA94-A58697DA24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itchFamily="18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CE7481D2-8683-404E-8A40-AF4F132014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Garamond" pitchFamily="18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6EAA3ACB-2E9C-4D1D-9EDA-20EB43B257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fld id="{DA30C560-B4AA-417C-AEF8-E29E715FC1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5" name="Freeform 7">
            <a:extLst>
              <a:ext uri="{FF2B5EF4-FFF2-40B4-BE49-F238E27FC236}">
                <a16:creationId xmlns:a16="http://schemas.microsoft.com/office/drawing/2014/main" id="{18B95335-0F83-4541-B4E5-26406F613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  <p:sp>
        <p:nvSpPr>
          <p:cNvPr id="2056" name="Line 8">
            <a:extLst>
              <a:ext uri="{FF2B5EF4-FFF2-40B4-BE49-F238E27FC236}">
                <a16:creationId xmlns:a16="http://schemas.microsoft.com/office/drawing/2014/main" id="{01518127-6B0E-4A92-8751-FB5CDCEB6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600">
          <a:solidFill>
            <a:schemeClr val="tx2"/>
          </a:solidFill>
          <a:latin typeface="Angsana New" pitchFamily="18" charset="-34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4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42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8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36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3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25062" y="6296038"/>
            <a:ext cx="1180201" cy="224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A0431EA-79BC-4C83-B856-F7E61312BBEC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9" name="Text Placeholder 24"/>
          <p:cNvSpPr txBox="1">
            <a:spLocks/>
          </p:cNvSpPr>
          <p:nvPr userDrawn="1"/>
        </p:nvSpPr>
        <p:spPr>
          <a:xfrm>
            <a:off x="5106232" y="6289218"/>
            <a:ext cx="1979535" cy="2385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www.company.com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3243CB-A807-4A13-810D-BAC57FFBDF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0"/>
          <a:srcRect t="24977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CEEF3BA-8967-4FED-B9B9-817ACF06409D}"/>
              </a:ext>
            </a:extLst>
          </p:cNvPr>
          <p:cNvSpPr/>
          <p:nvPr userDrawn="1"/>
        </p:nvSpPr>
        <p:spPr>
          <a:xfrm>
            <a:off x="0" y="0"/>
            <a:ext cx="12192000" cy="66899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8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  <p:sldLayoutId id="2147483936" r:id="rId18"/>
    <p:sldLayoutId id="2147483937" r:id="rId19"/>
    <p:sldLayoutId id="2147483938" r:id="rId20"/>
    <p:sldLayoutId id="2147483939" r:id="rId21"/>
    <p:sldLayoutId id="2147483940" r:id="rId22"/>
    <p:sldLayoutId id="2147483941" r:id="rId23"/>
    <p:sldLayoutId id="2147483942" r:id="rId24"/>
    <p:sldLayoutId id="2147483943" r:id="rId25"/>
    <p:sldLayoutId id="2147483944" r:id="rId26"/>
    <p:sldLayoutId id="2147483945" r:id="rId27"/>
    <p:sldLayoutId id="2147483946" r:id="rId28"/>
    <p:sldLayoutId id="2147483947" r:id="rId29"/>
    <p:sldLayoutId id="2147483948" r:id="rId30"/>
    <p:sldLayoutId id="2147483949" r:id="rId31"/>
    <p:sldLayoutId id="2147483950" r:id="rId32"/>
    <p:sldLayoutId id="2147483951" r:id="rId33"/>
    <p:sldLayoutId id="2147483952" r:id="rId34"/>
    <p:sldLayoutId id="2147483953" r:id="rId35"/>
    <p:sldLayoutId id="2147483954" r:id="rId36"/>
    <p:sldLayoutId id="2147483955" r:id="rId37"/>
    <p:sldLayoutId id="2147483956" r:id="rId38"/>
    <p:sldLayoutId id="2147483957" r:id="rId39"/>
    <p:sldLayoutId id="2147483958" r:id="rId40"/>
    <p:sldLayoutId id="2147483959" r:id="rId41"/>
    <p:sldLayoutId id="2147483960" r:id="rId42"/>
    <p:sldLayoutId id="2147483961" r:id="rId43"/>
    <p:sldLayoutId id="2147483962" r:id="rId44"/>
    <p:sldLayoutId id="2147483963" r:id="rId45"/>
    <p:sldLayoutId id="2147483964" r:id="rId46"/>
    <p:sldLayoutId id="2147483965" r:id="rId47"/>
    <p:sldLayoutId id="2147483966" r:id="rId48"/>
    <p:sldLayoutId id="2147483967" r:id="rId49"/>
    <p:sldLayoutId id="2147483968" r:id="rId50"/>
    <p:sldLayoutId id="2147483969" r:id="rId51"/>
    <p:sldLayoutId id="2147483970" r:id="rId52"/>
    <p:sldLayoutId id="2147483971" r:id="rId53"/>
    <p:sldLayoutId id="2147483972" r:id="rId54"/>
    <p:sldLayoutId id="2147483973" r:id="rId55"/>
    <p:sldLayoutId id="2147483974" r:id="rId56"/>
    <p:sldLayoutId id="2147483975" r:id="rId57"/>
    <p:sldLayoutId id="2147483976" r:id="rId58"/>
    <p:sldLayoutId id="2147483977" r:id="rId59"/>
    <p:sldLayoutId id="2147483978" r:id="rId60"/>
    <p:sldLayoutId id="2147483979" r:id="rId61"/>
    <p:sldLayoutId id="2147483980" r:id="rId62"/>
    <p:sldLayoutId id="2147483981" r:id="rId63"/>
    <p:sldLayoutId id="2147483982" r:id="rId64"/>
    <p:sldLayoutId id="2147483983" r:id="rId65"/>
    <p:sldLayoutId id="2147483984" r:id="rId66"/>
    <p:sldLayoutId id="2147483985" r:id="rId67"/>
    <p:sldLayoutId id="2147483986" r:id="rId68"/>
    <p:sldLayoutId id="2147483987" r:id="rId69"/>
    <p:sldLayoutId id="2147483988" r:id="rId70"/>
    <p:sldLayoutId id="2147483989" r:id="rId71"/>
    <p:sldLayoutId id="2147483990" r:id="rId72"/>
    <p:sldLayoutId id="2147483991" r:id="rId73"/>
    <p:sldLayoutId id="2147483992" r:id="rId74"/>
    <p:sldLayoutId id="2147483993" r:id="rId75"/>
    <p:sldLayoutId id="2147483994" r:id="rId76"/>
    <p:sldLayoutId id="2147483995" r:id="rId77"/>
    <p:sldLayoutId id="2147483996" r:id="rId78"/>
    <p:sldLayoutId id="2147483997" r:id="rId79"/>
    <p:sldLayoutId id="2147483998" r:id="rId80"/>
    <p:sldLayoutId id="2147483999" r:id="rId81"/>
    <p:sldLayoutId id="2147484000" r:id="rId82"/>
    <p:sldLayoutId id="2147484001" r:id="rId83"/>
    <p:sldLayoutId id="2147484002" r:id="rId84"/>
    <p:sldLayoutId id="2147484003" r:id="rId85"/>
    <p:sldLayoutId id="2147484004" r:id="rId86"/>
    <p:sldLayoutId id="2147484005" r:id="rId87"/>
    <p:sldLayoutId id="2147484006" r:id="rId88"/>
    <p:sldLayoutId id="2147484007" r:id="rId89"/>
    <p:sldLayoutId id="2147484008" r:id="rId90"/>
    <p:sldLayoutId id="2147484009" r:id="rId91"/>
    <p:sldLayoutId id="2147484010" r:id="rId92"/>
    <p:sldLayoutId id="2147484011" r:id="rId93"/>
    <p:sldLayoutId id="2147484012" r:id="rId94"/>
    <p:sldLayoutId id="2147484013" r:id="rId95"/>
    <p:sldLayoutId id="2147484014" r:id="rId96"/>
    <p:sldLayoutId id="2147484015" r:id="rId97"/>
    <p:sldLayoutId id="2147484016" r:id="rId9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7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7" Type="http://schemas.openxmlformats.org/officeDocument/2006/relationships/image" Target="../media/image14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4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7" Type="http://schemas.openxmlformats.org/officeDocument/2006/relationships/image" Target="../media/image20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5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7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8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0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1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3.bin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5.bin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6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7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8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9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0.bin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31.bin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32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3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31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34.bin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3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FE8F183-12DF-4B03-9CAB-959BB056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5117" y="0"/>
            <a:ext cx="13206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3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04BF28E-0481-4D70-8B0F-F79A3ED98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15058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US" altLang="th-TH" sz="3600" dirty="0">
                <a:solidFill>
                  <a:schemeClr val="tx1"/>
                </a:solidFill>
              </a:rPr>
              <a:t>Relational Model</a:t>
            </a:r>
            <a:endParaRPr lang="en-US" sz="4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ubtitle 4">
            <a:extLst>
              <a:ext uri="{FF2B5EF4-FFF2-40B4-BE49-F238E27FC236}">
                <a16:creationId xmlns:a16="http://schemas.microsoft.com/office/drawing/2014/main" id="{91F40D55-54EC-4696-97FB-6A057B685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Ctr="0">
            <a:norm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Database Design &amp; Development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Asst. Prof. Satidchoke Phosaard, Ph.D.</a:t>
            </a:r>
          </a:p>
        </p:txBody>
      </p:sp>
      <p:sp>
        <p:nvSpPr>
          <p:cNvPr id="44" name="Rectangle 3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3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26617B-462A-4B15-804B-034902DFA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12" y="211111"/>
            <a:ext cx="2057400" cy="56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45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CD8FCF0-BA6A-40CE-8947-E2DF3EFAA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วัตถุประสงค์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20CE38B-2774-4BFB-9B7C-166A324EC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สามารถอธิบายถึงวิวัฒนาการของแบบจำลองเชิงสัมพันธ์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สามารถอธิบายแนวคิดของแบบจำลองเชิงสัมพันธ์ได้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สามารถอธิบายการแทนข้อมูลในแบบจำลองเชิงสัมพันธ์ได้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สามารถอธิบายการกำหนดเงื่อนไขบังคับสำหรับบูรณภาพของข้อมูลแบบต่างๆ 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สามารถสร้างแบบจำลองเชิงสัมพันธ์จาก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D93FEAD-3ACD-425A-939F-8C6E1AC0E4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คำสำคัญ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50F6210-B075-471F-901E-FBAD52839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12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ข้อของ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 (E. F. Codd’s 12 rules)</a:t>
            </a: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รีเลชัน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(relation)</a:t>
            </a:r>
          </a:p>
          <a:p>
            <a:r>
              <a:rPr lang="th-TH" altLang="en-US" sz="3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สคี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มา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(schema)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กรณีตัวอย่าง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(instance)</a:t>
            </a:r>
            <a:endParaRPr lang="th-TH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ทูเพ</a:t>
            </a:r>
            <a:r>
              <a:rPr lang="th-TH" altLang="en-US" sz="3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ิล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(tuple)  </a:t>
            </a:r>
            <a:r>
              <a:rPr lang="th-TH" altLang="en-US" sz="3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ฟิ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ลด์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(field)  </a:t>
            </a:r>
            <a:endParaRPr lang="th-TH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โดเมน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(domain)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ดีกรี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(degree)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คาร์ดิน</a:t>
            </a:r>
            <a:r>
              <a:rPr lang="th-TH" altLang="en-US" sz="3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ัลลิ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ตี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(cardinality);  </a:t>
            </a:r>
            <a:endParaRPr lang="th-TH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(integrity constraints)</a:t>
            </a:r>
            <a:endParaRPr lang="th-TH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เงื่อนไขบังคับโดเมน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(domain constraints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3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EB423E3-4BC7-4CD5-A87B-354B7B8DC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คำสำคัญ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33E8E3E-A1A8-40E6-AE44-C665A291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(key constraints)</a:t>
            </a:r>
            <a:endParaRPr lang="th-TH" alt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คีย์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(key)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 คีย์หลัก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(primary key)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 คีย์คู่แข่ง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(candidate key)</a:t>
            </a:r>
            <a:endParaRPr lang="th-TH" alt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คีย์ประกอบ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(composite key)  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คีย์ภายนอก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(foreign key)  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(foreign key constraints)</a:t>
            </a:r>
            <a:endParaRPr lang="th-TH" alt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บูรณภาพเชิงอ้างอิง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(referential integrity)</a:t>
            </a:r>
            <a:endParaRPr lang="th-TH" alt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constraints)</a:t>
            </a:r>
            <a:endParaRPr lang="th-TH" alt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การสร้างแบบจำลองเชิงสัมพันธ์จาก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endParaRPr lang="th-TH" altLang="en-US" sz="3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(view)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2852BCF-2A6E-4F5E-AB17-2F229B3FB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1F9761B-717B-4CB6-B967-19EB34EB2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3775537-2EA4-4B56-B964-1D40FCF64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CAF0C67-FD7E-4AF3-AF36-9EDFDF940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AD8EBF5-8036-44EA-B0B7-484CBF79C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2D7DDF7-CF1A-4EC0-B887-FEB1B5FE5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6208-4FA8-43D4-A60C-43D19EB2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แนวคิดทั่วไปเกี่ยวกับแบบจำลองเชิงสัมพันธ์</a:t>
            </a:r>
            <a:endParaRPr lang="en-US" sz="6000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B3064718-6C3B-419F-995D-51E6E4F5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Relational Model</a:t>
            </a:r>
            <a:endParaRPr lang="th-TH" altLang="en-US" sz="36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8C9F8-CFC4-46BA-A147-A95D5A748684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แบบจำลองเชิงสัมพันธ์เป็นพื้นฐานของระบบจัดการฐานข้อมูลเชิงสัมพันธ์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1E63-F54F-4BF5-95C9-F254E51B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แนวคิดทั่วไปเกี่ยวกับแบบจำลองเชิงสัมพันธ์</a:t>
            </a:r>
            <a:endParaRPr lang="en-US" sz="6000" dirty="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C1A252B0-BBC9-44CD-878E-95F684C34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Relational Model</a:t>
            </a:r>
            <a:endParaRPr lang="th-TH" altLang="en-US" sz="36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EDAA3CB-D80A-447B-A22A-8BF8792BD906}"/>
              </a:ext>
            </a:extLst>
          </p:cNvPr>
          <p:cNvGraphicFramePr/>
          <p:nvPr/>
        </p:nvGraphicFramePr>
        <p:xfrm>
          <a:off x="3048000" y="2362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3FFBC13-8FFE-40DC-9585-8F6B260CE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2A43AF5-E1C5-4B90-993D-71E63867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1F3D02D-0832-42B3-B9FB-EE335DA77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วิวัฒนาการของแบบจำลองเชิงสัมพันธ์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F550D66-7A5A-4067-B769-2871EBC47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1970  E. F. Codd</a:t>
            </a: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ผู้นำเสนอแบบจำลองข้อมูลเชิงสัมพันธ์เป็นคนแรก</a:t>
            </a:r>
            <a:endParaRPr lang="en-US" alt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ก่อนหน้านั้นใช้แบบจำลองข้อมูลเชิงลำดับชั้นและแบบจำลองข้อมูลเชิงเครือข่าย </a:t>
            </a:r>
            <a:endParaRPr lang="en-US" alt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1C0697B-D1B3-4D1F-9123-428FAF0CC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วิวัฒนาการของแบบจำลองเชิงสัมพันธ์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FD15D18-ADBB-41B0-B007-F036550D9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1970s IBM’s System R</a:t>
            </a:r>
          </a:p>
          <a:p>
            <a:pPr lvl="1"/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Early Relational Database Implementation</a:t>
            </a: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การจัดการธุรกรรม  การรองรับการทำงานพร้อมกัน  การใช้งานข้อคำถามที่มีโครงสร้าง  การปรับปรุงประสิทธิภาพของการแสดงข้อมูลจากข้อคำถาม  ความมั่นคงปลอดภัยของข้อมูล  บูรณภาพของข้อมูลหรือความถูกต้องของข้อมูล  และส่วนติดต่อกับผู้ใช้</a:t>
            </a:r>
            <a:endParaRPr lang="en-US" altLang="en-US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FC6E894-7A97-4C4F-A006-F1F5AFFFC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วิวัฒนาการของแบบจำลองเชิงสัมพันธ์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EABD8A9-3133-4D15-8F0F-B3F251909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1970s INGRES (Interactive Graphics Retrieval System)—University of California at Berkeley </a:t>
            </a:r>
          </a:p>
          <a:p>
            <a:pPr lvl="1"/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Similar to IBM’s System 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53D61CC-C6D3-4DAC-8402-60423730A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วิวัฒนาการของแบบจำลองเชิงสัมพันธ์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0898861-1270-4955-BDE7-D345DC82F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1970-1980 Commercial Database</a:t>
            </a:r>
          </a:p>
          <a:p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Present</a:t>
            </a:r>
          </a:p>
          <a:p>
            <a:pPr lvl="1"/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Microsoft Access, Microsoft SQL Server, Microsoft Visual FoxPro, Oracle, IBM DB/2, MySQL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AD83A7C-41D1-42A3-8CEB-F4F841270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B5159815-98C3-4D3F-AA5E-949BE7701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F6C6-B13F-4EE3-AD3D-22D273DD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1F11C643-1796-42F0-9BE2-FEDF6CF8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E. F. Codd’s 12 Rules</a:t>
            </a:r>
            <a:endParaRPr lang="th-TH" altLang="en-US" sz="36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1791A-395D-445C-9B40-4AE8D04C68CB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กฎ</a:t>
            </a: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 12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ข้อของ</a:t>
            </a: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 E. F. </a:t>
            </a:r>
            <a:r>
              <a:rPr lang="en-US" sz="3200" b="1" dirty="0" err="1">
                <a:latin typeface="Angsana New" pitchFamily="18" charset="-34"/>
                <a:cs typeface="Angsana New" pitchFamily="18" charset="-34"/>
              </a:rPr>
              <a:t>Codd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คือ กฎที่บัญญัติไว้สำหรับกำหนดให้ระบบจัดการฐานข้อมูลเชิงสัมพันธ์รองรับ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04B5-52EF-41FF-B9EC-CDB0CDE6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1F04FCD3-D15C-4535-BC7B-AC04A0B8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0 กฎพื้นฐาน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Foundation rule)</a:t>
            </a:r>
            <a:endParaRPr lang="th-TH" altLang="en-US" sz="36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72540-A853-48C7-AA22-276F7556DE65}"/>
              </a:ext>
            </a:extLst>
          </p:cNvPr>
          <p:cNvSpPr txBox="1"/>
          <p:nvPr/>
        </p:nvSpPr>
        <p:spPr>
          <a:xfrm>
            <a:off x="2819400" y="2971800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ระบบฐานข้อมูลเชิงสัมพันธ์ต้องมีความสามารถในจัดการฐานข้อมูลทั้งหมดโดยใช้ความสามารถเชิงสัมพันธ์  กล่าวคือการจัดการข้อมูลใดๆ  จะอ้างอิงถึงทฤษฎีเชิงสัมพันธ์เท่านั้น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A3438-99B9-41C0-9B5A-5E56C35C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8BA47144-9F06-4688-AEB8-953390DFA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1 กฎสารสนเทศ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Information rule)</a:t>
            </a:r>
            <a:endParaRPr lang="th-TH" altLang="en-US" sz="36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70C55-F187-4673-8B8F-D73B0DA6B6EE}"/>
              </a:ext>
            </a:extLst>
          </p:cNvPr>
          <p:cNvSpPr txBox="1"/>
          <p:nvPr/>
        </p:nvSpPr>
        <p:spPr>
          <a:xfrm>
            <a:off x="2819400" y="2971800"/>
            <a:ext cx="6705600" cy="25542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ข้อมูลทั้งหมดในฐานข้อมูลเชิงสัมพันธ์จะต้องปรากฏอยู่อย่างชัดแจ้ง  เช่นข้อมูลในฐานข้อมูลแต่ละระเบียนที่จะต้องปรากฏอยู่ในตาราง  ตลอดจนระบุด้วยชื่อของตาราง  และชื่อของคอลัมน์ และต้องจัดเก็บโดยแทนค่าแบบใดแบบหนึ่งเท่านั้น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88D6-9460-4843-8C50-2AA36A41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E339CAB3-889D-4F55-9A98-9C28732B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2 กฎการรับประกันการเข้าถึงข้อมูล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Guaranteed access rule)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C6249-8FF7-4F7A-A2B6-42CDF33C740E}"/>
              </a:ext>
            </a:extLst>
          </p:cNvPr>
          <p:cNvSpPr txBox="1"/>
          <p:nvPr/>
        </p:nvSpPr>
        <p:spPr>
          <a:xfrm>
            <a:off x="2819400" y="3465514"/>
            <a:ext cx="6705600" cy="10763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ข้อมูลทุกๆ  ค่าที่เก็บไว้ในฐานข้อมูลจะต้องสามารถเข้าถึงได้โดยการระบุชื่อตาราง  คีย์หลัก  และชื่อคอลัมน์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51D4-25DF-47D6-BC2B-16591095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DC14263F-84DC-4647-B228-76E58BE22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3 การรองรับค่าว่าง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Systematic null value support)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C83A1-05D5-4948-BDA4-A43E8E43D4A9}"/>
              </a:ext>
            </a:extLst>
          </p:cNvPr>
          <p:cNvSpPr txBox="1"/>
          <p:nvPr/>
        </p:nvSpPr>
        <p:spPr>
          <a:xfrm>
            <a:off x="2819400" y="2971801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ระบบจัดการฐานข้อมูลต้องรองรับค่าว่างหรือ 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null value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โดยค่าดังกล่าวต้องแสดงว่าข้อมูลยังคงว่างเปล่าอยู่  ต่างจากค่าโดยปริยาย  เช่น ต่างจากค่า 0  และไม่ขึ้นกับโดเมนของแอทริบิวต์ใดๆ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E3990-FDAE-4438-946D-8BEC9E21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59374B49-61E6-4EFD-9765-E94E0C619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4 โครงสร้างของรีเลชันสามารถเรียกดูได้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Dynamic On-line Catalog Based on the Relational Model)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4D63C-3FCA-471F-B2A4-4A170E721B8F}"/>
              </a:ext>
            </a:extLst>
          </p:cNvPr>
          <p:cNvSpPr txBox="1"/>
          <p:nvPr/>
        </p:nvSpPr>
        <p:spPr>
          <a:xfrm>
            <a:off x="2743200" y="2667000"/>
            <a:ext cx="6705600" cy="30464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โครงสร้างต่างๆ  ของฐานข้อมูลที่นิยามหรือกำหนดไว้เช่น รายการตารางต่างๆ  ในฐานข้อมูล  รายการคอลัมน์ในตาราง  จะต้องสามารถเรียกแสดงโครงสร้างและจัดการแก้ไขได้โดยภาษาที่ใดๆ  ที่มีโครงสร้าง  ซึ่งโครงสร้างเหล่านี้จะถูกอ้างอิงโดยข้อมูลฐานข้อมูล  ตลอดจนผู้ใช้งานที่ใช้งานข้อมูลจะอาศัยโครงสร้างเดียวกันนี้ในการใช้งานฐานข้อมูล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CE06-AC01-4C39-90AA-7011C2BD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370ABD39-1302-4334-B8C9-0F1FAAE6C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5 กฎการมีภาษาที่สนับสนุนอย่างเต็มรูปแบบ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Comprehensive data sublanguage rule)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EE413-3F07-407A-B96D-5E543ED04457}"/>
              </a:ext>
            </a:extLst>
          </p:cNvPr>
          <p:cNvSpPr txBox="1"/>
          <p:nvPr/>
        </p:nvSpPr>
        <p:spPr>
          <a:xfrm>
            <a:off x="2819400" y="3348038"/>
            <a:ext cx="6705600" cy="206216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จะต้องมีภาษาอย่างน้อยหนึ่งภาษาที่ออกแบบมาอย่างสมบูรณ์และสามารถจัดการฐานข้อมูลเชิงสัมพันธ์ได้เต็มความสามารถของแบบจำลอง (อาจไม่ใช่ 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SQL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ก็ได้)  โดยความสามารถที่ภาษาจะต้องรองรับได้แก่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6C79-740B-4B5E-8542-E0D97165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201D7731-42B6-49EA-8E4A-E97870B75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5 กฎการมีภาษาที่สนับสนุนอย่างเต็มรูปแบบ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Comprehensive data sublanguage rule)</a:t>
            </a:r>
          </a:p>
          <a:p>
            <a:pPr lvl="1"/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การนิยามข้อมูล</a:t>
            </a:r>
          </a:p>
          <a:p>
            <a:pPr lvl="1"/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	การนิยามวิว</a:t>
            </a:r>
          </a:p>
          <a:p>
            <a:pPr lvl="1"/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	การแก้ไขข้อมูล ได้แก่การเพิ่ม ลบ และแก้ไข</a:t>
            </a:r>
          </a:p>
          <a:p>
            <a:pPr lvl="1"/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	การกำหนดกฎบูรณภาพหรือกฎเพื่อคงความถูกต้องของข้อมูล</a:t>
            </a:r>
          </a:p>
          <a:p>
            <a:pPr lvl="1"/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	การกำหนดสิทธิในการเข้าใช้ฐานข้อมูล</a:t>
            </a:r>
          </a:p>
          <a:p>
            <a:pPr lvl="1"/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	การจัดการธุรกรรม</a:t>
            </a:r>
            <a:endParaRPr lang="en-US" altLang="en-US" sz="32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9D5E-31C7-4A1E-93AD-657881DD1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126CCF86-150A-48A7-9ACB-CD51C4F5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6 กฎการแก้ไขข้อมูลผ่านทางวิว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View updating rule)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B50F6-FFDD-4CE6-8ADE-C2B6F08BEEE4}"/>
              </a:ext>
            </a:extLst>
          </p:cNvPr>
          <p:cNvSpPr txBox="1"/>
          <p:nvPr/>
        </p:nvSpPr>
        <p:spPr>
          <a:xfrm>
            <a:off x="2743200" y="2398752"/>
            <a:ext cx="6705600" cy="30464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วิวทุกวิวที่อนุญาตให้แก้ไขข้อมูลได้  จะต้องสามารถแก้ไขข้อมูลในฐานข้อมูลผ่านทางวิวได้  กล่าวคือโดยปกติวิวจะเกิดจากรีเลชันหลักในฐานข้อมูล  โอยอาจเป็นหลายๆ  รีเลชันมารวมกัน  การแก้ไขข้อมูลในวิวใดๆ  ข้อมูลที่ได้รับการแก้ไข  ข้อมูลในรีเลชันหลักที่สัมพันธ์กับข้อมูลในวิวจะต้องถูกปรับปรุงให้ตรงกัน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0D84-5094-46F5-A2F9-E0E84CF3F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4EFF7FDA-ADF7-4A29-B81E-546503DD1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7 มีความสามารถในการเพิ่ม ลบ และแก้ไขข้อมูล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High-level insertion, update, and deletion)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BEC37-AE58-4D27-B809-D5C7214D9479}"/>
              </a:ext>
            </a:extLst>
          </p:cNvPr>
          <p:cNvSpPr txBox="1"/>
          <p:nvPr/>
        </p:nvSpPr>
        <p:spPr>
          <a:xfrm>
            <a:off x="2743200" y="2884346"/>
            <a:ext cx="6705600" cy="255428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ไม่ใช่แค่การแสดงข้อมูลเท่านั้นที่ระบบจัดการฐานข้อมูลรองรับ  ระบบจัดการฐานข้อมูลต้องรองรับการเพิ่ม  การแก้ไขหรือปรับปรุง  และการลบข้อมูลได้  ซึ่งกฎข้อนี้กล่าวถึงความสามารถในการจัดการข้อมูลทีละหลายๆ กลุ่มของข้อมูลเช่น หลายๆ ระเบียน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F1FD-1E90-41EA-B7FA-22E632EC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60419" name="Content Placeholder 2">
            <a:extLst>
              <a:ext uri="{FF2B5EF4-FFF2-40B4-BE49-F238E27FC236}">
                <a16:creationId xmlns:a16="http://schemas.microsoft.com/office/drawing/2014/main" id="{A4630C27-DFEC-45EE-8B4D-5BBCB088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8 มีความเป็นอิสระของข้อมูลระดับกายภาพ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Physical data independence)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90B97-17E7-4DA2-B8F0-26FB6F9F1902}"/>
              </a:ext>
            </a:extLst>
          </p:cNvPr>
          <p:cNvSpPr txBox="1"/>
          <p:nvPr/>
        </p:nvSpPr>
        <p:spPr>
          <a:xfrm>
            <a:off x="2743200" y="2438400"/>
            <a:ext cx="6705600" cy="31083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2800" dirty="0">
                <a:latin typeface="Angsana New" pitchFamily="18" charset="-34"/>
                <a:cs typeface="Angsana New" pitchFamily="18" charset="-34"/>
              </a:rPr>
              <a:t>โปรแกรมประยุกต์หรือโปรแกรมอื่นใดที่ใช้งานระบบจัดการฐานข้อมูลจะต้องไม่ได้รับผลกระทบกรณีมีการปรับเปลี่ยนข้อกำหนดด้านกายภาพ  กล่าวคือโปรแกรมที่เรียกใช้งานระบบจัดการฐานข้อมูลจะต้องยังคงทำงานได้ดังเดิมในกรณีที่โครงสร้างภายในของระบบจัดการฐานข้อมูลในระดับการจัดเก็บข้อมูลในอุปกรณ์หน่วยความจำสำรอง (ฮาร์ดดิสก์)  เช่น อาจมีการเปลี่ยนลำดับของไฟล์ใหม่  มีการสร้างไฟล์ดัชนีใหม่  เป็นต้น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321D-8329-442A-A62E-D10F4A1C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D30464D1-C5EC-42C1-885E-5B123B059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71600"/>
            <a:ext cx="8229600" cy="4114800"/>
          </a:xfrm>
        </p:spPr>
        <p:txBody>
          <a:bodyPr/>
          <a:lstStyle/>
          <a:p>
            <a:r>
              <a:rPr lang="th-TH" alt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9 มีความเป็นอิสระของข้อมูลระดับตรรกะ (</a:t>
            </a:r>
            <a:r>
              <a:rPr lang="en-US" alt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Logical data independence)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D5521-D594-4829-A140-2C28EEDE3EFA}"/>
              </a:ext>
            </a:extLst>
          </p:cNvPr>
          <p:cNvSpPr txBox="1"/>
          <p:nvPr/>
        </p:nvSpPr>
        <p:spPr>
          <a:xfrm>
            <a:off x="2743200" y="2362200"/>
            <a:ext cx="6705600" cy="35401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2800" dirty="0">
                <a:latin typeface="Angsana New" pitchFamily="18" charset="-34"/>
                <a:cs typeface="Angsana New" pitchFamily="18" charset="-34"/>
              </a:rPr>
              <a:t>โปรแกรมประยุกต์หรือโปรแกรมอื่นใดที่ใช้งานระบบจัดการฐานข้อมูลจะต้องไม่ได้รับผลกระทบกรณีมีการปรับเปลี่ยนข้อกำหนดด้านตรรกะ  กล่าวคือโปรแกรมที่เรียกใช้งานระบบจัดการฐานข้อมูลจะต้องยังคงทำงานได้ดังเดิมในกรณีที่มีการเปลี่ยนโครงสร้างตารางข้อมูล  อย่างไรก็ตาม  หากโครงสร้างข้อมูลที่ปรับเปลี่ยนเกี่ยวข้องกับโปรแกรมประยุกต์นั้นๆ  โดยตรงเช่นจะต้องมีการจัดเก็บข้อมูลเพิ่มอีก 1 คอลัมน์  ผ่านทางหน้าจอโปรแกรม  เรายังคงต้องแก้ไขโปรแกรมประยุกต์  ให้รองรับการกรอกข้อมูลนั้น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5AB8-5CBB-4B42-950F-C420D0988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85F8D1D5-5A7C-484A-8BDE-D12394AB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10 มีความเป็นอิสระของบูรณภาพ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Integrity independence)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464E3-A2A9-44F3-A7FB-58BE58681486}"/>
              </a:ext>
            </a:extLst>
          </p:cNvPr>
          <p:cNvSpPr txBox="1"/>
          <p:nvPr/>
        </p:nvSpPr>
        <p:spPr>
          <a:xfrm>
            <a:off x="2743200" y="2521021"/>
            <a:ext cx="6705600" cy="25542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ภาษาฐานข้อมูลต้องรองรับการกำหนดข้อกำหนดหรือกฎต่างๆ  ที่บังคับให้ข้อมูลมีความถูกต้องตามข้อกำหนดทางธุรกิจหรือที่เรียกว่าบูรณภาพของข้อมูล  ข้อกำหนดเหล่านี้ต้องถูกจัดเก็บอยู่ในระบบจัดการฐานข้อมูลและไม่สามารถที่จะละเมิดข้อกำหนดนี้ได้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7FC37-03F1-4DBC-AD9A-31E583D70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60CBFA4F-AC92-4D59-B868-4B1AC45D0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11 มีอิสระในการกระจาย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Distribution independence)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6A84A-2D17-496A-B3E5-14D677497793}"/>
              </a:ext>
            </a:extLst>
          </p:cNvPr>
          <p:cNvSpPr txBox="1"/>
          <p:nvPr/>
        </p:nvSpPr>
        <p:spPr>
          <a:xfrm>
            <a:off x="2743200" y="2521021"/>
            <a:ext cx="6705600" cy="25542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โปรแกรมประยุกต์หรือโปรแกรมอื่นใดที่ใช้งานระบบจัดการฐานข้อมูลจะต้องไม่ได้รับผลกระทบ  สามารถใช้งานได้อย่างเป็นปกติ  ในกรณีที่มีการกระจายของข้อมูล  ซึ่งในที่นี้หมายถึงการที่ข้อมูลกระจายไปอยู่ในอุปกรณ์จัดเก็บหลายๆ  แหล่ง  หรือแม้แต่กลับมารวมกันในแหล่งเดียว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165A-5C87-45A3-89C8-DBADC396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กฎ</a:t>
            </a:r>
            <a:r>
              <a:rPr lang="en-US" sz="6000" dirty="0"/>
              <a:t> </a:t>
            </a:r>
            <a:r>
              <a:rPr lang="en-US" dirty="0"/>
              <a:t>12</a:t>
            </a:r>
            <a:r>
              <a:rPr lang="th-TH" sz="6000" dirty="0"/>
              <a:t> ข้อของ</a:t>
            </a:r>
            <a:r>
              <a:rPr lang="en-US" sz="6000" dirty="0"/>
              <a:t> </a:t>
            </a:r>
            <a:r>
              <a:rPr lang="en-US" dirty="0"/>
              <a:t>E. F. </a:t>
            </a:r>
            <a:r>
              <a:rPr lang="en-US" dirty="0" err="1"/>
              <a:t>Codd</a:t>
            </a:r>
            <a:endParaRPr lang="en-US" sz="6000" dirty="0"/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F6FEA204-E3D3-40BB-9590-E4085A3AE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กฎข้อที่ 12 ไม่อนุญาตให้ภาษาในระดับต่ำกว่าเลี่ยงกฎบูรณภาพ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Nonsubversion rule)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CB926-BCF7-47DE-8FCD-EDC17BC093D7}"/>
              </a:ext>
            </a:extLst>
          </p:cNvPr>
          <p:cNvSpPr txBox="1"/>
          <p:nvPr/>
        </p:nvSpPr>
        <p:spPr>
          <a:xfrm>
            <a:off x="2743200" y="2767083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ภาษาในระดับต่ำกว่า ในที่นี้หมายถึงภาษาที่จัดการข้อมูลครั้งละข้อมูล  เช่น ครั้งละระเบียน  ครั้งละคอลัมน์ในระเบียน  จะต้องไม่สามารถเลี่ยงกฎต่างๆ  ที่ตั้งไว้เพื่อบูรณภาพของข้อมูลได้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41EF6A8-5A78-4E85-BFED-3C0BDC205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141AD37-944D-4CC0-B487-9800F122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D567118-00BF-4DD5-9B4D-0FE19C629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ข้อดีของฐานข้อมูลเชิงสัมพันธ์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6913490-5B87-4FB7-814B-9D8D43296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ฐานข้อมูลเชิงสัมพันธ์เป็นรูปแบบของฐานข้อมูลซึ่งง่ายสำหรับผู้ใช้ทั่วไป โดยเฉพาะผู้ใช้ที่ไม่ใช่นักวิเคราะห์และออกแบบระบบ โปรแกรมเมอร์หรือผู้จัดการฐานข้อมูล เป็นต้น ในปัจจุบัน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Relational Model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ได้รับความนิยมใช้กันมากกว่าโมเดลอื่น ๆ เนื่องจากมีข้อดีดังนี้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ACA76F4-3736-4DBB-8ACE-F15F67A9E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ข้อดีของฐานข้อมูลเชิงสัมพันธ์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5A2F8C9-8667-4B52-A80F-1AA4900B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ผลงานที่ได้จากการพัฒนาระบบงานสูงสุด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(Productivity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สูงมาก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โครงสร้างข้อมูลเรียบง่าย ทำให้ง่ายต่อการใช้งานและการเขียนโปรแกรม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ภาษาที่ใช้เหมาะสม เป็นภาษาที่เรียกว่า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“relational complete language”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concept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ของ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set theory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เช่น ภาษา 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SQL, QBE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เป็นต้น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599B1F4-8430-4197-9338-367B59419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45F2DEB-DF68-405D-8904-FD936B552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8048-25D6-4FF1-A488-36BACB9F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1FB765BD-9160-4578-82F1-088FFFE0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รีเลชัน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A4F3D-2D2F-4D51-8766-1063EF0FE477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รีเลชัน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คือ ตารางข้อมูลที่ประกอบไปด้วยคอลัมน์/สดมภ์ (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Columns) 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และแถว (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Rows)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0F7E-4B57-4D94-A3EE-98602871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80899" name="Content Placeholder 2">
            <a:extLst>
              <a:ext uri="{FF2B5EF4-FFF2-40B4-BE49-F238E27FC236}">
                <a16:creationId xmlns:a16="http://schemas.microsoft.com/office/drawing/2014/main" id="{2E32DC39-43E8-43A4-8023-62077A672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แอทริบิวต์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Attribute)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6F4E2-D978-47CE-87E0-06A745D80B6D}"/>
              </a:ext>
            </a:extLst>
          </p:cNvPr>
          <p:cNvSpPr txBox="1"/>
          <p:nvPr/>
        </p:nvSpPr>
        <p:spPr>
          <a:xfrm>
            <a:off x="2819400" y="2971800"/>
            <a:ext cx="67056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แอทริบิวต์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คือ คอลัมน์ของข้อมูลในตาราง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EB97-63D8-4639-8D40-7818B944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CC409645-ECE1-4124-8C64-F04082B49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แอทริบิวต์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Attribute)</a:t>
            </a:r>
            <a:endParaRPr lang="th-TH" altLang="en-US" sz="3600" b="1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แอทริบิวต์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คอลัมน์</a:t>
            </a:r>
            <a:r>
              <a:rPr lang="en-US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 (column)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ฟิลด์</a:t>
            </a:r>
            <a:r>
              <a:rPr lang="en-US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 (field)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คือคุณสมบัติต่างๆ  ที่อธิบายข้อมูลของเอนทิตีหรือความสัมพันธ์ระหว่างเอนทิตี  สำหรับในระบบฐานข้อมูลเชิงสัมพันธ์  แอทริบิวต์ปรากฏอยู่ในรูปแบบของคอลัมน์ข้อมูลของตาราง  ขอบเขตของค่าที่เป็นไปได้ของแอทริบิวต์เรียกว่า 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โดเมน (</a:t>
            </a:r>
            <a:r>
              <a:rPr lang="en-US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domain)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การใช้งานฐานข้อมูลโดยปกติเรามีความจำเป็นต้องกำหนดขอบเขตของข้อมูลในแต่ละแอทริบิวต์เพื่อให้ข้อมูลมีความถูกต้อง  เช่น เพศของคนแต่ละคนมีได้</a:t>
            </a:r>
            <a:r>
              <a:rPr lang="en-US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 2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 ค่าคือ ชายและหญิง  เราสามารถกำหนด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เงื่อนไขบังคับโดเมน (</a:t>
            </a:r>
            <a:r>
              <a:rPr lang="en-US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domain constraint)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ในระบบจัดการฐานข้อมูล  เพื่อบังคับให้ข้อมูลที่บรรจุอยู่ในฐานข้อมูลมีความถูกต้องได้</a:t>
            </a:r>
            <a:endParaRPr lang="en-US" altLang="en-US" sz="28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DA7D-728B-463E-B67B-CBE73E0B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3EB6EF09-E7A2-47D8-9DFD-D4CA5DEDC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ทูเพิล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Tuple)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08076-626E-42F0-8988-A1839027DBC2}"/>
              </a:ext>
            </a:extLst>
          </p:cNvPr>
          <p:cNvSpPr txBox="1"/>
          <p:nvPr/>
        </p:nvSpPr>
        <p:spPr>
          <a:xfrm>
            <a:off x="2819400" y="2971800"/>
            <a:ext cx="67056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ทูเพิล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คือ แถวของข้อมูลในตาราง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47C8-89EE-4288-A002-B6340A9B3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5E3E86B8-BC12-459A-A553-64D06257D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ทูเพิล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Tuple)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ทูเพิล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แถว (</a:t>
            </a:r>
            <a:r>
              <a:rPr lang="en-US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row)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th-TH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เรคคอร์ด/ระเบียน (</a:t>
            </a:r>
            <a:r>
              <a:rPr lang="en-US" altLang="en-US" sz="2800" b="1">
                <a:latin typeface="Angsana New" panose="02020603050405020304" pitchFamily="18" charset="-34"/>
                <a:cs typeface="Angsana New" panose="02020603050405020304" pitchFamily="18" charset="-34"/>
              </a:rPr>
              <a:t>record) 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คือชุดของข้อมูล 1 ข้อมูลของรีเลชันนั้นๆ  มีลักษณะเป็นข้อมูลที่อยู่ในแถวๆ  หนึ่ง  ซึ่งได้แก่ข้อมูลของเอนทิตีหรือความสัมพันธ์ระหว่างเอนทิตีนั่นเอง  กลุ่มของแอทริบิวต์ทั้งหมดเป็นแม่แบบของข้อมูลแต่ละระเบียน  เราจึงเรียกกลุ่มของแอทริบิวต์ที่เป็นตัวกำหนดโครงสร้างของรีเลชันว่า สคีมา (</a:t>
            </a:r>
            <a:r>
              <a:rPr lang="en-US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schema) 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และสำหรับข้อมูลที่เป็นไปตามโครงสร้างของสคีมาในรีเลชันเรียกว่า กรณีตัวอย่าง (</a:t>
            </a:r>
            <a:r>
              <a:rPr lang="en-US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instance) </a:t>
            </a:r>
            <a:r>
              <a:rPr lang="th-TH" altLang="en-US" sz="2800">
                <a:latin typeface="Angsana New" panose="02020603050405020304" pitchFamily="18" charset="-34"/>
                <a:cs typeface="Angsana New" panose="02020603050405020304" pitchFamily="18" charset="-34"/>
              </a:rPr>
              <a:t>ของสคีมานั้นๆ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7357-8E59-43ED-AB52-3D8C1EA1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pic>
        <p:nvPicPr>
          <p:cNvPr id="89091" name="Picture 3">
            <a:extLst>
              <a:ext uri="{FF2B5EF4-FFF2-40B4-BE49-F238E27FC236}">
                <a16:creationId xmlns:a16="http://schemas.microsoft.com/office/drawing/2014/main" id="{2AC17AC0-6866-42BF-95ED-26E3B5461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1"/>
            <a:ext cx="853440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0092-803F-4427-8792-EC1664A0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91139" name="Content Placeholder 2">
            <a:extLst>
              <a:ext uri="{FF2B5EF4-FFF2-40B4-BE49-F238E27FC236}">
                <a16:creationId xmlns:a16="http://schemas.microsoft.com/office/drawing/2014/main" id="{70E6508D-8B65-481C-8592-17BD00225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คีย์หลัก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Primary Key)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935A3B-EE05-499D-BC21-F74F119D59C3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คีย์หลัก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คือ แอทริบิวต์หรือกลุ่มของแอทริบิวต์ที่สามารถระบุทูเพิลได้อย่างเฉพาะเจาะจง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A286-6859-4140-A1FF-13643F0A7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02F455D4-7129-4A54-B14F-81F88F627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ดีกรี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Degree)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D46CB-0875-433B-A1D7-1E181371C8AC}"/>
              </a:ext>
            </a:extLst>
          </p:cNvPr>
          <p:cNvSpPr txBox="1"/>
          <p:nvPr/>
        </p:nvSpPr>
        <p:spPr>
          <a:xfrm>
            <a:off x="2819400" y="2971800"/>
            <a:ext cx="67056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ดีกรี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คือ จำนวนแอทริบิวต์ในรีเลชัน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0367-EBE3-4A19-A2A3-70170191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sp>
        <p:nvSpPr>
          <p:cNvPr id="95235" name="Content Placeholder 2">
            <a:extLst>
              <a:ext uri="{FF2B5EF4-FFF2-40B4-BE49-F238E27FC236}">
                <a16:creationId xmlns:a16="http://schemas.microsoft.com/office/drawing/2014/main" id="{6472AC47-B761-4ADA-A6A1-AE32E7BAB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คาร์ดินัลลิตี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Cardinality)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7F850-B7C7-43D7-BA2A-8172C33FEF1C}"/>
              </a:ext>
            </a:extLst>
          </p:cNvPr>
          <p:cNvSpPr txBox="1"/>
          <p:nvPr/>
        </p:nvSpPr>
        <p:spPr>
          <a:xfrm>
            <a:off x="2819400" y="2971800"/>
            <a:ext cx="67056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คาร์ดินัลลิตี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คือ จำนวนของแถวในรีเลชัน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E721-09D8-42C6-8A4B-197563C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คำศัพท์ที่เกี่ยวข้องกับแบบจำลองเชิงสัมพันธ์</a:t>
            </a:r>
            <a:endParaRPr lang="en-US" sz="6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B5286B-5BDB-4B38-9664-1D9C530F1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356744"/>
              </p:ext>
            </p:extLst>
          </p:nvPr>
        </p:nvGraphicFramePr>
        <p:xfrm>
          <a:off x="2057400" y="2301876"/>
          <a:ext cx="8153400" cy="3413760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248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 dirty="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ศัพท์เฉพาะ</a:t>
                      </a:r>
                      <a:endParaRPr lang="en-US" sz="1600" dirty="0">
                        <a:solidFill>
                          <a:schemeClr val="tx1"/>
                        </a:solidFill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 dirty="0">
                          <a:solidFill>
                            <a:schemeClr val="tx1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ศัพท์ทั่วไป</a:t>
                      </a:r>
                      <a:endParaRPr lang="en-US" sz="1600" dirty="0">
                        <a:solidFill>
                          <a:schemeClr val="tx1"/>
                        </a:solidFill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รีเลชัน 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(relation)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ตาราง 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(table)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ทูเพิล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(tuple)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แถว 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(row) </a:t>
                      </a: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หรือ เรคคอร์ด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/</a:t>
                      </a: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ระเบียน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(record)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แอทริบิวท์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(attribute)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คอลัมน์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/</a:t>
                      </a: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สดมภ์ 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(column) </a:t>
                      </a: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หรือ ฟิลด์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(field)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คาร์ดินัลลิตี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(cardinality)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จำนวนแถว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(number of rows)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ดีกรี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(degree)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จำนวนแอทริบิวต์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(number of attributes)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คีย์หลัก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(primary key)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ค่าเอกลักษณ์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(unique identifier)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>
                          <a:latin typeface="Angsana New" pitchFamily="18" charset="-34"/>
                          <a:cs typeface="Angsana New" pitchFamily="18" charset="-34"/>
                        </a:rPr>
                        <a:t>โดเมน</a:t>
                      </a:r>
                      <a:r>
                        <a:rPr lang="en-US" sz="2800">
                          <a:latin typeface="Angsana New" pitchFamily="18" charset="-34"/>
                          <a:cs typeface="Angsana New" pitchFamily="18" charset="-34"/>
                        </a:rPr>
                        <a:t> (domain)</a:t>
                      </a:r>
                      <a:endParaRPr lang="en-US" sz="160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2800" dirty="0">
                          <a:latin typeface="Angsana New" pitchFamily="18" charset="-34"/>
                          <a:cs typeface="Angsana New" pitchFamily="18" charset="-34"/>
                        </a:rPr>
                        <a:t>ขอบเขตของข้อมูล</a:t>
                      </a:r>
                      <a:r>
                        <a:rPr lang="en-US" sz="2800" dirty="0">
                          <a:latin typeface="Angsana New" pitchFamily="18" charset="-34"/>
                          <a:cs typeface="Angsana New" pitchFamily="18" charset="-34"/>
                        </a:rPr>
                        <a:t> (pool of legal values)</a:t>
                      </a:r>
                      <a:endParaRPr lang="en-US" sz="1600" dirty="0">
                        <a:latin typeface="Angsana New" pitchFamily="18" charset="-34"/>
                        <a:ea typeface="Calibri"/>
                        <a:cs typeface="Angsana New" pitchFamily="18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642B2AB-3010-45D0-8B58-86B835CEE9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343A6E28-4C25-4613-AD02-C7F25A994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251076"/>
            <a:ext cx="8153400" cy="4530725"/>
          </a:xfrm>
        </p:spPr>
        <p:txBody>
          <a:bodyPr/>
          <a:lstStyle/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b="1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b="1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b="1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CCCA-0217-4682-B970-CF126631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เงื่อนไขบังคับบูรณภาพ</a:t>
            </a:r>
            <a:endParaRPr lang="en-US" sz="6000" dirty="0"/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32C904F0-C001-4223-8B41-1ED1AB2EA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	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5965D-33B2-4868-8EFF-1CBDBE3395B3}"/>
              </a:ext>
            </a:extLst>
          </p:cNvPr>
          <p:cNvSpPr txBox="1"/>
          <p:nvPr/>
        </p:nvSpPr>
        <p:spPr>
          <a:xfrm>
            <a:off x="2819400" y="2971800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เงื่อนไขบังคับบูรณภาพ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คือ เงื่อนไขที่กำหนดไว้ในฐานข้อมูลเพื่อให้ข้อมูลในฐานข้อมูลมีความถูกต้องตรงตามลักษณะการใช้งาน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1E96EE2-D6CC-47A4-ABCC-D10454767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01B35768-D494-418B-923A-3AAF3D7D3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12C6-622E-4AEC-9771-4962389B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เงื่อนไขบูรณาภาพ</a:t>
            </a:r>
            <a:endParaRPr lang="en-US" sz="6000" dirty="0"/>
          </a:p>
        </p:txBody>
      </p:sp>
      <p:sp>
        <p:nvSpPr>
          <p:cNvPr id="105475" name="Content Placeholder 2">
            <a:extLst>
              <a:ext uri="{FF2B5EF4-FFF2-40B4-BE49-F238E27FC236}">
                <a16:creationId xmlns:a16="http://schemas.microsoft.com/office/drawing/2014/main" id="{A9A4E815-1853-4EC0-9D25-D52CC3775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Key Constraints)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E0FFC-79E4-4D9D-87B9-66A32F59B653}"/>
              </a:ext>
            </a:extLst>
          </p:cNvPr>
          <p:cNvSpPr txBox="1"/>
          <p:nvPr/>
        </p:nvSpPr>
        <p:spPr>
          <a:xfrm>
            <a:off x="2819400" y="2971800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เงื่อนไขบังคับคีย์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คือ การกำหนดให้แอทริบิวต์หรือกลุ่มของแอทริบิวต์ใดเป็นคีย์ของรีเลชันสำหรับการระบุระเบียนใดระเบียนหนึ่งได้อย่างเฉพาะเจาะจง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0BFA-DDA7-4D63-9836-28692DF39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07523" name="Content Placeholder 2">
            <a:extLst>
              <a:ext uri="{FF2B5EF4-FFF2-40B4-BE49-F238E27FC236}">
                <a16:creationId xmlns:a16="http://schemas.microsoft.com/office/drawing/2014/main" id="{8D0DCB94-10A4-472F-9A19-E4AB2B14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Simple 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9EBF1-9BF1-4F3B-BEB7-BA6F66033C6B}"/>
              </a:ext>
            </a:extLst>
          </p:cNvPr>
          <p:cNvSpPr txBox="1"/>
          <p:nvPr/>
        </p:nvSpPr>
        <p:spPr>
          <a:xfrm>
            <a:off x="2819400" y="2971801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Simple key 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หรือ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คีย์อย่างง่าย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 หมายถึงคีย์ที่ประกอบด้วยแอทริบิวต์เดียว  จากตัวอย่างรีเลชันนักศึกษา  รหัสนักศึกษาเป็นคีย์ของรีเลชันที่เป็นแอทริบิวต์เดียวเท่านั้น  โดยทั่วไปแล้วคีย์หลักของตารางมีลักษณะเป็น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 simple key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0240-9AF0-47BB-B7CC-B3A97914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32FD12-B10E-4E44-82F1-95F0AC5BA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449803"/>
              </p:ext>
            </p:extLst>
          </p:nvPr>
        </p:nvGraphicFramePr>
        <p:xfrm>
          <a:off x="2209801" y="2628901"/>
          <a:ext cx="7999412" cy="2926080"/>
        </p:xfrm>
        <a:graphic>
          <a:graphicData uri="http://schemas.openxmlformats.org/drawingml/2006/table">
            <a:tbl>
              <a:tblPr firstRow="1">
                <a:tableStyleId>{D03447BB-5D67-496B-8E87-E561075AD55C}</a:tableStyleId>
              </a:tblPr>
              <a:tblGrid>
                <a:gridCol w="1957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1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2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cid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u="sng" dirty="0" err="1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sid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name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login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age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gpa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3100904022132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B5075666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สมชาย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somchai@it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18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3.44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3100904032132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B5075688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สมศรี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somsri@com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18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3.21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3100905622132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B5075650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สมศรี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somsri@it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19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3.82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3100904055132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B5075831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สมศักดิ์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somsak@med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21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1.80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3100904078132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B5075832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สมน้ำหน้า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somnamna@math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22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2.00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ABAF-C298-4052-9DD8-B50F0F6B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11619" name="Content Placeholder 2">
            <a:extLst>
              <a:ext uri="{FF2B5EF4-FFF2-40B4-BE49-F238E27FC236}">
                <a16:creationId xmlns:a16="http://schemas.microsoft.com/office/drawing/2014/main" id="{3145A88B-3668-4554-8529-6929712E0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Composite</a:t>
            </a:r>
            <a:r>
              <a:rPr lang="en-US" altLang="en-US" sz="3600" b="1"/>
              <a:t> 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CFF93-9B73-48C1-BBEE-3B0963550CE9}"/>
              </a:ext>
            </a:extLst>
          </p:cNvPr>
          <p:cNvSpPr txBox="1"/>
          <p:nvPr/>
        </p:nvSpPr>
        <p:spPr>
          <a:xfrm>
            <a:off x="2819400" y="2971800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Composite key (compound key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หรือ </a:t>
            </a: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concatenated key) 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หรือ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คีย์ประกอบ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หมายถึงคีย์ที่ประกอบด้วย แอทริบิวต์ มากกว่า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 1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แอทริบิวต์ 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3BE5-453F-4A13-AD54-C9BCFBEA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13667" name="Content Placeholder 2">
            <a:extLst>
              <a:ext uri="{FF2B5EF4-FFF2-40B4-BE49-F238E27FC236}">
                <a16:creationId xmlns:a16="http://schemas.microsoft.com/office/drawing/2014/main" id="{BF218D12-5943-466B-B169-9BE73A137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Composite</a:t>
            </a:r>
            <a:r>
              <a:rPr lang="en-US" altLang="en-US" sz="3600" b="1"/>
              <a:t> 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BE899-6FA0-4D30-8520-E3A2D962DF61}"/>
              </a:ext>
            </a:extLst>
          </p:cNvPr>
          <p:cNvSpPr txBox="1"/>
          <p:nvPr/>
        </p:nvSpPr>
        <p:spPr>
          <a:xfrm>
            <a:off x="2819400" y="2971800"/>
            <a:ext cx="67056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{name, age}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EBAB3-4537-4AFC-A842-DB6BBCCA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15715" name="Content Placeholder 2">
            <a:extLst>
              <a:ext uri="{FF2B5EF4-FFF2-40B4-BE49-F238E27FC236}">
                <a16:creationId xmlns:a16="http://schemas.microsoft.com/office/drawing/2014/main" id="{87C93283-E5C5-437B-AD85-BE23EA5CB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Candidate 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B8191-0580-4558-B907-AFE47DA6211F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Candidate key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 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หรือ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คีย์คู่แข่ง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หมายถึงคีย์ที่สามารถจะเป็นคีย์หลักของของรีเลชัน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F1B1-9224-4085-83B2-BACD9B3E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17763" name="Content Placeholder 2">
            <a:extLst>
              <a:ext uri="{FF2B5EF4-FFF2-40B4-BE49-F238E27FC236}">
                <a16:creationId xmlns:a16="http://schemas.microsoft.com/office/drawing/2014/main" id="{CE160C9B-7B46-4B81-849F-5FB5922CC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Candidate 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6FB4C-116B-47C6-A033-28F445050FAC}"/>
              </a:ext>
            </a:extLst>
          </p:cNvPr>
          <p:cNvSpPr txBox="1"/>
          <p:nvPr/>
        </p:nvSpPr>
        <p:spPr>
          <a:xfrm>
            <a:off x="2819400" y="2971801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{id}</a:t>
            </a:r>
          </a:p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{cid}</a:t>
            </a:r>
          </a:p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{name, age}</a:t>
            </a:r>
          </a:p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</a:t>
            </a:r>
            <a:r>
              <a:rPr lang="en-US" sz="3200" b="1" dirty="0" err="1">
                <a:latin typeface="Angsana New" pitchFamily="18" charset="-34"/>
                <a:cs typeface="Angsana New" pitchFamily="18" charset="-34"/>
              </a:rPr>
              <a:t>gpa</a:t>
            </a: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54B2-4077-4585-8EAF-F6DE1E05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19811" name="Content Placeholder 2">
            <a:extLst>
              <a:ext uri="{FF2B5EF4-FFF2-40B4-BE49-F238E27FC236}">
                <a16:creationId xmlns:a16="http://schemas.microsoft.com/office/drawing/2014/main" id="{47CF5234-FCDF-4F47-81AC-E5334C3D7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Primary 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2E8A-0AF0-49E8-854A-395CAC784185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Primary key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 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หรือ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คีย์หลัก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หมายถึงคีย์คู่แข่งตัวหนึ่งที่ถูกเลือกขึ้นมาเป็นคีย์หลัก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4288-4907-4ACC-BEB8-86668012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21859" name="Content Placeholder 2">
            <a:extLst>
              <a:ext uri="{FF2B5EF4-FFF2-40B4-BE49-F238E27FC236}">
                <a16:creationId xmlns:a16="http://schemas.microsoft.com/office/drawing/2014/main" id="{3A03EC02-4C1B-46E0-B9C9-3DAD167CC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Candidate key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06652-5B8C-45E9-B296-BDFADB5C9B75}"/>
              </a:ext>
            </a:extLst>
          </p:cNvPr>
          <p:cNvSpPr txBox="1"/>
          <p:nvPr/>
        </p:nvSpPr>
        <p:spPr>
          <a:xfrm>
            <a:off x="2819400" y="2971801"/>
            <a:ext cx="6705600" cy="20621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u="sng" dirty="0">
                <a:latin typeface="Angsana New" pitchFamily="18" charset="-34"/>
                <a:cs typeface="Angsana New" pitchFamily="18" charset="-34"/>
              </a:rPr>
              <a:t>{id}</a:t>
            </a:r>
          </a:p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{cid}</a:t>
            </a:r>
          </a:p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{name, age}</a:t>
            </a:r>
          </a:p>
          <a:p>
            <a:pPr algn="ctr"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{</a:t>
            </a:r>
            <a:r>
              <a:rPr lang="en-US" sz="3200" b="1" dirty="0" err="1">
                <a:latin typeface="Angsana New" pitchFamily="18" charset="-34"/>
                <a:cs typeface="Angsana New" pitchFamily="18" charset="-34"/>
              </a:rPr>
              <a:t>gpa</a:t>
            </a: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5235-8BAF-4762-A979-55B9AFBD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F086E4-0795-49C2-8B2F-3EF7B0580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60857"/>
              </p:ext>
            </p:extLst>
          </p:nvPr>
        </p:nvGraphicFramePr>
        <p:xfrm>
          <a:off x="2209801" y="2628901"/>
          <a:ext cx="7999412" cy="2926080"/>
        </p:xfrm>
        <a:graphic>
          <a:graphicData uri="http://schemas.openxmlformats.org/drawingml/2006/table">
            <a:tbl>
              <a:tblPr firstRow="1">
                <a:tableStyleId>{D03447BB-5D67-496B-8E87-E561075AD55C}</a:tableStyleId>
              </a:tblPr>
              <a:tblGrid>
                <a:gridCol w="1957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1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2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cid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u="sng" dirty="0" err="1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sid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name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login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age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 err="1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gpa</a:t>
                      </a:r>
                      <a:endParaRPr lang="en-US" sz="18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3100904022132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B5075666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สมชาย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somchai@it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18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3.44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3100904032132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B5075688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สมศรี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somsri@com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18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3.21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3100905622132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B5075650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สมศรี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somsri@it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19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3.82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3100904055132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B5075831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สมศักดิ์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somsak@med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21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1.80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27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3100904078132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B5075832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200">
                          <a:latin typeface="Angsana New" pitchFamily="18" charset="-34"/>
                          <a:cs typeface="Angsana New" pitchFamily="18" charset="-34"/>
                        </a:rPr>
                        <a:t>สมน้ำหน้า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somnamna@math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Angsana New" pitchFamily="18" charset="-34"/>
                          <a:cs typeface="Angsana New" pitchFamily="18" charset="-34"/>
                        </a:rPr>
                        <a:t>22</a:t>
                      </a:r>
                      <a:endParaRPr lang="en-US" sz="18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Angsana New" pitchFamily="18" charset="-34"/>
                          <a:cs typeface="Angsana New" pitchFamily="18" charset="-34"/>
                        </a:rPr>
                        <a:t>2.00</a:t>
                      </a:r>
                      <a:endParaRPr lang="en-US" sz="18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CCE2-7699-410A-AB94-78E36B1F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B682A78A-479A-47DA-B992-72BBB26D7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Secondary key 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F5313-7208-465D-8A8A-5D0050D9FC7A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Secondary key (alternate key)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หรือ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คีย์รอง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หมายถึงคีย์คู่แข่ง ที่ไม่ได้ถูกเลือกให้เป็นคีย์หลัก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AE58-900F-44F2-BD89-DB734205B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28003" name="Content Placeholder 2">
            <a:extLst>
              <a:ext uri="{FF2B5EF4-FFF2-40B4-BE49-F238E27FC236}">
                <a16:creationId xmlns:a16="http://schemas.microsoft.com/office/drawing/2014/main" id="{225A9089-AA95-4B77-A06A-CE14B4ACB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Superkey</a:t>
            </a:r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F31864-9A85-480E-99EE-1EE8A9B05312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 err="1">
                <a:latin typeface="Angsana New" pitchFamily="18" charset="-34"/>
                <a:cs typeface="Angsana New" pitchFamily="18" charset="-34"/>
              </a:rPr>
              <a:t>Superkey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คือเซ็ตของแอทริบิวต์ที่มีคีย์เป็นสมาชิก  เช่น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 {</a:t>
            </a:r>
            <a:r>
              <a:rPr lang="en-US" sz="3200" i="1" dirty="0" err="1">
                <a:latin typeface="Angsana New" pitchFamily="18" charset="-34"/>
                <a:cs typeface="Angsana New" pitchFamily="18" charset="-34"/>
              </a:rPr>
              <a:t>sid</a:t>
            </a:r>
            <a:r>
              <a:rPr lang="en-US" sz="3200" i="1" dirty="0">
                <a:latin typeface="Angsana New" pitchFamily="18" charset="-34"/>
                <a:cs typeface="Angsana New" pitchFamily="18" charset="-34"/>
              </a:rPr>
              <a:t>, name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A791-942E-4808-9289-C7E94424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คีย์</a:t>
            </a:r>
            <a:endParaRPr lang="en-US" sz="6000" dirty="0"/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B244B9F2-4BFD-4E76-A35F-66A556051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Foreign key</a:t>
            </a:r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DFDF0-59B5-495B-B798-1409496862D7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Angsana New" pitchFamily="18" charset="-34"/>
                <a:cs typeface="Angsana New" pitchFamily="18" charset="-34"/>
              </a:rPr>
              <a:t>Foreign key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หรือ </a:t>
            </a: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คีย์ภายนอก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 หมายถึงแอทริบิวต์ในรีเลชันหนึ่งที่อ้างอิงมาจากคีย์หลักของรีเลชัน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7815E73-DA62-4179-86E0-EA339D292D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B9E6504B-F55A-4D65-BF51-F669161E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B7ED-19D2-4A2D-852D-B6EEF026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เงื่อนไขบังคับคีย์ภายนอก</a:t>
            </a:r>
            <a:endParaRPr lang="en-US" sz="6000" dirty="0"/>
          </a:p>
        </p:txBody>
      </p:sp>
      <p:sp>
        <p:nvSpPr>
          <p:cNvPr id="134147" name="Content Placeholder 2">
            <a:extLst>
              <a:ext uri="{FF2B5EF4-FFF2-40B4-BE49-F238E27FC236}">
                <a16:creationId xmlns:a16="http://schemas.microsoft.com/office/drawing/2014/main" id="{0F60B37F-9C60-45B3-9573-ED85E15F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AD1BA-FB3A-453F-9357-8FA9819C2776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เงื่อนไขบังคับคีย์บังคับภายนอก 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คือ ข้อกำหนดของข้อมูลที่อ้างอิงกันระหว่างรีเลชันเพื่อให้ข้อมูลมีความสอดคล้องกัน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0F29-FB78-4FE7-ACBC-F0BD79ED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เงื่อนไขบังคับคีย์ภายนอก</a:t>
            </a:r>
            <a:endParaRPr lang="en-US" sz="6000" dirty="0"/>
          </a:p>
        </p:txBody>
      </p:sp>
      <p:pic>
        <p:nvPicPr>
          <p:cNvPr id="136195" name="Picture 2">
            <a:extLst>
              <a:ext uri="{FF2B5EF4-FFF2-40B4-BE49-F238E27FC236}">
                <a16:creationId xmlns:a16="http://schemas.microsoft.com/office/drawing/2014/main" id="{680CD443-7FDB-4E42-9A2D-A66402B15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2152650"/>
            <a:ext cx="8653463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496E-ACB9-4322-BABA-E114E98A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เงื่อนไขบังคับคีย์ภายนอก</a:t>
            </a:r>
            <a:endParaRPr lang="en-US" sz="6000" dirty="0"/>
          </a:p>
        </p:txBody>
      </p:sp>
      <p:sp>
        <p:nvSpPr>
          <p:cNvPr id="138243" name="Content Placeholder 2">
            <a:extLst>
              <a:ext uri="{FF2B5EF4-FFF2-40B4-BE49-F238E27FC236}">
                <a16:creationId xmlns:a16="http://schemas.microsoft.com/office/drawing/2014/main" id="{33D1C41C-EAD1-407C-80B0-16F3BF184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ภายนอกนี้ทำให้ข้อมูลมีความถูกต้องในการอ้างอิงข้อมูลซึ่งเราเรียกลักษณะความมีบูรณภาพของข้อมูลในลักษณะนี้ว่า</a:t>
            </a:r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บูรณภาพเชิงอ้างอิง 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(referential integrity)</a:t>
            </a:r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</a:p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การกำหนดเงื่อนไขบังคับนี้เป็นการ</a:t>
            </a:r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บังคับให้ข้อมูลมีบูรณภาพเชิงอ้างอิง (</a:t>
            </a:r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enforce referenctial integrity)</a:t>
            </a:r>
            <a:r>
              <a:rPr lang="th-TH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</a:p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แม้ว่าเงื่อนไขบังคับคีย์ภายนอกนี้จะใช้ชื่อดังกล่าวแต่เราสามารถอ้างอิงแอทริบิวต์ภายในรีเลชันเดียวกันก็ได้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F6A04D7-EA6C-4C86-A392-68361CFD5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76FEBC6F-B5DB-4525-B0DD-8493C9B3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B4D9-9B17-4683-A7CB-3F917B7B2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เงื่อนไขบังคับทั่วไป</a:t>
            </a:r>
            <a:endParaRPr lang="en-US" sz="6000" dirty="0"/>
          </a:p>
        </p:txBody>
      </p:sp>
      <p:sp>
        <p:nvSpPr>
          <p:cNvPr id="142339" name="Content Placeholder 2">
            <a:extLst>
              <a:ext uri="{FF2B5EF4-FFF2-40B4-BE49-F238E27FC236}">
                <a16:creationId xmlns:a16="http://schemas.microsoft.com/office/drawing/2014/main" id="{355367DB-8110-4B04-937F-492BE35FE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9A8455-AD04-4F58-8267-AA27A0B4C311}"/>
              </a:ext>
            </a:extLst>
          </p:cNvPr>
          <p:cNvSpPr txBox="1"/>
          <p:nvPr/>
        </p:nvSpPr>
        <p:spPr>
          <a:xfrm>
            <a:off x="2819400" y="2971801"/>
            <a:ext cx="6705600" cy="107791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b="1" dirty="0">
                <a:latin typeface="Angsana New" pitchFamily="18" charset="-34"/>
                <a:cs typeface="Angsana New" pitchFamily="18" charset="-34"/>
              </a:rPr>
              <a:t>เงื่อนไขบังคับทั่วไป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คือ ข้อกำหนดของข้อมูลอื่นๆ  ซึ่งอาจเกี่ยวข้องกับความหมายของข้อมูลหรือข้อกำหนดทางธุรกิจ  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F769-1B75-4AE5-85BA-CB5DE9E4F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th-TH" sz="6000" dirty="0"/>
              <a:t>เงื่อนไขบังคับทั่วไป</a:t>
            </a:r>
            <a:endParaRPr lang="en-US" sz="6000" dirty="0"/>
          </a:p>
        </p:txBody>
      </p:sp>
      <p:sp>
        <p:nvSpPr>
          <p:cNvPr id="144387" name="Content Placeholder 2">
            <a:extLst>
              <a:ext uri="{FF2B5EF4-FFF2-40B4-BE49-F238E27FC236}">
                <a16:creationId xmlns:a16="http://schemas.microsoft.com/office/drawing/2014/main" id="{AEC8FC79-FE6F-4956-A35D-5625AC6A5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96B7C-FF98-4210-ADF2-5709CDC5E34E}"/>
              </a:ext>
            </a:extLst>
          </p:cNvPr>
          <p:cNvSpPr txBox="1"/>
          <p:nvPr/>
        </p:nvSpPr>
        <p:spPr>
          <a:xfrm>
            <a:off x="2819400" y="2971800"/>
            <a:ext cx="6705600" cy="5842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ที่มีอายุตั้งแต่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 18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ปีขึ้นไป  ต้องมีเกรดเฉลี่ยมากกว่า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 2.75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C341315-CBF3-4287-B7ED-8EAE9183A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804A0B69-5753-4C69-A4F1-298E02929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3B57D09-9447-45C2-8D79-5C2676156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801F3747-B2CF-42E6-B628-03AFBFBCC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550C9-764E-467F-8586-1E385212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231D8376-77D7-44F9-8CF9-7F20DFA0D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C9B97-35A0-4780-BAEE-CAC53E39D5AC}"/>
              </a:ext>
            </a:extLst>
          </p:cNvPr>
          <p:cNvSpPr txBox="1"/>
          <p:nvPr/>
        </p:nvSpPr>
        <p:spPr>
          <a:xfrm>
            <a:off x="2819400" y="2971800"/>
            <a:ext cx="6705600" cy="15700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th-TH" sz="3200" dirty="0">
                <a:latin typeface="Angsana New" pitchFamily="18" charset="-34"/>
                <a:cs typeface="Angsana New" pitchFamily="18" charset="-34"/>
              </a:rPr>
              <a:t>เอนทิตี (</a:t>
            </a:r>
            <a:r>
              <a:rPr lang="en-US" sz="3200" dirty="0">
                <a:latin typeface="Angsana New" pitchFamily="18" charset="-34"/>
                <a:cs typeface="Angsana New" pitchFamily="18" charset="-34"/>
              </a:rPr>
              <a:t>entity types)</a:t>
            </a:r>
            <a:r>
              <a:rPr lang="th-TH" sz="3200" dirty="0">
                <a:latin typeface="Angsana New" pitchFamily="18" charset="-34"/>
                <a:cs typeface="Angsana New" pitchFamily="18" charset="-34"/>
              </a:rPr>
              <a:t>  ในแบบจำลองเชิงสัมพันธ์แทนได้อย่างตรงไปตรงมาด้วยตารางรีเลชันหรือตารางข้อมูล  และแอทริบิวต์ของเอนทิตีคือแอทริบิวต์ของรีเลชัน</a:t>
            </a:r>
            <a:endParaRPr lang="en-US" sz="3200" dirty="0">
              <a:latin typeface="Angsana New" pitchFamily="18" charset="-34"/>
              <a:cs typeface="Angsana New" pitchFamily="18" charset="-3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C4BF-806A-4829-A261-6033DE7E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52579" name="Content Placeholder 2">
            <a:extLst>
              <a:ext uri="{FF2B5EF4-FFF2-40B4-BE49-F238E27FC236}">
                <a16:creationId xmlns:a16="http://schemas.microsoft.com/office/drawing/2014/main" id="{0CC4366D-D6A1-471B-9E33-EB359CB08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2580" name="Rectangle 2">
            <a:extLst>
              <a:ext uri="{FF2B5EF4-FFF2-40B4-BE49-F238E27FC236}">
                <a16:creationId xmlns:a16="http://schemas.microsoft.com/office/drawing/2014/main" id="{8BFB96C2-5A21-4531-93F3-E5538968A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52581" name="Object 1">
            <a:extLst>
              <a:ext uri="{FF2B5EF4-FFF2-40B4-BE49-F238E27FC236}">
                <a16:creationId xmlns:a16="http://schemas.microsoft.com/office/drawing/2014/main" id="{60EFB2E8-6571-4C63-8108-C3D1F8294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569578"/>
              </p:ext>
            </p:extLst>
          </p:nvPr>
        </p:nvGraphicFramePr>
        <p:xfrm>
          <a:off x="2667000" y="2236065"/>
          <a:ext cx="68580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SmartDraw" r:id="rId4" imgW="3786203" imgH="1768579" progId="SmartDraw.2">
                  <p:embed/>
                </p:oleObj>
              </mc:Choice>
              <mc:Fallback>
                <p:oleObj name="SmartDraw" r:id="rId4" imgW="3786203" imgH="1768579" progId="SmartDraw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36065"/>
                        <a:ext cx="68580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A1C9-00FE-4212-AC40-883F5185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54627" name="Content Placeholder 2">
            <a:extLst>
              <a:ext uri="{FF2B5EF4-FFF2-40B4-BE49-F238E27FC236}">
                <a16:creationId xmlns:a16="http://schemas.microsoft.com/office/drawing/2014/main" id="{E6CD5901-A5A5-4E55-9BC4-65DF4BF7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4628" name="Rectangle 2">
            <a:extLst>
              <a:ext uri="{FF2B5EF4-FFF2-40B4-BE49-F238E27FC236}">
                <a16:creationId xmlns:a16="http://schemas.microsoft.com/office/drawing/2014/main" id="{D8274217-AD04-4CF1-B12B-CA380EB17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4629" name="Rectangle 4">
            <a:extLst>
              <a:ext uri="{FF2B5EF4-FFF2-40B4-BE49-F238E27FC236}">
                <a16:creationId xmlns:a16="http://schemas.microsoft.com/office/drawing/2014/main" id="{008582ED-0B03-43AB-8FAD-2F043807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4630" name="Rectangle 6">
            <a:extLst>
              <a:ext uri="{FF2B5EF4-FFF2-40B4-BE49-F238E27FC236}">
                <a16:creationId xmlns:a16="http://schemas.microsoft.com/office/drawing/2014/main" id="{C942205A-37BB-40D2-9FA1-C44F187FA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4631" name="Rectangle 8">
            <a:extLst>
              <a:ext uri="{FF2B5EF4-FFF2-40B4-BE49-F238E27FC236}">
                <a16:creationId xmlns:a16="http://schemas.microsoft.com/office/drawing/2014/main" id="{B9E55F61-5BE2-4788-B0ED-4ADC37491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54632" name="Object 7">
            <a:extLst>
              <a:ext uri="{FF2B5EF4-FFF2-40B4-BE49-F238E27FC236}">
                <a16:creationId xmlns:a16="http://schemas.microsoft.com/office/drawing/2014/main" id="{D68CBFD2-080E-4724-8A83-F4FDC695F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585374"/>
              </p:ext>
            </p:extLst>
          </p:nvPr>
        </p:nvGraphicFramePr>
        <p:xfrm>
          <a:off x="4648200" y="1851025"/>
          <a:ext cx="2590800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Visio" r:id="rId4" imgW="830961" imgH="1012317" progId="Visio.Drawing.11">
                  <p:embed/>
                </p:oleObj>
              </mc:Choice>
              <mc:Fallback>
                <p:oleObj name="Visio" r:id="rId4" imgW="830961" imgH="1012317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851025"/>
                        <a:ext cx="2590800" cy="315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A356-E845-40D2-B583-70B81EB0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56675" name="Content Placeholder 2">
            <a:extLst>
              <a:ext uri="{FF2B5EF4-FFF2-40B4-BE49-F238E27FC236}">
                <a16:creationId xmlns:a16="http://schemas.microsoft.com/office/drawing/2014/main" id="{650F1F10-7991-4207-A5AA-58174D627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6676" name="Rectangle 2">
            <a:extLst>
              <a:ext uri="{FF2B5EF4-FFF2-40B4-BE49-F238E27FC236}">
                <a16:creationId xmlns:a16="http://schemas.microsoft.com/office/drawing/2014/main" id="{41A9C6D0-7110-4892-81D9-B303D4F1B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6677" name="Rectangle 4">
            <a:extLst>
              <a:ext uri="{FF2B5EF4-FFF2-40B4-BE49-F238E27FC236}">
                <a16:creationId xmlns:a16="http://schemas.microsoft.com/office/drawing/2014/main" id="{3518D700-CFB8-471F-A86A-BB88228D5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6678" name="Rectangle 6">
            <a:extLst>
              <a:ext uri="{FF2B5EF4-FFF2-40B4-BE49-F238E27FC236}">
                <a16:creationId xmlns:a16="http://schemas.microsoft.com/office/drawing/2014/main" id="{D026B9DB-FE78-4FD1-88CB-A067E911E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6679" name="Rectangle 8">
            <a:extLst>
              <a:ext uri="{FF2B5EF4-FFF2-40B4-BE49-F238E27FC236}">
                <a16:creationId xmlns:a16="http://schemas.microsoft.com/office/drawing/2014/main" id="{E14A9625-D430-4F7C-A887-7530230F1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56680" name="Object 7">
            <a:extLst>
              <a:ext uri="{FF2B5EF4-FFF2-40B4-BE49-F238E27FC236}">
                <a16:creationId xmlns:a16="http://schemas.microsoft.com/office/drawing/2014/main" id="{079D6CF6-832E-4AF3-A9AF-A7705C404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772466"/>
              </p:ext>
            </p:extLst>
          </p:nvPr>
        </p:nvGraphicFramePr>
        <p:xfrm>
          <a:off x="7391400" y="2133600"/>
          <a:ext cx="2590800" cy="315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Visio" r:id="rId4" imgW="830961" imgH="1012317" progId="Visio.Drawing.11">
                  <p:embed/>
                </p:oleObj>
              </mc:Choice>
              <mc:Fallback>
                <p:oleObj name="Visio" r:id="rId4" imgW="830961" imgH="1012317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133600"/>
                        <a:ext cx="2590800" cy="315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1" name="Object 3">
            <a:extLst>
              <a:ext uri="{FF2B5EF4-FFF2-40B4-BE49-F238E27FC236}">
                <a16:creationId xmlns:a16="http://schemas.microsoft.com/office/drawing/2014/main" id="{798D3A9D-BAD5-43EB-B131-215515B8FD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547192"/>
              </p:ext>
            </p:extLst>
          </p:nvPr>
        </p:nvGraphicFramePr>
        <p:xfrm>
          <a:off x="2209800" y="2438400"/>
          <a:ext cx="48514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SmartDraw" r:id="rId6" imgW="3786203" imgH="1768579" progId="SmartDraw.2">
                  <p:embed/>
                </p:oleObj>
              </mc:Choice>
              <mc:Fallback>
                <p:oleObj name="SmartDraw" r:id="rId6" imgW="3786203" imgH="1768579" progId="SmartDraw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0"/>
                        <a:ext cx="48514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7818-84A8-4B6E-8DC0-8E0540BC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58723" name="Content Placeholder 2">
            <a:extLst>
              <a:ext uri="{FF2B5EF4-FFF2-40B4-BE49-F238E27FC236}">
                <a16:creationId xmlns:a16="http://schemas.microsoft.com/office/drawing/2014/main" id="{72C79FDF-C184-44B6-A673-5C6C18ED0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58724" name="Rectangle 2">
            <a:extLst>
              <a:ext uri="{FF2B5EF4-FFF2-40B4-BE49-F238E27FC236}">
                <a16:creationId xmlns:a16="http://schemas.microsoft.com/office/drawing/2014/main" id="{02BFB056-0888-474B-9525-DC42369E5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8725" name="Rectangle 4">
            <a:extLst>
              <a:ext uri="{FF2B5EF4-FFF2-40B4-BE49-F238E27FC236}">
                <a16:creationId xmlns:a16="http://schemas.microsoft.com/office/drawing/2014/main" id="{DC26C775-6CF6-4214-A68F-87C14E37E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8726" name="Rectangle 6">
            <a:extLst>
              <a:ext uri="{FF2B5EF4-FFF2-40B4-BE49-F238E27FC236}">
                <a16:creationId xmlns:a16="http://schemas.microsoft.com/office/drawing/2014/main" id="{37756841-77F7-4B5C-91B5-D289855E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58727" name="Rectangle 8">
            <a:extLst>
              <a:ext uri="{FF2B5EF4-FFF2-40B4-BE49-F238E27FC236}">
                <a16:creationId xmlns:a16="http://schemas.microsoft.com/office/drawing/2014/main" id="{C6E6EE05-1234-41EC-A81C-FA7E29510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E2B8EBB-F662-4B8F-9C34-E8F830C76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000713"/>
              </p:ext>
            </p:extLst>
          </p:nvPr>
        </p:nvGraphicFramePr>
        <p:xfrm>
          <a:off x="2933700" y="2286000"/>
          <a:ext cx="6324600" cy="3292476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2232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4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7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u="sng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sid</a:t>
                      </a:r>
                      <a:endParaRPr lang="en-US" sz="200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name</a:t>
                      </a:r>
                      <a:endParaRPr lang="en-US" sz="200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dirty="0" err="1">
                          <a:solidFill>
                            <a:srgbClr val="000000"/>
                          </a:solidFill>
                          <a:latin typeface="Angsana New" pitchFamily="18" charset="-34"/>
                          <a:cs typeface="Angsana New" pitchFamily="18" charset="-34"/>
                        </a:rPr>
                        <a:t>gpa</a:t>
                      </a:r>
                      <a:endParaRPr lang="en-US" sz="2000" dirty="0">
                        <a:solidFill>
                          <a:srgbClr val="000000"/>
                        </a:solidFill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>
                    <a:solidFill>
                      <a:schemeClr val="bg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B5075666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600" dirty="0">
                          <a:latin typeface="Angsana New" pitchFamily="18" charset="-34"/>
                          <a:cs typeface="Angsana New" pitchFamily="18" charset="-34"/>
                        </a:rPr>
                        <a:t>สมชาย</a:t>
                      </a:r>
                      <a:endParaRPr lang="en-US" sz="20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3.44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B5075688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600">
                          <a:latin typeface="Angsana New" pitchFamily="18" charset="-34"/>
                          <a:cs typeface="Angsana New" pitchFamily="18" charset="-34"/>
                        </a:rPr>
                        <a:t>สมศรี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3.21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B5075650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600">
                          <a:latin typeface="Angsana New" pitchFamily="18" charset="-34"/>
                          <a:cs typeface="Angsana New" pitchFamily="18" charset="-34"/>
                        </a:rPr>
                        <a:t>สมศรี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3.82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B5075831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600">
                          <a:latin typeface="Angsana New" pitchFamily="18" charset="-34"/>
                          <a:cs typeface="Angsana New" pitchFamily="18" charset="-34"/>
                        </a:rPr>
                        <a:t>สมศักดิ์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1.80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746"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latin typeface="Angsana New" pitchFamily="18" charset="-34"/>
                          <a:cs typeface="Angsana New" pitchFamily="18" charset="-34"/>
                        </a:rPr>
                        <a:t>B5075832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thaiDi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h-TH" sz="3600">
                          <a:latin typeface="Angsana New" pitchFamily="18" charset="-34"/>
                          <a:cs typeface="Angsana New" pitchFamily="18" charset="-34"/>
                        </a:rPr>
                        <a:t>สมน้ำหน้า</a:t>
                      </a:r>
                      <a:endParaRPr lang="en-US" sz="200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600" dirty="0">
                          <a:latin typeface="Angsana New" pitchFamily="18" charset="-34"/>
                          <a:cs typeface="Angsana New" pitchFamily="18" charset="-34"/>
                        </a:rPr>
                        <a:t>2.00</a:t>
                      </a:r>
                      <a:endParaRPr lang="en-US" sz="2000" dirty="0">
                        <a:latin typeface="Angsana New" pitchFamily="18" charset="-34"/>
                        <a:ea typeface="Times New Roman"/>
                        <a:cs typeface="Angsana New" pitchFamily="18" charset="-34"/>
                      </a:endParaRPr>
                    </a:p>
                  </a:txBody>
                  <a:tcPr marL="27305" marR="2730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5E88-BC21-45D1-AF42-DF66A43A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60771" name="Content Placeholder 2">
            <a:extLst>
              <a:ext uri="{FF2B5EF4-FFF2-40B4-BE49-F238E27FC236}">
                <a16:creationId xmlns:a16="http://schemas.microsoft.com/office/drawing/2014/main" id="{2D6A3B0D-55E0-463C-B862-3C84D8650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0772" name="Rectangle 2">
            <a:extLst>
              <a:ext uri="{FF2B5EF4-FFF2-40B4-BE49-F238E27FC236}">
                <a16:creationId xmlns:a16="http://schemas.microsoft.com/office/drawing/2014/main" id="{8A7978D6-B7C1-42F9-9415-7166BBDCC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0773" name="Rectangle 4">
            <a:extLst>
              <a:ext uri="{FF2B5EF4-FFF2-40B4-BE49-F238E27FC236}">
                <a16:creationId xmlns:a16="http://schemas.microsoft.com/office/drawing/2014/main" id="{468ADE05-D8E7-41D2-B20F-C7DC0229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0774" name="Rectangle 6">
            <a:extLst>
              <a:ext uri="{FF2B5EF4-FFF2-40B4-BE49-F238E27FC236}">
                <a16:creationId xmlns:a16="http://schemas.microsoft.com/office/drawing/2014/main" id="{B11F9081-A2C2-47B4-B7AA-F67D30002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0775" name="Rectangle 8">
            <a:extLst>
              <a:ext uri="{FF2B5EF4-FFF2-40B4-BE49-F238E27FC236}">
                <a16:creationId xmlns:a16="http://schemas.microsoft.com/office/drawing/2014/main" id="{F5DA91FB-C6DC-4C5C-AF39-D09FDE55E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pic>
        <p:nvPicPr>
          <p:cNvPr id="160777" name="Picture 10" descr="CASE.jpg">
            <a:extLst>
              <a:ext uri="{FF2B5EF4-FFF2-40B4-BE49-F238E27FC236}">
                <a16:creationId xmlns:a16="http://schemas.microsoft.com/office/drawing/2014/main" id="{F5AF2185-4B1D-4714-ADD1-382CA5EF6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849508"/>
            <a:ext cx="5480050" cy="389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84E8-D572-4098-AA2A-2FBA367D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62819" name="Content Placeholder 2">
            <a:extLst>
              <a:ext uri="{FF2B5EF4-FFF2-40B4-BE49-F238E27FC236}">
                <a16:creationId xmlns:a16="http://schemas.microsoft.com/office/drawing/2014/main" id="{05081B83-B5A6-4440-A407-9D280DDEB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Entity to Table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2820" name="Rectangle 2">
            <a:extLst>
              <a:ext uri="{FF2B5EF4-FFF2-40B4-BE49-F238E27FC236}">
                <a16:creationId xmlns:a16="http://schemas.microsoft.com/office/drawing/2014/main" id="{0C6F06BB-3E84-4DB2-BEFF-894F27BB2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2821" name="Rectangle 4">
            <a:extLst>
              <a:ext uri="{FF2B5EF4-FFF2-40B4-BE49-F238E27FC236}">
                <a16:creationId xmlns:a16="http://schemas.microsoft.com/office/drawing/2014/main" id="{01C57CB9-17D3-49B7-8047-40C49FAB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2822" name="Rectangle 6">
            <a:extLst>
              <a:ext uri="{FF2B5EF4-FFF2-40B4-BE49-F238E27FC236}">
                <a16:creationId xmlns:a16="http://schemas.microsoft.com/office/drawing/2014/main" id="{266D13F5-CDD9-4A0D-8D22-5270442BB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2823" name="Rectangle 8">
            <a:extLst>
              <a:ext uri="{FF2B5EF4-FFF2-40B4-BE49-F238E27FC236}">
                <a16:creationId xmlns:a16="http://schemas.microsoft.com/office/drawing/2014/main" id="{68E92068-82A8-4288-BE71-55C15C54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2824" name="Rectangle 5">
            <a:extLst>
              <a:ext uri="{FF2B5EF4-FFF2-40B4-BE49-F238E27FC236}">
                <a16:creationId xmlns:a16="http://schemas.microsoft.com/office/drawing/2014/main" id="{7E4FA6CF-4D95-4EF3-A5E4-70E626113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62825" name="Object 4">
            <a:extLst>
              <a:ext uri="{FF2B5EF4-FFF2-40B4-BE49-F238E27FC236}">
                <a16:creationId xmlns:a16="http://schemas.microsoft.com/office/drawing/2014/main" id="{A1E21421-A577-4835-AD7F-5E95D1F55D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900366"/>
              </p:ext>
            </p:extLst>
          </p:nvPr>
        </p:nvGraphicFramePr>
        <p:xfrm>
          <a:off x="1981200" y="2171700"/>
          <a:ext cx="5545138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SmartDraw" r:id="rId4" imgW="3786203" imgH="1768579" progId="SmartDraw.2">
                  <p:embed/>
                </p:oleObj>
              </mc:Choice>
              <mc:Fallback>
                <p:oleObj name="SmartDraw" r:id="rId4" imgW="3786203" imgH="1768579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71700"/>
                        <a:ext cx="5545138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6" name="Rectangle 7">
            <a:extLst>
              <a:ext uri="{FF2B5EF4-FFF2-40B4-BE49-F238E27FC236}">
                <a16:creationId xmlns:a16="http://schemas.microsoft.com/office/drawing/2014/main" id="{7E72D736-12F7-426A-BAAB-2A7FA9F8A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62827" name="Object 6">
            <a:extLst>
              <a:ext uri="{FF2B5EF4-FFF2-40B4-BE49-F238E27FC236}">
                <a16:creationId xmlns:a16="http://schemas.microsoft.com/office/drawing/2014/main" id="{486408FE-8D3C-47D8-B2A7-3FBD3FF84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183285"/>
              </p:ext>
            </p:extLst>
          </p:nvPr>
        </p:nvGraphicFramePr>
        <p:xfrm>
          <a:off x="8077200" y="2171700"/>
          <a:ext cx="183515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Visio" r:id="rId6" imgW="837819" imgH="1012317" progId="Visio.Drawing.11">
                  <p:embed/>
                </p:oleObj>
              </mc:Choice>
              <mc:Fallback>
                <p:oleObj name="Visio" r:id="rId6" imgW="837819" imgH="101231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171700"/>
                        <a:ext cx="183515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2CE9E1C-0028-4830-9FAC-96205A18F0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BE356FFB-7C83-4416-A7A1-9B8307C7B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2B070-D9E5-4CE8-BD9A-BEC593AE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66915" name="Content Placeholder 2">
            <a:extLst>
              <a:ext uri="{FF2B5EF4-FFF2-40B4-BE49-F238E27FC236}">
                <a16:creationId xmlns:a16="http://schemas.microsoft.com/office/drawing/2014/main" id="{647AF5A7-FA12-4A87-828A-45118009D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6916" name="Rectangle 2">
            <a:extLst>
              <a:ext uri="{FF2B5EF4-FFF2-40B4-BE49-F238E27FC236}">
                <a16:creationId xmlns:a16="http://schemas.microsoft.com/office/drawing/2014/main" id="{801E7930-98AC-47E4-93AC-96769C9C4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6917" name="Rectangle 4">
            <a:extLst>
              <a:ext uri="{FF2B5EF4-FFF2-40B4-BE49-F238E27FC236}">
                <a16:creationId xmlns:a16="http://schemas.microsoft.com/office/drawing/2014/main" id="{C0C4C4D0-0B69-4F88-BB54-7D0FEB67E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6918" name="Rectangle 6">
            <a:extLst>
              <a:ext uri="{FF2B5EF4-FFF2-40B4-BE49-F238E27FC236}">
                <a16:creationId xmlns:a16="http://schemas.microsoft.com/office/drawing/2014/main" id="{A5F3A746-9ECC-479F-B523-E533D1FAC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6919" name="Rectangle 8">
            <a:extLst>
              <a:ext uri="{FF2B5EF4-FFF2-40B4-BE49-F238E27FC236}">
                <a16:creationId xmlns:a16="http://schemas.microsoft.com/office/drawing/2014/main" id="{F62C8A1B-0430-45BC-91CD-B9551FCF1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6920" name="Rectangle 5">
            <a:extLst>
              <a:ext uri="{FF2B5EF4-FFF2-40B4-BE49-F238E27FC236}">
                <a16:creationId xmlns:a16="http://schemas.microsoft.com/office/drawing/2014/main" id="{6C0B43B7-390C-491C-9E64-A40A57950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6921" name="Rectangle 7">
            <a:extLst>
              <a:ext uri="{FF2B5EF4-FFF2-40B4-BE49-F238E27FC236}">
                <a16:creationId xmlns:a16="http://schemas.microsoft.com/office/drawing/2014/main" id="{F0EE05E1-6342-4DFF-B77E-EE579FB71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6922" name="Rectangle 5">
            <a:extLst>
              <a:ext uri="{FF2B5EF4-FFF2-40B4-BE49-F238E27FC236}">
                <a16:creationId xmlns:a16="http://schemas.microsoft.com/office/drawing/2014/main" id="{565A3018-F9C8-4802-A1F2-0F9AEC2D7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66923" name="Object 4">
            <a:extLst>
              <a:ext uri="{FF2B5EF4-FFF2-40B4-BE49-F238E27FC236}">
                <a16:creationId xmlns:a16="http://schemas.microsoft.com/office/drawing/2014/main" id="{4A5858F2-D4B5-4126-9A63-9256FE6C4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2895600"/>
          <a:ext cx="7954963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SmartDraw" r:id="rId4" imgW="8527175" imgH="1912666" progId="SmartDraw.2">
                  <p:embed/>
                </p:oleObj>
              </mc:Choice>
              <mc:Fallback>
                <p:oleObj name="SmartDraw" r:id="rId4" imgW="8527175" imgH="1912666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2895600"/>
                        <a:ext cx="7954963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A8C8-9F2D-4CA6-925F-7B5D8B73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68963" name="Content Placeholder 2">
            <a:extLst>
              <a:ext uri="{FF2B5EF4-FFF2-40B4-BE49-F238E27FC236}">
                <a16:creationId xmlns:a16="http://schemas.microsoft.com/office/drawing/2014/main" id="{AAF0EBBC-7AA6-4732-95FE-745538C5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68964" name="Rectangle 2">
            <a:extLst>
              <a:ext uri="{FF2B5EF4-FFF2-40B4-BE49-F238E27FC236}">
                <a16:creationId xmlns:a16="http://schemas.microsoft.com/office/drawing/2014/main" id="{37BC124B-AA52-4D1C-927A-73428462C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8965" name="Rectangle 4">
            <a:extLst>
              <a:ext uri="{FF2B5EF4-FFF2-40B4-BE49-F238E27FC236}">
                <a16:creationId xmlns:a16="http://schemas.microsoft.com/office/drawing/2014/main" id="{AC6C44FD-0774-46CC-A34F-9162B1B6C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8966" name="Rectangle 6">
            <a:extLst>
              <a:ext uri="{FF2B5EF4-FFF2-40B4-BE49-F238E27FC236}">
                <a16:creationId xmlns:a16="http://schemas.microsoft.com/office/drawing/2014/main" id="{CA48EEA4-C316-4329-A396-5348EBD81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8967" name="Rectangle 8">
            <a:extLst>
              <a:ext uri="{FF2B5EF4-FFF2-40B4-BE49-F238E27FC236}">
                <a16:creationId xmlns:a16="http://schemas.microsoft.com/office/drawing/2014/main" id="{2C0E115A-1C83-47A9-A5DE-05E3B496D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8968" name="Rectangle 5">
            <a:extLst>
              <a:ext uri="{FF2B5EF4-FFF2-40B4-BE49-F238E27FC236}">
                <a16:creationId xmlns:a16="http://schemas.microsoft.com/office/drawing/2014/main" id="{25F9F073-0C00-47C2-A67A-DEB885EC6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8969" name="Rectangle 7">
            <a:extLst>
              <a:ext uri="{FF2B5EF4-FFF2-40B4-BE49-F238E27FC236}">
                <a16:creationId xmlns:a16="http://schemas.microsoft.com/office/drawing/2014/main" id="{261A2DF4-36D7-412D-8B0D-2D604D7A3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68970" name="Rectangle 5">
            <a:extLst>
              <a:ext uri="{FF2B5EF4-FFF2-40B4-BE49-F238E27FC236}">
                <a16:creationId xmlns:a16="http://schemas.microsoft.com/office/drawing/2014/main" id="{930017D9-E13E-452C-A6F0-173D50AE8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68971" name="Object 2">
            <a:extLst>
              <a:ext uri="{FF2B5EF4-FFF2-40B4-BE49-F238E27FC236}">
                <a16:creationId xmlns:a16="http://schemas.microsoft.com/office/drawing/2014/main" id="{D93075BE-3D1C-42BD-9526-1882CAF67A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739858"/>
              </p:ext>
            </p:extLst>
          </p:nvPr>
        </p:nvGraphicFramePr>
        <p:xfrm>
          <a:off x="3048000" y="1981200"/>
          <a:ext cx="57912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SmartDraw" r:id="rId4" imgW="8527175" imgH="1912666" progId="SmartDraw.2">
                  <p:embed/>
                </p:oleObj>
              </mc:Choice>
              <mc:Fallback>
                <p:oleObj name="SmartDraw" r:id="rId4" imgW="8527175" imgH="1912666" progId="SmartDraw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81200"/>
                        <a:ext cx="57912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2" name="Rectangle 4">
            <a:extLst>
              <a:ext uri="{FF2B5EF4-FFF2-40B4-BE49-F238E27FC236}">
                <a16:creationId xmlns:a16="http://schemas.microsoft.com/office/drawing/2014/main" id="{067B459B-A40A-4560-B2A9-99E75032D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68973" name="Object 3">
            <a:extLst>
              <a:ext uri="{FF2B5EF4-FFF2-40B4-BE49-F238E27FC236}">
                <a16:creationId xmlns:a16="http://schemas.microsoft.com/office/drawing/2014/main" id="{6AD2420A-9B0B-4725-B917-1365E55E18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736985"/>
              </p:ext>
            </p:extLst>
          </p:nvPr>
        </p:nvGraphicFramePr>
        <p:xfrm>
          <a:off x="2632076" y="3581400"/>
          <a:ext cx="70834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Visio" r:id="rId6" imgW="3857625" imgH="1164717" progId="Visio.Drawing.11">
                  <p:embed/>
                </p:oleObj>
              </mc:Choice>
              <mc:Fallback>
                <p:oleObj name="Visio" r:id="rId6" imgW="3857625" imgH="116471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6" y="3581400"/>
                        <a:ext cx="708342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AE0E-93EC-46A4-A6A4-BF07D931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71011" name="Content Placeholder 2">
            <a:extLst>
              <a:ext uri="{FF2B5EF4-FFF2-40B4-BE49-F238E27FC236}">
                <a16:creationId xmlns:a16="http://schemas.microsoft.com/office/drawing/2014/main" id="{6E07A337-BFB0-4D22-9219-2D51E9469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1012" name="Rectangle 2">
            <a:extLst>
              <a:ext uri="{FF2B5EF4-FFF2-40B4-BE49-F238E27FC236}">
                <a16:creationId xmlns:a16="http://schemas.microsoft.com/office/drawing/2014/main" id="{39E63DE7-17B4-488D-9D82-522C4CE50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3" name="Rectangle 4">
            <a:extLst>
              <a:ext uri="{FF2B5EF4-FFF2-40B4-BE49-F238E27FC236}">
                <a16:creationId xmlns:a16="http://schemas.microsoft.com/office/drawing/2014/main" id="{F7F3CD6E-129F-478F-B9C1-B0FC6D859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4" name="Rectangle 6">
            <a:extLst>
              <a:ext uri="{FF2B5EF4-FFF2-40B4-BE49-F238E27FC236}">
                <a16:creationId xmlns:a16="http://schemas.microsoft.com/office/drawing/2014/main" id="{11DD2532-2061-496E-BA04-4C0BEDCE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5" name="Rectangle 8">
            <a:extLst>
              <a:ext uri="{FF2B5EF4-FFF2-40B4-BE49-F238E27FC236}">
                <a16:creationId xmlns:a16="http://schemas.microsoft.com/office/drawing/2014/main" id="{B4075328-6331-4074-8109-8E029FD3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6" name="Rectangle 5">
            <a:extLst>
              <a:ext uri="{FF2B5EF4-FFF2-40B4-BE49-F238E27FC236}">
                <a16:creationId xmlns:a16="http://schemas.microsoft.com/office/drawing/2014/main" id="{0937253C-230D-4A61-BC21-EE8B0636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7" name="Rectangle 7">
            <a:extLst>
              <a:ext uri="{FF2B5EF4-FFF2-40B4-BE49-F238E27FC236}">
                <a16:creationId xmlns:a16="http://schemas.microsoft.com/office/drawing/2014/main" id="{172F4FA3-8321-4237-B692-8C31BF48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8" name="Rectangle 5">
            <a:extLst>
              <a:ext uri="{FF2B5EF4-FFF2-40B4-BE49-F238E27FC236}">
                <a16:creationId xmlns:a16="http://schemas.microsoft.com/office/drawing/2014/main" id="{042E3F33-1D13-4394-82E0-3ECCBD94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19" name="Rectangle 4">
            <a:extLst>
              <a:ext uri="{FF2B5EF4-FFF2-40B4-BE49-F238E27FC236}">
                <a16:creationId xmlns:a16="http://schemas.microsoft.com/office/drawing/2014/main" id="{89B8EFA3-5C47-4117-AB34-C62D7792A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1020" name="Rectangle 5">
            <a:extLst>
              <a:ext uri="{FF2B5EF4-FFF2-40B4-BE49-F238E27FC236}">
                <a16:creationId xmlns:a16="http://schemas.microsoft.com/office/drawing/2014/main" id="{991E4454-1360-4468-9037-9317BCB59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1021" name="Object 4">
            <a:extLst>
              <a:ext uri="{FF2B5EF4-FFF2-40B4-BE49-F238E27FC236}">
                <a16:creationId xmlns:a16="http://schemas.microsoft.com/office/drawing/2014/main" id="{030AB9EB-D7B7-455F-894C-474BD1FEC3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757555"/>
              </p:ext>
            </p:extLst>
          </p:nvPr>
        </p:nvGraphicFramePr>
        <p:xfrm>
          <a:off x="2655093" y="2057400"/>
          <a:ext cx="68818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SmartDraw" r:id="rId4" imgW="8527175" imgH="1926705" progId="SmartDraw.2">
                  <p:embed/>
                </p:oleObj>
              </mc:Choice>
              <mc:Fallback>
                <p:oleObj name="SmartDraw" r:id="rId4" imgW="8527175" imgH="1926705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093" y="2057400"/>
                        <a:ext cx="688181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22" name="Rectangle 7">
            <a:extLst>
              <a:ext uri="{FF2B5EF4-FFF2-40B4-BE49-F238E27FC236}">
                <a16:creationId xmlns:a16="http://schemas.microsoft.com/office/drawing/2014/main" id="{9563EF96-5F8D-4F6A-BC75-AA6155D5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1023" name="Object 6">
            <a:extLst>
              <a:ext uri="{FF2B5EF4-FFF2-40B4-BE49-F238E27FC236}">
                <a16:creationId xmlns:a16="http://schemas.microsoft.com/office/drawing/2014/main" id="{E80CE1B1-778B-4BB7-A4FC-8ECB9D9C17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471120"/>
              </p:ext>
            </p:extLst>
          </p:nvPr>
        </p:nvGraphicFramePr>
        <p:xfrm>
          <a:off x="3264692" y="4038601"/>
          <a:ext cx="5894388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Visio" r:id="rId6" imgW="3874770" imgH="1169670" progId="Visio.Drawing.11">
                  <p:embed/>
                </p:oleObj>
              </mc:Choice>
              <mc:Fallback>
                <p:oleObj name="Visio" r:id="rId6" imgW="3874770" imgH="116967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692" y="4038601"/>
                        <a:ext cx="5894388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1A0-DEAF-4D4D-BEA9-6F26ED09B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73059" name="Content Placeholder 2">
            <a:extLst>
              <a:ext uri="{FF2B5EF4-FFF2-40B4-BE49-F238E27FC236}">
                <a16:creationId xmlns:a16="http://schemas.microsoft.com/office/drawing/2014/main" id="{E4F7C975-D324-4DB3-A7B5-8E25EC702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one-to-many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3060" name="Rectangle 2">
            <a:extLst>
              <a:ext uri="{FF2B5EF4-FFF2-40B4-BE49-F238E27FC236}">
                <a16:creationId xmlns:a16="http://schemas.microsoft.com/office/drawing/2014/main" id="{DA999717-47F5-4503-B44F-7062C04E8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1" name="Rectangle 4">
            <a:extLst>
              <a:ext uri="{FF2B5EF4-FFF2-40B4-BE49-F238E27FC236}">
                <a16:creationId xmlns:a16="http://schemas.microsoft.com/office/drawing/2014/main" id="{B4BD25F8-9296-47CD-BA68-92CCDB7A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2" name="Rectangle 6">
            <a:extLst>
              <a:ext uri="{FF2B5EF4-FFF2-40B4-BE49-F238E27FC236}">
                <a16:creationId xmlns:a16="http://schemas.microsoft.com/office/drawing/2014/main" id="{AC6165AD-FBEA-4FEB-8061-01B59B654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3" name="Rectangle 8">
            <a:extLst>
              <a:ext uri="{FF2B5EF4-FFF2-40B4-BE49-F238E27FC236}">
                <a16:creationId xmlns:a16="http://schemas.microsoft.com/office/drawing/2014/main" id="{3C3145D9-3C41-4DB7-9372-E44544AF1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4" name="Rectangle 5">
            <a:extLst>
              <a:ext uri="{FF2B5EF4-FFF2-40B4-BE49-F238E27FC236}">
                <a16:creationId xmlns:a16="http://schemas.microsoft.com/office/drawing/2014/main" id="{F1803F58-CA97-4434-A0AD-CFE3750C9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5" name="Rectangle 7">
            <a:extLst>
              <a:ext uri="{FF2B5EF4-FFF2-40B4-BE49-F238E27FC236}">
                <a16:creationId xmlns:a16="http://schemas.microsoft.com/office/drawing/2014/main" id="{E4E97F84-40D2-4177-BE4B-74C6BC6C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6" name="Rectangle 5">
            <a:extLst>
              <a:ext uri="{FF2B5EF4-FFF2-40B4-BE49-F238E27FC236}">
                <a16:creationId xmlns:a16="http://schemas.microsoft.com/office/drawing/2014/main" id="{6A1AB16E-A2D3-4A14-8278-B45DD0417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7" name="Rectangle 4">
            <a:extLst>
              <a:ext uri="{FF2B5EF4-FFF2-40B4-BE49-F238E27FC236}">
                <a16:creationId xmlns:a16="http://schemas.microsoft.com/office/drawing/2014/main" id="{08F92CED-29C9-4124-A8A0-A2E01D7B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8" name="Rectangle 5">
            <a:extLst>
              <a:ext uri="{FF2B5EF4-FFF2-40B4-BE49-F238E27FC236}">
                <a16:creationId xmlns:a16="http://schemas.microsoft.com/office/drawing/2014/main" id="{A29AC62B-6451-4B33-BBD8-CC0927658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69" name="Rectangle 7">
            <a:extLst>
              <a:ext uri="{FF2B5EF4-FFF2-40B4-BE49-F238E27FC236}">
                <a16:creationId xmlns:a16="http://schemas.microsoft.com/office/drawing/2014/main" id="{9D6F9131-F89B-4122-B801-BC7A44FDA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3070" name="Rectangle 5">
            <a:extLst>
              <a:ext uri="{FF2B5EF4-FFF2-40B4-BE49-F238E27FC236}">
                <a16:creationId xmlns:a16="http://schemas.microsoft.com/office/drawing/2014/main" id="{8445EB70-570E-4E0A-8A01-E19A82A6B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3071" name="Object 4">
            <a:extLst>
              <a:ext uri="{FF2B5EF4-FFF2-40B4-BE49-F238E27FC236}">
                <a16:creationId xmlns:a16="http://schemas.microsoft.com/office/drawing/2014/main" id="{02EDF888-8139-4A79-B8A0-007E566FBB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695504"/>
              </p:ext>
            </p:extLst>
          </p:nvPr>
        </p:nvGraphicFramePr>
        <p:xfrm>
          <a:off x="2590800" y="2057400"/>
          <a:ext cx="7570787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SmartDraw" r:id="rId4" imgW="8527175" imgH="1926705" progId="SmartDraw.2">
                  <p:embed/>
                </p:oleObj>
              </mc:Choice>
              <mc:Fallback>
                <p:oleObj name="SmartDraw" r:id="rId4" imgW="8527175" imgH="1926705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057400"/>
                        <a:ext cx="7570787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72" name="Rectangle 7">
            <a:extLst>
              <a:ext uri="{FF2B5EF4-FFF2-40B4-BE49-F238E27FC236}">
                <a16:creationId xmlns:a16="http://schemas.microsoft.com/office/drawing/2014/main" id="{6A8180D8-CC89-4CD3-B709-72D691C99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3073" name="Object 6">
            <a:extLst>
              <a:ext uri="{FF2B5EF4-FFF2-40B4-BE49-F238E27FC236}">
                <a16:creationId xmlns:a16="http://schemas.microsoft.com/office/drawing/2014/main" id="{C94BCB81-2BC1-4649-A65E-B3B671BC59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77678"/>
              </p:ext>
            </p:extLst>
          </p:nvPr>
        </p:nvGraphicFramePr>
        <p:xfrm>
          <a:off x="4383086" y="3973514"/>
          <a:ext cx="35814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Visio" r:id="rId6" imgW="2483739" imgH="1317117" progId="Visio.Drawing.11">
                  <p:embed/>
                </p:oleObj>
              </mc:Choice>
              <mc:Fallback>
                <p:oleObj name="Visio" r:id="rId6" imgW="2483739" imgH="131711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6" y="3973514"/>
                        <a:ext cx="35814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E40A-F1BE-4289-AE0E-086DADE5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75107" name="Content Placeholder 2">
            <a:extLst>
              <a:ext uri="{FF2B5EF4-FFF2-40B4-BE49-F238E27FC236}">
                <a16:creationId xmlns:a16="http://schemas.microsoft.com/office/drawing/2014/main" id="{7182E383-768C-4526-B356-CDCE0941E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participation constraints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5108" name="Rectangle 2">
            <a:extLst>
              <a:ext uri="{FF2B5EF4-FFF2-40B4-BE49-F238E27FC236}">
                <a16:creationId xmlns:a16="http://schemas.microsoft.com/office/drawing/2014/main" id="{C3945CCF-5713-45EE-A399-71E7DE5BB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09" name="Rectangle 4">
            <a:extLst>
              <a:ext uri="{FF2B5EF4-FFF2-40B4-BE49-F238E27FC236}">
                <a16:creationId xmlns:a16="http://schemas.microsoft.com/office/drawing/2014/main" id="{4987ECAD-73B1-4501-80CE-052DE40C0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E8C76C59-F237-4CE0-9D8E-D5BA0C13B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1" name="Rectangle 8">
            <a:extLst>
              <a:ext uri="{FF2B5EF4-FFF2-40B4-BE49-F238E27FC236}">
                <a16:creationId xmlns:a16="http://schemas.microsoft.com/office/drawing/2014/main" id="{D1372EDA-901C-4359-BA5A-F2F8603B2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2" name="Rectangle 5">
            <a:extLst>
              <a:ext uri="{FF2B5EF4-FFF2-40B4-BE49-F238E27FC236}">
                <a16:creationId xmlns:a16="http://schemas.microsoft.com/office/drawing/2014/main" id="{02D970DD-B411-40F5-83C8-F23391E2B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3" name="Rectangle 7">
            <a:extLst>
              <a:ext uri="{FF2B5EF4-FFF2-40B4-BE49-F238E27FC236}">
                <a16:creationId xmlns:a16="http://schemas.microsoft.com/office/drawing/2014/main" id="{5A56AB8C-AE39-4034-8D45-9E6B180AD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4" name="Rectangle 5">
            <a:extLst>
              <a:ext uri="{FF2B5EF4-FFF2-40B4-BE49-F238E27FC236}">
                <a16:creationId xmlns:a16="http://schemas.microsoft.com/office/drawing/2014/main" id="{84FD97CC-8F4D-4637-A21F-634A5D121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5" name="Rectangle 4">
            <a:extLst>
              <a:ext uri="{FF2B5EF4-FFF2-40B4-BE49-F238E27FC236}">
                <a16:creationId xmlns:a16="http://schemas.microsoft.com/office/drawing/2014/main" id="{4FDC1E54-0897-44C7-B777-A00ADA8F9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6" name="Rectangle 5">
            <a:extLst>
              <a:ext uri="{FF2B5EF4-FFF2-40B4-BE49-F238E27FC236}">
                <a16:creationId xmlns:a16="http://schemas.microsoft.com/office/drawing/2014/main" id="{F79F816D-E5F5-4A7C-AC6B-95DA9C41D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7" name="Rectangle 7">
            <a:extLst>
              <a:ext uri="{FF2B5EF4-FFF2-40B4-BE49-F238E27FC236}">
                <a16:creationId xmlns:a16="http://schemas.microsoft.com/office/drawing/2014/main" id="{0851DDEF-95A6-4AAD-9F9A-69937419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8" name="Rectangle 5">
            <a:extLst>
              <a:ext uri="{FF2B5EF4-FFF2-40B4-BE49-F238E27FC236}">
                <a16:creationId xmlns:a16="http://schemas.microsoft.com/office/drawing/2014/main" id="{7DAC4F75-B01B-4450-B8B1-931886953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19" name="Rectangle 7">
            <a:extLst>
              <a:ext uri="{FF2B5EF4-FFF2-40B4-BE49-F238E27FC236}">
                <a16:creationId xmlns:a16="http://schemas.microsoft.com/office/drawing/2014/main" id="{5BB6A9A6-2D57-44E0-B7D3-A2D551F9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5120" name="Rectangle 5">
            <a:extLst>
              <a:ext uri="{FF2B5EF4-FFF2-40B4-BE49-F238E27FC236}">
                <a16:creationId xmlns:a16="http://schemas.microsoft.com/office/drawing/2014/main" id="{6D4E626D-9C35-44A4-90DA-0C97D1C8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5121" name="Object 4">
            <a:extLst>
              <a:ext uri="{FF2B5EF4-FFF2-40B4-BE49-F238E27FC236}">
                <a16:creationId xmlns:a16="http://schemas.microsoft.com/office/drawing/2014/main" id="{50B737AA-86C2-46DB-93D8-2FF02A140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870731"/>
              </p:ext>
            </p:extLst>
          </p:nvPr>
        </p:nvGraphicFramePr>
        <p:xfrm>
          <a:off x="2057400" y="2045565"/>
          <a:ext cx="8386763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SmartDraw" r:id="rId4" imgW="8481297" imgH="3633216" progId="SmartDraw.2">
                  <p:embed/>
                </p:oleObj>
              </mc:Choice>
              <mc:Fallback>
                <p:oleObj name="SmartDraw" r:id="rId4" imgW="8481297" imgH="3633216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045565"/>
                        <a:ext cx="8386763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074F-B6A9-44E9-96F6-1EFDB919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77155" name="Content Placeholder 2">
            <a:extLst>
              <a:ext uri="{FF2B5EF4-FFF2-40B4-BE49-F238E27FC236}">
                <a16:creationId xmlns:a16="http://schemas.microsoft.com/office/drawing/2014/main" id="{52E88BB9-8E89-4603-B25D-C471D217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participation constraints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7156" name="Rectangle 2">
            <a:extLst>
              <a:ext uri="{FF2B5EF4-FFF2-40B4-BE49-F238E27FC236}">
                <a16:creationId xmlns:a16="http://schemas.microsoft.com/office/drawing/2014/main" id="{D5FF7529-00BD-42BD-80A1-B74DF2ED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57" name="Rectangle 4">
            <a:extLst>
              <a:ext uri="{FF2B5EF4-FFF2-40B4-BE49-F238E27FC236}">
                <a16:creationId xmlns:a16="http://schemas.microsoft.com/office/drawing/2014/main" id="{6E8E5F0D-16B6-4356-B2B9-3EFDD90E2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C9F57785-624C-4991-915A-682D45FC8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59" name="Rectangle 8">
            <a:extLst>
              <a:ext uri="{FF2B5EF4-FFF2-40B4-BE49-F238E27FC236}">
                <a16:creationId xmlns:a16="http://schemas.microsoft.com/office/drawing/2014/main" id="{AC85D634-ECBA-488B-941B-066C598AE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0" name="Rectangle 5">
            <a:extLst>
              <a:ext uri="{FF2B5EF4-FFF2-40B4-BE49-F238E27FC236}">
                <a16:creationId xmlns:a16="http://schemas.microsoft.com/office/drawing/2014/main" id="{5AAAACD5-00F4-4B5B-B276-453EEDEA4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1" name="Rectangle 7">
            <a:extLst>
              <a:ext uri="{FF2B5EF4-FFF2-40B4-BE49-F238E27FC236}">
                <a16:creationId xmlns:a16="http://schemas.microsoft.com/office/drawing/2014/main" id="{4A823260-62C7-41C6-B157-A8D9843E7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2" name="Rectangle 5">
            <a:extLst>
              <a:ext uri="{FF2B5EF4-FFF2-40B4-BE49-F238E27FC236}">
                <a16:creationId xmlns:a16="http://schemas.microsoft.com/office/drawing/2014/main" id="{97469ABF-E2D1-47DC-A23D-6D29DAACC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3" name="Rectangle 4">
            <a:extLst>
              <a:ext uri="{FF2B5EF4-FFF2-40B4-BE49-F238E27FC236}">
                <a16:creationId xmlns:a16="http://schemas.microsoft.com/office/drawing/2014/main" id="{12BC6599-33AA-4AF2-B9F7-EC365E752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4" name="Rectangle 5">
            <a:extLst>
              <a:ext uri="{FF2B5EF4-FFF2-40B4-BE49-F238E27FC236}">
                <a16:creationId xmlns:a16="http://schemas.microsoft.com/office/drawing/2014/main" id="{1EEF1040-50AF-40DE-867A-6DE60E7B1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5" name="Rectangle 7">
            <a:extLst>
              <a:ext uri="{FF2B5EF4-FFF2-40B4-BE49-F238E27FC236}">
                <a16:creationId xmlns:a16="http://schemas.microsoft.com/office/drawing/2014/main" id="{47254E96-694D-4BC8-BB09-EFC5FFD84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6" name="Rectangle 5">
            <a:extLst>
              <a:ext uri="{FF2B5EF4-FFF2-40B4-BE49-F238E27FC236}">
                <a16:creationId xmlns:a16="http://schemas.microsoft.com/office/drawing/2014/main" id="{4A7269B6-9592-4F3C-861B-7464A1273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7" name="Rectangle 7">
            <a:extLst>
              <a:ext uri="{FF2B5EF4-FFF2-40B4-BE49-F238E27FC236}">
                <a16:creationId xmlns:a16="http://schemas.microsoft.com/office/drawing/2014/main" id="{EF5B4BCA-45D3-4E4B-B550-EB0CF791A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7168" name="Rectangle 5">
            <a:extLst>
              <a:ext uri="{FF2B5EF4-FFF2-40B4-BE49-F238E27FC236}">
                <a16:creationId xmlns:a16="http://schemas.microsoft.com/office/drawing/2014/main" id="{24169176-2F72-417A-A861-BD0882009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7169" name="Object 4">
            <a:extLst>
              <a:ext uri="{FF2B5EF4-FFF2-40B4-BE49-F238E27FC236}">
                <a16:creationId xmlns:a16="http://schemas.microsoft.com/office/drawing/2014/main" id="{8BAD3217-EB73-4924-9906-5D7B2760CA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599047"/>
              </p:ext>
            </p:extLst>
          </p:nvPr>
        </p:nvGraphicFramePr>
        <p:xfrm>
          <a:off x="8305800" y="1828800"/>
          <a:ext cx="27352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SmartDraw" r:id="rId4" imgW="8481297" imgH="3633216" progId="SmartDraw.2">
                  <p:embed/>
                </p:oleObj>
              </mc:Choice>
              <mc:Fallback>
                <p:oleObj name="SmartDraw" r:id="rId4" imgW="8481297" imgH="3633216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1828800"/>
                        <a:ext cx="273526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70" name="Rectangle 4">
            <a:extLst>
              <a:ext uri="{FF2B5EF4-FFF2-40B4-BE49-F238E27FC236}">
                <a16:creationId xmlns:a16="http://schemas.microsoft.com/office/drawing/2014/main" id="{46A8EB8D-8233-40B6-985B-0B31DA1B6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7171" name="Object 3">
            <a:extLst>
              <a:ext uri="{FF2B5EF4-FFF2-40B4-BE49-F238E27FC236}">
                <a16:creationId xmlns:a16="http://schemas.microsoft.com/office/drawing/2014/main" id="{6E4FBB4F-6D18-4537-A289-FE93AB82B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378631"/>
              </p:ext>
            </p:extLst>
          </p:nvPr>
        </p:nvGraphicFramePr>
        <p:xfrm>
          <a:off x="2362200" y="2400300"/>
          <a:ext cx="5332413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Visio" r:id="rId6" imgW="2483739" imgH="1317117" progId="Visio.Drawing.11">
                  <p:embed/>
                </p:oleObj>
              </mc:Choice>
              <mc:Fallback>
                <p:oleObj name="Visio" r:id="rId6" imgW="2483739" imgH="131711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400300"/>
                        <a:ext cx="5332413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6AA3-2C82-4921-B3AF-6E5EAD6B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79203" name="Content Placeholder 2">
            <a:extLst>
              <a:ext uri="{FF2B5EF4-FFF2-40B4-BE49-F238E27FC236}">
                <a16:creationId xmlns:a16="http://schemas.microsoft.com/office/drawing/2014/main" id="{7B0A0578-0C17-497F-9E43-1D166A72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weak entity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9204" name="Rectangle 2">
            <a:extLst>
              <a:ext uri="{FF2B5EF4-FFF2-40B4-BE49-F238E27FC236}">
                <a16:creationId xmlns:a16="http://schemas.microsoft.com/office/drawing/2014/main" id="{7C0FF2EE-F3D0-46D9-BBB5-CE918250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05" name="Rectangle 4">
            <a:extLst>
              <a:ext uri="{FF2B5EF4-FFF2-40B4-BE49-F238E27FC236}">
                <a16:creationId xmlns:a16="http://schemas.microsoft.com/office/drawing/2014/main" id="{BF93010B-34FE-4FA7-92B5-DB6100F93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06" name="Rectangle 6">
            <a:extLst>
              <a:ext uri="{FF2B5EF4-FFF2-40B4-BE49-F238E27FC236}">
                <a16:creationId xmlns:a16="http://schemas.microsoft.com/office/drawing/2014/main" id="{A929D6C6-9744-4B2C-9909-11361030A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07" name="Rectangle 8">
            <a:extLst>
              <a:ext uri="{FF2B5EF4-FFF2-40B4-BE49-F238E27FC236}">
                <a16:creationId xmlns:a16="http://schemas.microsoft.com/office/drawing/2014/main" id="{5EB05D5C-3C51-40C6-B71A-0D60855A4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08" name="Rectangle 5">
            <a:extLst>
              <a:ext uri="{FF2B5EF4-FFF2-40B4-BE49-F238E27FC236}">
                <a16:creationId xmlns:a16="http://schemas.microsoft.com/office/drawing/2014/main" id="{33D6128B-19AD-42FA-8EB3-E3C83E4A9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09" name="Rectangle 7">
            <a:extLst>
              <a:ext uri="{FF2B5EF4-FFF2-40B4-BE49-F238E27FC236}">
                <a16:creationId xmlns:a16="http://schemas.microsoft.com/office/drawing/2014/main" id="{331BCE52-AD6F-4B0A-9F2F-430BCD43B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0" name="Rectangle 5">
            <a:extLst>
              <a:ext uri="{FF2B5EF4-FFF2-40B4-BE49-F238E27FC236}">
                <a16:creationId xmlns:a16="http://schemas.microsoft.com/office/drawing/2014/main" id="{D447966C-9561-4B61-9CD5-C963C0423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1" name="Rectangle 4">
            <a:extLst>
              <a:ext uri="{FF2B5EF4-FFF2-40B4-BE49-F238E27FC236}">
                <a16:creationId xmlns:a16="http://schemas.microsoft.com/office/drawing/2014/main" id="{A4EF04C8-0461-4421-92DE-B030F8E9F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2" name="Rectangle 5">
            <a:extLst>
              <a:ext uri="{FF2B5EF4-FFF2-40B4-BE49-F238E27FC236}">
                <a16:creationId xmlns:a16="http://schemas.microsoft.com/office/drawing/2014/main" id="{79CEE4AC-F86C-4EAA-AAC6-65215C05B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3" name="Rectangle 7">
            <a:extLst>
              <a:ext uri="{FF2B5EF4-FFF2-40B4-BE49-F238E27FC236}">
                <a16:creationId xmlns:a16="http://schemas.microsoft.com/office/drawing/2014/main" id="{207E19D2-D389-48FC-A290-54C793B1E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4" name="Rectangle 5">
            <a:extLst>
              <a:ext uri="{FF2B5EF4-FFF2-40B4-BE49-F238E27FC236}">
                <a16:creationId xmlns:a16="http://schemas.microsoft.com/office/drawing/2014/main" id="{7FCA216C-C6D4-4807-8B1C-EA8473F24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5" name="Rectangle 7">
            <a:extLst>
              <a:ext uri="{FF2B5EF4-FFF2-40B4-BE49-F238E27FC236}">
                <a16:creationId xmlns:a16="http://schemas.microsoft.com/office/drawing/2014/main" id="{1C773A47-1B6E-46F7-BFFC-0B889C686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6" name="Rectangle 5">
            <a:extLst>
              <a:ext uri="{FF2B5EF4-FFF2-40B4-BE49-F238E27FC236}">
                <a16:creationId xmlns:a16="http://schemas.microsoft.com/office/drawing/2014/main" id="{04AC969F-BC5F-48A6-80EE-B3AE36277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7" name="Rectangle 4">
            <a:extLst>
              <a:ext uri="{FF2B5EF4-FFF2-40B4-BE49-F238E27FC236}">
                <a16:creationId xmlns:a16="http://schemas.microsoft.com/office/drawing/2014/main" id="{843C3FD4-DFF3-4912-BB51-B865BDDBF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8" name="Rectangle 5">
            <a:extLst>
              <a:ext uri="{FF2B5EF4-FFF2-40B4-BE49-F238E27FC236}">
                <a16:creationId xmlns:a16="http://schemas.microsoft.com/office/drawing/2014/main" id="{B6587DBD-4C19-489E-BCE5-8B109A072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79219" name="Rectangle 7">
            <a:extLst>
              <a:ext uri="{FF2B5EF4-FFF2-40B4-BE49-F238E27FC236}">
                <a16:creationId xmlns:a16="http://schemas.microsoft.com/office/drawing/2014/main" id="{38C2C815-4769-4ADF-91E0-A19E329EF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79220" name="Object 6">
            <a:extLst>
              <a:ext uri="{FF2B5EF4-FFF2-40B4-BE49-F238E27FC236}">
                <a16:creationId xmlns:a16="http://schemas.microsoft.com/office/drawing/2014/main" id="{A5CDBEA1-1A73-4D7F-B8E0-7191421C5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513240"/>
              </p:ext>
            </p:extLst>
          </p:nvPr>
        </p:nvGraphicFramePr>
        <p:xfrm>
          <a:off x="1958181" y="2667000"/>
          <a:ext cx="827563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SmartDraw" r:id="rId4" imgW="7947378" imgH="1939267" progId="SmartDraw.2">
                  <p:embed/>
                </p:oleObj>
              </mc:Choice>
              <mc:Fallback>
                <p:oleObj name="SmartDraw" r:id="rId4" imgW="7947378" imgH="1939267" progId="SmartDraw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181" y="2667000"/>
                        <a:ext cx="827563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2F2B-FCDF-4FF7-BF84-74E1A6BD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81251" name="Content Placeholder 2">
            <a:extLst>
              <a:ext uri="{FF2B5EF4-FFF2-40B4-BE49-F238E27FC236}">
                <a16:creationId xmlns:a16="http://schemas.microsoft.com/office/drawing/2014/main" id="{36062FD0-3945-4258-BC0C-E6F05F89C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weak entity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1252" name="Rectangle 2">
            <a:extLst>
              <a:ext uri="{FF2B5EF4-FFF2-40B4-BE49-F238E27FC236}">
                <a16:creationId xmlns:a16="http://schemas.microsoft.com/office/drawing/2014/main" id="{98B94274-484D-412A-9357-7FA86167F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3" name="Rectangle 4">
            <a:extLst>
              <a:ext uri="{FF2B5EF4-FFF2-40B4-BE49-F238E27FC236}">
                <a16:creationId xmlns:a16="http://schemas.microsoft.com/office/drawing/2014/main" id="{8247725F-E835-4695-858B-4C27E3947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4" name="Rectangle 6">
            <a:extLst>
              <a:ext uri="{FF2B5EF4-FFF2-40B4-BE49-F238E27FC236}">
                <a16:creationId xmlns:a16="http://schemas.microsoft.com/office/drawing/2014/main" id="{55C9A967-EF55-4655-94AC-DA64A941F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5" name="Rectangle 8">
            <a:extLst>
              <a:ext uri="{FF2B5EF4-FFF2-40B4-BE49-F238E27FC236}">
                <a16:creationId xmlns:a16="http://schemas.microsoft.com/office/drawing/2014/main" id="{2FF8349B-0448-4B1A-BDDF-755D41576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6" name="Rectangle 5">
            <a:extLst>
              <a:ext uri="{FF2B5EF4-FFF2-40B4-BE49-F238E27FC236}">
                <a16:creationId xmlns:a16="http://schemas.microsoft.com/office/drawing/2014/main" id="{3CB8D041-9971-4867-A662-CDFE0A782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7" name="Rectangle 7">
            <a:extLst>
              <a:ext uri="{FF2B5EF4-FFF2-40B4-BE49-F238E27FC236}">
                <a16:creationId xmlns:a16="http://schemas.microsoft.com/office/drawing/2014/main" id="{62FC8E43-AE0A-4A23-B19C-8B83ABB43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8" name="Rectangle 5">
            <a:extLst>
              <a:ext uri="{FF2B5EF4-FFF2-40B4-BE49-F238E27FC236}">
                <a16:creationId xmlns:a16="http://schemas.microsoft.com/office/drawing/2014/main" id="{B762CE8F-F53E-4C83-B5C6-60C1115BE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59" name="Rectangle 4">
            <a:extLst>
              <a:ext uri="{FF2B5EF4-FFF2-40B4-BE49-F238E27FC236}">
                <a16:creationId xmlns:a16="http://schemas.microsoft.com/office/drawing/2014/main" id="{F3883EF8-F12C-444E-BF24-EDB1B90B6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0" name="Rectangle 5">
            <a:extLst>
              <a:ext uri="{FF2B5EF4-FFF2-40B4-BE49-F238E27FC236}">
                <a16:creationId xmlns:a16="http://schemas.microsoft.com/office/drawing/2014/main" id="{BCA5690F-8C2F-4873-B945-5871C6B51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1" name="Rectangle 7">
            <a:extLst>
              <a:ext uri="{FF2B5EF4-FFF2-40B4-BE49-F238E27FC236}">
                <a16:creationId xmlns:a16="http://schemas.microsoft.com/office/drawing/2014/main" id="{1B05DF37-9A71-4E2F-B3FD-04B658BE3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2" name="Rectangle 5">
            <a:extLst>
              <a:ext uri="{FF2B5EF4-FFF2-40B4-BE49-F238E27FC236}">
                <a16:creationId xmlns:a16="http://schemas.microsoft.com/office/drawing/2014/main" id="{6FDE9BEA-31D8-42BB-AA42-9E90788BD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3" name="Rectangle 7">
            <a:extLst>
              <a:ext uri="{FF2B5EF4-FFF2-40B4-BE49-F238E27FC236}">
                <a16:creationId xmlns:a16="http://schemas.microsoft.com/office/drawing/2014/main" id="{C7CF58BC-C174-415D-B1E6-65AAADB69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4" name="Rectangle 5">
            <a:extLst>
              <a:ext uri="{FF2B5EF4-FFF2-40B4-BE49-F238E27FC236}">
                <a16:creationId xmlns:a16="http://schemas.microsoft.com/office/drawing/2014/main" id="{541EB6D1-771A-4439-8F8A-6925AC3E6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5" name="Rectangle 4">
            <a:extLst>
              <a:ext uri="{FF2B5EF4-FFF2-40B4-BE49-F238E27FC236}">
                <a16:creationId xmlns:a16="http://schemas.microsoft.com/office/drawing/2014/main" id="{D89A88A0-002B-48EA-AF2E-1E075F5AC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6" name="Rectangle 5">
            <a:extLst>
              <a:ext uri="{FF2B5EF4-FFF2-40B4-BE49-F238E27FC236}">
                <a16:creationId xmlns:a16="http://schemas.microsoft.com/office/drawing/2014/main" id="{E687410B-6841-4520-B822-53D36A499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1267" name="Rectangle 7">
            <a:extLst>
              <a:ext uri="{FF2B5EF4-FFF2-40B4-BE49-F238E27FC236}">
                <a16:creationId xmlns:a16="http://schemas.microsoft.com/office/drawing/2014/main" id="{87E87DA1-34C2-4D24-9AED-E6886EBD3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1268" name="Object 6">
            <a:extLst>
              <a:ext uri="{FF2B5EF4-FFF2-40B4-BE49-F238E27FC236}">
                <a16:creationId xmlns:a16="http://schemas.microsoft.com/office/drawing/2014/main" id="{DB812DC3-C25D-47C4-A6F6-560DE6633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691468"/>
              </p:ext>
            </p:extLst>
          </p:nvPr>
        </p:nvGraphicFramePr>
        <p:xfrm>
          <a:off x="2913062" y="2133600"/>
          <a:ext cx="6365875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SmartDraw" r:id="rId4" imgW="7947378" imgH="1939267" progId="SmartDraw.2">
                  <p:embed/>
                </p:oleObj>
              </mc:Choice>
              <mc:Fallback>
                <p:oleObj name="SmartDraw" r:id="rId4" imgW="7947378" imgH="1939267" progId="SmartDraw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2" y="2133600"/>
                        <a:ext cx="6365875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69" name="Rectangle 4">
            <a:extLst>
              <a:ext uri="{FF2B5EF4-FFF2-40B4-BE49-F238E27FC236}">
                <a16:creationId xmlns:a16="http://schemas.microsoft.com/office/drawing/2014/main" id="{98CEEEE1-D41F-46E5-9068-734444FD0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1270" name="Object 3">
            <a:extLst>
              <a:ext uri="{FF2B5EF4-FFF2-40B4-BE49-F238E27FC236}">
                <a16:creationId xmlns:a16="http://schemas.microsoft.com/office/drawing/2014/main" id="{2D732BEC-9764-43F3-B251-7E718ED2B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294570"/>
              </p:ext>
            </p:extLst>
          </p:nvPr>
        </p:nvGraphicFramePr>
        <p:xfrm>
          <a:off x="4219574" y="3962401"/>
          <a:ext cx="3992562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Visio" r:id="rId6" imgW="2737104" imgH="1322070" progId="Visio.Drawing.11">
                  <p:embed/>
                </p:oleObj>
              </mc:Choice>
              <mc:Fallback>
                <p:oleObj name="Visio" r:id="rId6" imgW="2737104" imgH="132207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74" y="3962401"/>
                        <a:ext cx="3992562" cy="193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31EE-6618-4E92-A0DC-1B0D9574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83299" name="Content Placeholder 2">
            <a:extLst>
              <a:ext uri="{FF2B5EF4-FFF2-40B4-BE49-F238E27FC236}">
                <a16:creationId xmlns:a16="http://schemas.microsoft.com/office/drawing/2014/main" id="{7C70F878-9CAB-4A4C-BCD8-BB45E934A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class hierarchy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3300" name="Rectangle 2">
            <a:extLst>
              <a:ext uri="{FF2B5EF4-FFF2-40B4-BE49-F238E27FC236}">
                <a16:creationId xmlns:a16="http://schemas.microsoft.com/office/drawing/2014/main" id="{5FA5BC21-E201-477E-8552-B17E9522A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1" name="Rectangle 4">
            <a:extLst>
              <a:ext uri="{FF2B5EF4-FFF2-40B4-BE49-F238E27FC236}">
                <a16:creationId xmlns:a16="http://schemas.microsoft.com/office/drawing/2014/main" id="{D9CF2CBE-4D01-4D2B-B967-B61CBEB37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2" name="Rectangle 6">
            <a:extLst>
              <a:ext uri="{FF2B5EF4-FFF2-40B4-BE49-F238E27FC236}">
                <a16:creationId xmlns:a16="http://schemas.microsoft.com/office/drawing/2014/main" id="{F0B32315-0ED2-4BF4-B491-69205346C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3" name="Rectangle 8">
            <a:extLst>
              <a:ext uri="{FF2B5EF4-FFF2-40B4-BE49-F238E27FC236}">
                <a16:creationId xmlns:a16="http://schemas.microsoft.com/office/drawing/2014/main" id="{BE216C18-865C-4303-A457-64EDE136C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4" name="Rectangle 5">
            <a:extLst>
              <a:ext uri="{FF2B5EF4-FFF2-40B4-BE49-F238E27FC236}">
                <a16:creationId xmlns:a16="http://schemas.microsoft.com/office/drawing/2014/main" id="{7F6D3B4E-38E6-40FA-97C5-C291776B4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5" name="Rectangle 7">
            <a:extLst>
              <a:ext uri="{FF2B5EF4-FFF2-40B4-BE49-F238E27FC236}">
                <a16:creationId xmlns:a16="http://schemas.microsoft.com/office/drawing/2014/main" id="{C954E6D1-3358-4449-ADBE-58394E424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6" name="Rectangle 5">
            <a:extLst>
              <a:ext uri="{FF2B5EF4-FFF2-40B4-BE49-F238E27FC236}">
                <a16:creationId xmlns:a16="http://schemas.microsoft.com/office/drawing/2014/main" id="{0F5759F6-27B4-41DA-B47C-B88667E84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7" name="Rectangle 4">
            <a:extLst>
              <a:ext uri="{FF2B5EF4-FFF2-40B4-BE49-F238E27FC236}">
                <a16:creationId xmlns:a16="http://schemas.microsoft.com/office/drawing/2014/main" id="{6663DBF7-4CA6-4C08-BB6A-B01A34FBF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8" name="Rectangle 5">
            <a:extLst>
              <a:ext uri="{FF2B5EF4-FFF2-40B4-BE49-F238E27FC236}">
                <a16:creationId xmlns:a16="http://schemas.microsoft.com/office/drawing/2014/main" id="{3F913CDA-493F-41C7-879B-1CB7C75D0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09" name="Rectangle 7">
            <a:extLst>
              <a:ext uri="{FF2B5EF4-FFF2-40B4-BE49-F238E27FC236}">
                <a16:creationId xmlns:a16="http://schemas.microsoft.com/office/drawing/2014/main" id="{07A66977-4224-4A7C-BFB9-2D1BC5E3D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0" name="Rectangle 5">
            <a:extLst>
              <a:ext uri="{FF2B5EF4-FFF2-40B4-BE49-F238E27FC236}">
                <a16:creationId xmlns:a16="http://schemas.microsoft.com/office/drawing/2014/main" id="{99639857-B63D-46DA-9B9F-464F4C35A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1" name="Rectangle 7">
            <a:extLst>
              <a:ext uri="{FF2B5EF4-FFF2-40B4-BE49-F238E27FC236}">
                <a16:creationId xmlns:a16="http://schemas.microsoft.com/office/drawing/2014/main" id="{1BAE6CCD-4414-431E-83FC-186E1E594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2" name="Rectangle 5">
            <a:extLst>
              <a:ext uri="{FF2B5EF4-FFF2-40B4-BE49-F238E27FC236}">
                <a16:creationId xmlns:a16="http://schemas.microsoft.com/office/drawing/2014/main" id="{BA70E437-D58D-460D-8F7C-3C4F53D48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3" name="Rectangle 4">
            <a:extLst>
              <a:ext uri="{FF2B5EF4-FFF2-40B4-BE49-F238E27FC236}">
                <a16:creationId xmlns:a16="http://schemas.microsoft.com/office/drawing/2014/main" id="{026059B7-C6C4-4C15-BE8C-7322A06D7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4" name="Rectangle 5">
            <a:extLst>
              <a:ext uri="{FF2B5EF4-FFF2-40B4-BE49-F238E27FC236}">
                <a16:creationId xmlns:a16="http://schemas.microsoft.com/office/drawing/2014/main" id="{5621C8D0-9606-4D6F-B5BC-1A771F4A5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5" name="Rectangle 7">
            <a:extLst>
              <a:ext uri="{FF2B5EF4-FFF2-40B4-BE49-F238E27FC236}">
                <a16:creationId xmlns:a16="http://schemas.microsoft.com/office/drawing/2014/main" id="{777D0F58-CADF-4A5B-84BE-64CA1E6D0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6" name="Rectangle 4">
            <a:extLst>
              <a:ext uri="{FF2B5EF4-FFF2-40B4-BE49-F238E27FC236}">
                <a16:creationId xmlns:a16="http://schemas.microsoft.com/office/drawing/2014/main" id="{A2F216A9-F847-4851-B589-BA6A3139F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3317" name="Rectangle 5">
            <a:extLst>
              <a:ext uri="{FF2B5EF4-FFF2-40B4-BE49-F238E27FC236}">
                <a16:creationId xmlns:a16="http://schemas.microsoft.com/office/drawing/2014/main" id="{8ECF9110-185B-4A55-8EB0-DD04A45B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3318" name="Object 4">
            <a:extLst>
              <a:ext uri="{FF2B5EF4-FFF2-40B4-BE49-F238E27FC236}">
                <a16:creationId xmlns:a16="http://schemas.microsoft.com/office/drawing/2014/main" id="{E6118FBC-FDBB-4DCF-B9D6-9363F3CD9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874584"/>
              </p:ext>
            </p:extLst>
          </p:nvPr>
        </p:nvGraphicFramePr>
        <p:xfrm>
          <a:off x="3782218" y="2133600"/>
          <a:ext cx="4627563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SmartDraw" r:id="rId4" imgW="5057061" imgH="4025577" progId="SmartDraw.2">
                  <p:embed/>
                </p:oleObj>
              </mc:Choice>
              <mc:Fallback>
                <p:oleObj name="SmartDraw" r:id="rId4" imgW="5057061" imgH="4025577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2218" y="2133600"/>
                        <a:ext cx="4627563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C446-F43C-4BF0-8EC3-9BA78347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85347" name="Content Placeholder 2">
            <a:extLst>
              <a:ext uri="{FF2B5EF4-FFF2-40B4-BE49-F238E27FC236}">
                <a16:creationId xmlns:a16="http://schemas.microsoft.com/office/drawing/2014/main" id="{5500B21C-66F1-4749-8704-84ADC98F5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class hierarchy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5348" name="Rectangle 2">
            <a:extLst>
              <a:ext uri="{FF2B5EF4-FFF2-40B4-BE49-F238E27FC236}">
                <a16:creationId xmlns:a16="http://schemas.microsoft.com/office/drawing/2014/main" id="{D2467311-B65D-4007-BDC3-77D0555F8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49" name="Rectangle 4">
            <a:extLst>
              <a:ext uri="{FF2B5EF4-FFF2-40B4-BE49-F238E27FC236}">
                <a16:creationId xmlns:a16="http://schemas.microsoft.com/office/drawing/2014/main" id="{37B8E1A7-5618-43A3-A00E-6EEAB9001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0" name="Rectangle 6">
            <a:extLst>
              <a:ext uri="{FF2B5EF4-FFF2-40B4-BE49-F238E27FC236}">
                <a16:creationId xmlns:a16="http://schemas.microsoft.com/office/drawing/2014/main" id="{59D84349-B329-460E-A08A-72FA29AD4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1" name="Rectangle 8">
            <a:extLst>
              <a:ext uri="{FF2B5EF4-FFF2-40B4-BE49-F238E27FC236}">
                <a16:creationId xmlns:a16="http://schemas.microsoft.com/office/drawing/2014/main" id="{D584498C-C106-490E-9E37-2867AED0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2" name="Rectangle 5">
            <a:extLst>
              <a:ext uri="{FF2B5EF4-FFF2-40B4-BE49-F238E27FC236}">
                <a16:creationId xmlns:a16="http://schemas.microsoft.com/office/drawing/2014/main" id="{03ADB490-F9AA-44EE-AEA4-E18E21A7F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3" name="Rectangle 7">
            <a:extLst>
              <a:ext uri="{FF2B5EF4-FFF2-40B4-BE49-F238E27FC236}">
                <a16:creationId xmlns:a16="http://schemas.microsoft.com/office/drawing/2014/main" id="{B542B1BC-7410-43E1-802C-A4B285E5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4" name="Rectangle 5">
            <a:extLst>
              <a:ext uri="{FF2B5EF4-FFF2-40B4-BE49-F238E27FC236}">
                <a16:creationId xmlns:a16="http://schemas.microsoft.com/office/drawing/2014/main" id="{C79BC2F9-BE7A-4B41-95DF-F67EC9038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5" name="Rectangle 4">
            <a:extLst>
              <a:ext uri="{FF2B5EF4-FFF2-40B4-BE49-F238E27FC236}">
                <a16:creationId xmlns:a16="http://schemas.microsoft.com/office/drawing/2014/main" id="{88AA2751-E752-4E39-865C-ACEAE64C4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6" name="Rectangle 5">
            <a:extLst>
              <a:ext uri="{FF2B5EF4-FFF2-40B4-BE49-F238E27FC236}">
                <a16:creationId xmlns:a16="http://schemas.microsoft.com/office/drawing/2014/main" id="{28811521-995A-43D1-AF45-C33308096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7" name="Rectangle 7">
            <a:extLst>
              <a:ext uri="{FF2B5EF4-FFF2-40B4-BE49-F238E27FC236}">
                <a16:creationId xmlns:a16="http://schemas.microsoft.com/office/drawing/2014/main" id="{EE4BAC85-B86C-49F5-8D6E-6F7DF1C3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8" name="Rectangle 5">
            <a:extLst>
              <a:ext uri="{FF2B5EF4-FFF2-40B4-BE49-F238E27FC236}">
                <a16:creationId xmlns:a16="http://schemas.microsoft.com/office/drawing/2014/main" id="{F9F754E8-BCFA-41A8-BA96-EA97472C2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59" name="Rectangle 7">
            <a:extLst>
              <a:ext uri="{FF2B5EF4-FFF2-40B4-BE49-F238E27FC236}">
                <a16:creationId xmlns:a16="http://schemas.microsoft.com/office/drawing/2014/main" id="{A05B899E-F964-43A5-8C5F-3732C1992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60" name="Rectangle 5">
            <a:extLst>
              <a:ext uri="{FF2B5EF4-FFF2-40B4-BE49-F238E27FC236}">
                <a16:creationId xmlns:a16="http://schemas.microsoft.com/office/drawing/2014/main" id="{49964D74-EF24-4D72-A824-BB1D13BB2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61" name="Rectangle 4">
            <a:extLst>
              <a:ext uri="{FF2B5EF4-FFF2-40B4-BE49-F238E27FC236}">
                <a16:creationId xmlns:a16="http://schemas.microsoft.com/office/drawing/2014/main" id="{03DC06D7-AFAC-4037-B4DE-1FFB5C95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62" name="Rectangle 5">
            <a:extLst>
              <a:ext uri="{FF2B5EF4-FFF2-40B4-BE49-F238E27FC236}">
                <a16:creationId xmlns:a16="http://schemas.microsoft.com/office/drawing/2014/main" id="{E94C77D3-CBD3-4122-8E1D-585A664E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63" name="Rectangle 7">
            <a:extLst>
              <a:ext uri="{FF2B5EF4-FFF2-40B4-BE49-F238E27FC236}">
                <a16:creationId xmlns:a16="http://schemas.microsoft.com/office/drawing/2014/main" id="{D713977F-D7AC-4172-8249-79D96230A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64" name="Rectangle 4">
            <a:extLst>
              <a:ext uri="{FF2B5EF4-FFF2-40B4-BE49-F238E27FC236}">
                <a16:creationId xmlns:a16="http://schemas.microsoft.com/office/drawing/2014/main" id="{55607A87-5B6A-4926-953D-E34C6AAB6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5365" name="Rectangle 5">
            <a:extLst>
              <a:ext uri="{FF2B5EF4-FFF2-40B4-BE49-F238E27FC236}">
                <a16:creationId xmlns:a16="http://schemas.microsoft.com/office/drawing/2014/main" id="{FB2A93FC-B1BB-47E3-B3CC-CFD5237F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5366" name="Object 4">
            <a:extLst>
              <a:ext uri="{FF2B5EF4-FFF2-40B4-BE49-F238E27FC236}">
                <a16:creationId xmlns:a16="http://schemas.microsoft.com/office/drawing/2014/main" id="{B93D9C1F-37A6-4A1B-BC33-8A8F004C7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348022"/>
              </p:ext>
            </p:extLst>
          </p:nvPr>
        </p:nvGraphicFramePr>
        <p:xfrm>
          <a:off x="8153400" y="1395016"/>
          <a:ext cx="21653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SmartDraw" r:id="rId4" imgW="5057061" imgH="4025577" progId="SmartDraw.2">
                  <p:embed/>
                </p:oleObj>
              </mc:Choice>
              <mc:Fallback>
                <p:oleObj name="SmartDraw" r:id="rId4" imgW="5057061" imgH="4025577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395016"/>
                        <a:ext cx="21653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67" name="Rectangle 4">
            <a:extLst>
              <a:ext uri="{FF2B5EF4-FFF2-40B4-BE49-F238E27FC236}">
                <a16:creationId xmlns:a16="http://schemas.microsoft.com/office/drawing/2014/main" id="{781AD8C0-658E-40AE-A0E4-A22D8A160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5368" name="Object 3">
            <a:extLst>
              <a:ext uri="{FF2B5EF4-FFF2-40B4-BE49-F238E27FC236}">
                <a16:creationId xmlns:a16="http://schemas.microsoft.com/office/drawing/2014/main" id="{5073159E-745F-4174-A36C-1FCCB563C6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146187"/>
              </p:ext>
            </p:extLst>
          </p:nvPr>
        </p:nvGraphicFramePr>
        <p:xfrm>
          <a:off x="3505200" y="2309416"/>
          <a:ext cx="4267200" cy="364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Visio" r:id="rId6" imgW="3011043" imgH="2571750" progId="Visio.Drawing.11">
                  <p:embed/>
                </p:oleObj>
              </mc:Choice>
              <mc:Fallback>
                <p:oleObj name="Visio" r:id="rId6" imgW="3011043" imgH="257175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09416"/>
                        <a:ext cx="4267200" cy="364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9D76-30FA-47FB-8183-A9E8EE7D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ER to Relational Model</a:t>
            </a:r>
          </a:p>
        </p:txBody>
      </p:sp>
      <p:sp>
        <p:nvSpPr>
          <p:cNvPr id="187395" name="Content Placeholder 2">
            <a:extLst>
              <a:ext uri="{FF2B5EF4-FFF2-40B4-BE49-F238E27FC236}">
                <a16:creationId xmlns:a16="http://schemas.microsoft.com/office/drawing/2014/main" id="{CC53AD41-BCFD-485C-8488-173390613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 b="1">
                <a:latin typeface="Angsana New" panose="02020603050405020304" pitchFamily="18" charset="-34"/>
                <a:cs typeface="Angsana New" panose="02020603050405020304" pitchFamily="18" charset="-34"/>
              </a:rPr>
              <a:t>Relationship: class hierarchy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7396" name="Rectangle 2">
            <a:extLst>
              <a:ext uri="{FF2B5EF4-FFF2-40B4-BE49-F238E27FC236}">
                <a16:creationId xmlns:a16="http://schemas.microsoft.com/office/drawing/2014/main" id="{CE613577-10C4-4CCA-BC2C-D9FC24FCC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397" name="Rectangle 4">
            <a:extLst>
              <a:ext uri="{FF2B5EF4-FFF2-40B4-BE49-F238E27FC236}">
                <a16:creationId xmlns:a16="http://schemas.microsoft.com/office/drawing/2014/main" id="{B424216F-0F25-453C-B5F7-0691CB084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398" name="Rectangle 6">
            <a:extLst>
              <a:ext uri="{FF2B5EF4-FFF2-40B4-BE49-F238E27FC236}">
                <a16:creationId xmlns:a16="http://schemas.microsoft.com/office/drawing/2014/main" id="{BAF2AA3C-E7A6-473C-94FA-67D8C3334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399" name="Rectangle 8">
            <a:extLst>
              <a:ext uri="{FF2B5EF4-FFF2-40B4-BE49-F238E27FC236}">
                <a16:creationId xmlns:a16="http://schemas.microsoft.com/office/drawing/2014/main" id="{312FC630-B814-4A15-A213-2F72C4347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0" name="Rectangle 5">
            <a:extLst>
              <a:ext uri="{FF2B5EF4-FFF2-40B4-BE49-F238E27FC236}">
                <a16:creationId xmlns:a16="http://schemas.microsoft.com/office/drawing/2014/main" id="{E29092F5-985B-4BCF-9B50-6028B89DC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1" name="Rectangle 7">
            <a:extLst>
              <a:ext uri="{FF2B5EF4-FFF2-40B4-BE49-F238E27FC236}">
                <a16:creationId xmlns:a16="http://schemas.microsoft.com/office/drawing/2014/main" id="{A250D871-8B42-4847-93F9-9FDBBFD57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2" name="Rectangle 5">
            <a:extLst>
              <a:ext uri="{FF2B5EF4-FFF2-40B4-BE49-F238E27FC236}">
                <a16:creationId xmlns:a16="http://schemas.microsoft.com/office/drawing/2014/main" id="{5FA06A70-4CE2-4D52-A5DF-C375886E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3" name="Rectangle 4">
            <a:extLst>
              <a:ext uri="{FF2B5EF4-FFF2-40B4-BE49-F238E27FC236}">
                <a16:creationId xmlns:a16="http://schemas.microsoft.com/office/drawing/2014/main" id="{3F4C790B-5E38-4622-BD0C-8F8C50A8F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4" name="Rectangle 5">
            <a:extLst>
              <a:ext uri="{FF2B5EF4-FFF2-40B4-BE49-F238E27FC236}">
                <a16:creationId xmlns:a16="http://schemas.microsoft.com/office/drawing/2014/main" id="{CB924E6D-CD97-495A-8753-E2718CA4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5" name="Rectangle 7">
            <a:extLst>
              <a:ext uri="{FF2B5EF4-FFF2-40B4-BE49-F238E27FC236}">
                <a16:creationId xmlns:a16="http://schemas.microsoft.com/office/drawing/2014/main" id="{3C8AA8F4-22BE-42CF-B07F-F463705A7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6" name="Rectangle 5">
            <a:extLst>
              <a:ext uri="{FF2B5EF4-FFF2-40B4-BE49-F238E27FC236}">
                <a16:creationId xmlns:a16="http://schemas.microsoft.com/office/drawing/2014/main" id="{2DD56CFF-57B3-4AAD-B3D1-EB11AEC1A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7" name="Rectangle 7">
            <a:extLst>
              <a:ext uri="{FF2B5EF4-FFF2-40B4-BE49-F238E27FC236}">
                <a16:creationId xmlns:a16="http://schemas.microsoft.com/office/drawing/2014/main" id="{5E832B28-D424-472F-8F5F-E287BF1DF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8" name="Rectangle 5">
            <a:extLst>
              <a:ext uri="{FF2B5EF4-FFF2-40B4-BE49-F238E27FC236}">
                <a16:creationId xmlns:a16="http://schemas.microsoft.com/office/drawing/2014/main" id="{88908B2C-5D1E-4220-BD93-0AF7BB063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09" name="Rectangle 4">
            <a:extLst>
              <a:ext uri="{FF2B5EF4-FFF2-40B4-BE49-F238E27FC236}">
                <a16:creationId xmlns:a16="http://schemas.microsoft.com/office/drawing/2014/main" id="{E493249B-30AC-4C0D-9AF8-7469E5B09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10" name="Rectangle 5">
            <a:extLst>
              <a:ext uri="{FF2B5EF4-FFF2-40B4-BE49-F238E27FC236}">
                <a16:creationId xmlns:a16="http://schemas.microsoft.com/office/drawing/2014/main" id="{B15D0244-423C-46BD-A4C9-4D4B0D090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11" name="Rectangle 7">
            <a:extLst>
              <a:ext uri="{FF2B5EF4-FFF2-40B4-BE49-F238E27FC236}">
                <a16:creationId xmlns:a16="http://schemas.microsoft.com/office/drawing/2014/main" id="{F85975CA-D4A7-4FFF-A5E5-50BB950D6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12" name="Rectangle 4">
            <a:extLst>
              <a:ext uri="{FF2B5EF4-FFF2-40B4-BE49-F238E27FC236}">
                <a16:creationId xmlns:a16="http://schemas.microsoft.com/office/drawing/2014/main" id="{45612ACA-FDE5-487F-8BC0-9026C5793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13" name="Rectangle 5">
            <a:extLst>
              <a:ext uri="{FF2B5EF4-FFF2-40B4-BE49-F238E27FC236}">
                <a16:creationId xmlns:a16="http://schemas.microsoft.com/office/drawing/2014/main" id="{8303AE45-E4F8-4366-A777-F0265CFB8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7414" name="Object 4">
            <a:extLst>
              <a:ext uri="{FF2B5EF4-FFF2-40B4-BE49-F238E27FC236}">
                <a16:creationId xmlns:a16="http://schemas.microsoft.com/office/drawing/2014/main" id="{0238C39E-13C8-4816-B7D9-735B956C6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885840"/>
              </p:ext>
            </p:extLst>
          </p:nvPr>
        </p:nvGraphicFramePr>
        <p:xfrm>
          <a:off x="8382000" y="1419367"/>
          <a:ext cx="21653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SmartDraw" r:id="rId4" imgW="5057061" imgH="4025577" progId="SmartDraw.2">
                  <p:embed/>
                </p:oleObj>
              </mc:Choice>
              <mc:Fallback>
                <p:oleObj name="SmartDraw" r:id="rId4" imgW="5057061" imgH="4025577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419367"/>
                        <a:ext cx="216535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15" name="Rectangle 4">
            <a:extLst>
              <a:ext uri="{FF2B5EF4-FFF2-40B4-BE49-F238E27FC236}">
                <a16:creationId xmlns:a16="http://schemas.microsoft.com/office/drawing/2014/main" id="{3E8C5872-E77B-46D1-957E-BA29ED4D9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87416" name="Rectangle 5">
            <a:extLst>
              <a:ext uri="{FF2B5EF4-FFF2-40B4-BE49-F238E27FC236}">
                <a16:creationId xmlns:a16="http://schemas.microsoft.com/office/drawing/2014/main" id="{038B804D-02EA-4207-BC61-99A0B4F25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87417" name="Object 4">
            <a:extLst>
              <a:ext uri="{FF2B5EF4-FFF2-40B4-BE49-F238E27FC236}">
                <a16:creationId xmlns:a16="http://schemas.microsoft.com/office/drawing/2014/main" id="{93B8226C-F198-43BC-B606-4DD2088D3B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06521"/>
              </p:ext>
            </p:extLst>
          </p:nvPr>
        </p:nvGraphicFramePr>
        <p:xfrm>
          <a:off x="2317750" y="2790968"/>
          <a:ext cx="5943600" cy="258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Visio" r:id="rId6" imgW="3018663" imgH="1317117" progId="Visio.Drawing.11">
                  <p:embed/>
                </p:oleObj>
              </mc:Choice>
              <mc:Fallback>
                <p:oleObj name="Visio" r:id="rId6" imgW="3018663" imgH="131711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2790968"/>
                        <a:ext cx="5943600" cy="258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52E74A6-BBAB-47DB-B26A-92502CB8B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5E10AC68-A30B-49B0-A2D0-288B15CD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C6CE9-4C63-4CFF-B5F6-867E6C2B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Case</a:t>
            </a:r>
          </a:p>
        </p:txBody>
      </p:sp>
      <p:sp>
        <p:nvSpPr>
          <p:cNvPr id="191491" name="Content Placeholder 2">
            <a:extLst>
              <a:ext uri="{FF2B5EF4-FFF2-40B4-BE49-F238E27FC236}">
                <a16:creationId xmlns:a16="http://schemas.microsoft.com/office/drawing/2014/main" id="{AD646DB2-28BD-44AD-AAF9-2327D308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7-Elephant</a:t>
            </a:r>
          </a:p>
        </p:txBody>
      </p:sp>
      <p:sp>
        <p:nvSpPr>
          <p:cNvPr id="191492" name="Rectangle 2">
            <a:extLst>
              <a:ext uri="{FF2B5EF4-FFF2-40B4-BE49-F238E27FC236}">
                <a16:creationId xmlns:a16="http://schemas.microsoft.com/office/drawing/2014/main" id="{96A66E60-97E6-47EE-8EE6-2B354AC3A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3" name="Rectangle 4">
            <a:extLst>
              <a:ext uri="{FF2B5EF4-FFF2-40B4-BE49-F238E27FC236}">
                <a16:creationId xmlns:a16="http://schemas.microsoft.com/office/drawing/2014/main" id="{E9980645-D6B8-4DED-B95F-40B77EE78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4" name="Rectangle 6">
            <a:extLst>
              <a:ext uri="{FF2B5EF4-FFF2-40B4-BE49-F238E27FC236}">
                <a16:creationId xmlns:a16="http://schemas.microsoft.com/office/drawing/2014/main" id="{DB706143-8167-4CB5-9A03-BB3F2323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5" name="Rectangle 8">
            <a:extLst>
              <a:ext uri="{FF2B5EF4-FFF2-40B4-BE49-F238E27FC236}">
                <a16:creationId xmlns:a16="http://schemas.microsoft.com/office/drawing/2014/main" id="{58353F1E-3EE6-43C2-9875-667929459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6" name="Rectangle 5">
            <a:extLst>
              <a:ext uri="{FF2B5EF4-FFF2-40B4-BE49-F238E27FC236}">
                <a16:creationId xmlns:a16="http://schemas.microsoft.com/office/drawing/2014/main" id="{92A5968B-44C0-4713-B39C-33610EC74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7" name="Rectangle 7">
            <a:extLst>
              <a:ext uri="{FF2B5EF4-FFF2-40B4-BE49-F238E27FC236}">
                <a16:creationId xmlns:a16="http://schemas.microsoft.com/office/drawing/2014/main" id="{F4411367-93AA-4F0E-8C9B-F440F2542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8" name="Rectangle 5">
            <a:extLst>
              <a:ext uri="{FF2B5EF4-FFF2-40B4-BE49-F238E27FC236}">
                <a16:creationId xmlns:a16="http://schemas.microsoft.com/office/drawing/2014/main" id="{95CB35AC-E1A2-43A8-A1B6-2EBDE75DC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499" name="Rectangle 4">
            <a:extLst>
              <a:ext uri="{FF2B5EF4-FFF2-40B4-BE49-F238E27FC236}">
                <a16:creationId xmlns:a16="http://schemas.microsoft.com/office/drawing/2014/main" id="{0E760078-A678-4E46-96BA-CBFDDE23B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0" name="Rectangle 5">
            <a:extLst>
              <a:ext uri="{FF2B5EF4-FFF2-40B4-BE49-F238E27FC236}">
                <a16:creationId xmlns:a16="http://schemas.microsoft.com/office/drawing/2014/main" id="{0AA032AE-6A36-464A-9A80-A3F664592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1" name="Rectangle 7">
            <a:extLst>
              <a:ext uri="{FF2B5EF4-FFF2-40B4-BE49-F238E27FC236}">
                <a16:creationId xmlns:a16="http://schemas.microsoft.com/office/drawing/2014/main" id="{1540E2E0-4898-47BE-AA98-F055588E5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2" name="Rectangle 5">
            <a:extLst>
              <a:ext uri="{FF2B5EF4-FFF2-40B4-BE49-F238E27FC236}">
                <a16:creationId xmlns:a16="http://schemas.microsoft.com/office/drawing/2014/main" id="{5FEE69F2-73E2-4ACC-A27F-CDEA68754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3" name="Rectangle 7">
            <a:extLst>
              <a:ext uri="{FF2B5EF4-FFF2-40B4-BE49-F238E27FC236}">
                <a16:creationId xmlns:a16="http://schemas.microsoft.com/office/drawing/2014/main" id="{3B4E855D-4B9C-4D7A-8046-0D700C387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4" name="Rectangle 5">
            <a:extLst>
              <a:ext uri="{FF2B5EF4-FFF2-40B4-BE49-F238E27FC236}">
                <a16:creationId xmlns:a16="http://schemas.microsoft.com/office/drawing/2014/main" id="{ABBD0A6D-BE91-491B-AA03-E683BDCFB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5" name="Rectangle 4">
            <a:extLst>
              <a:ext uri="{FF2B5EF4-FFF2-40B4-BE49-F238E27FC236}">
                <a16:creationId xmlns:a16="http://schemas.microsoft.com/office/drawing/2014/main" id="{0D01C210-234B-443B-862A-A28ACA64F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6" name="Rectangle 5">
            <a:extLst>
              <a:ext uri="{FF2B5EF4-FFF2-40B4-BE49-F238E27FC236}">
                <a16:creationId xmlns:a16="http://schemas.microsoft.com/office/drawing/2014/main" id="{6574AEC5-34CA-4B54-BC19-7B827E938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7" name="Rectangle 7">
            <a:extLst>
              <a:ext uri="{FF2B5EF4-FFF2-40B4-BE49-F238E27FC236}">
                <a16:creationId xmlns:a16="http://schemas.microsoft.com/office/drawing/2014/main" id="{6168EBBA-00C8-4971-A5D6-9A16E2745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8" name="Rectangle 4">
            <a:extLst>
              <a:ext uri="{FF2B5EF4-FFF2-40B4-BE49-F238E27FC236}">
                <a16:creationId xmlns:a16="http://schemas.microsoft.com/office/drawing/2014/main" id="{D745931F-60FA-46BF-BD84-DB3AF7259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09" name="Rectangle 5">
            <a:extLst>
              <a:ext uri="{FF2B5EF4-FFF2-40B4-BE49-F238E27FC236}">
                <a16:creationId xmlns:a16="http://schemas.microsoft.com/office/drawing/2014/main" id="{47610994-64B8-498D-9FD6-5E2C69F4D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10" name="Rectangle 4">
            <a:extLst>
              <a:ext uri="{FF2B5EF4-FFF2-40B4-BE49-F238E27FC236}">
                <a16:creationId xmlns:a16="http://schemas.microsoft.com/office/drawing/2014/main" id="{B49FA3B4-63F2-4464-9C2A-9B9107688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1511" name="Rectangle 5">
            <a:extLst>
              <a:ext uri="{FF2B5EF4-FFF2-40B4-BE49-F238E27FC236}">
                <a16:creationId xmlns:a16="http://schemas.microsoft.com/office/drawing/2014/main" id="{DAA24C0E-0006-4127-8DF3-89DEB0E94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91512" name="Object 4">
            <a:extLst>
              <a:ext uri="{FF2B5EF4-FFF2-40B4-BE49-F238E27FC236}">
                <a16:creationId xmlns:a16="http://schemas.microsoft.com/office/drawing/2014/main" id="{AFBF675B-D1AF-4FB5-A9E4-E3B53CF8B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924582"/>
              </p:ext>
            </p:extLst>
          </p:nvPr>
        </p:nvGraphicFramePr>
        <p:xfrm>
          <a:off x="1728326" y="2057400"/>
          <a:ext cx="8456613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SmartDraw" r:id="rId4" imgW="9244245" imgH="3065364" progId="SmartDraw.2">
                  <p:embed/>
                </p:oleObj>
              </mc:Choice>
              <mc:Fallback>
                <p:oleObj name="SmartDraw" r:id="rId4" imgW="9244245" imgH="3065364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326" y="2057400"/>
                        <a:ext cx="8456613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4AEA-E1C7-4223-AF84-53DA9DBA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Case</a:t>
            </a:r>
          </a:p>
        </p:txBody>
      </p:sp>
      <p:sp>
        <p:nvSpPr>
          <p:cNvPr id="193539" name="Content Placeholder 2">
            <a:extLst>
              <a:ext uri="{FF2B5EF4-FFF2-40B4-BE49-F238E27FC236}">
                <a16:creationId xmlns:a16="http://schemas.microsoft.com/office/drawing/2014/main" id="{AD209CEF-BED3-42B5-A315-37E02F030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มหาวิทยาลัยเทคโนโลยีสุรบุรุษ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3540" name="Rectangle 2">
            <a:extLst>
              <a:ext uri="{FF2B5EF4-FFF2-40B4-BE49-F238E27FC236}">
                <a16:creationId xmlns:a16="http://schemas.microsoft.com/office/drawing/2014/main" id="{941AC2AD-EF25-4232-B464-8710051BF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1" name="Rectangle 4">
            <a:extLst>
              <a:ext uri="{FF2B5EF4-FFF2-40B4-BE49-F238E27FC236}">
                <a16:creationId xmlns:a16="http://schemas.microsoft.com/office/drawing/2014/main" id="{B05DA37C-6EED-412E-A6FA-B482EE538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2" name="Rectangle 6">
            <a:extLst>
              <a:ext uri="{FF2B5EF4-FFF2-40B4-BE49-F238E27FC236}">
                <a16:creationId xmlns:a16="http://schemas.microsoft.com/office/drawing/2014/main" id="{21A49BE2-8DB6-492D-80A9-0D0825E5B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3" name="Rectangle 8">
            <a:extLst>
              <a:ext uri="{FF2B5EF4-FFF2-40B4-BE49-F238E27FC236}">
                <a16:creationId xmlns:a16="http://schemas.microsoft.com/office/drawing/2014/main" id="{005FA619-020C-4528-85C4-5920E9E1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4" name="Rectangle 5">
            <a:extLst>
              <a:ext uri="{FF2B5EF4-FFF2-40B4-BE49-F238E27FC236}">
                <a16:creationId xmlns:a16="http://schemas.microsoft.com/office/drawing/2014/main" id="{D680924A-E725-4BF8-9A58-3A9CFA413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5" name="Rectangle 7">
            <a:extLst>
              <a:ext uri="{FF2B5EF4-FFF2-40B4-BE49-F238E27FC236}">
                <a16:creationId xmlns:a16="http://schemas.microsoft.com/office/drawing/2014/main" id="{3673964D-492A-4530-AF58-9F1103AE4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6" name="Rectangle 5">
            <a:extLst>
              <a:ext uri="{FF2B5EF4-FFF2-40B4-BE49-F238E27FC236}">
                <a16:creationId xmlns:a16="http://schemas.microsoft.com/office/drawing/2014/main" id="{DDBF314F-2359-4630-8035-3E6B1EC9A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7" name="Rectangle 4">
            <a:extLst>
              <a:ext uri="{FF2B5EF4-FFF2-40B4-BE49-F238E27FC236}">
                <a16:creationId xmlns:a16="http://schemas.microsoft.com/office/drawing/2014/main" id="{2DC85571-C78D-428E-8855-9A535F61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8" name="Rectangle 5">
            <a:extLst>
              <a:ext uri="{FF2B5EF4-FFF2-40B4-BE49-F238E27FC236}">
                <a16:creationId xmlns:a16="http://schemas.microsoft.com/office/drawing/2014/main" id="{264984B9-0CDC-4BFD-AB61-B6DEFBF6E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49" name="Rectangle 7">
            <a:extLst>
              <a:ext uri="{FF2B5EF4-FFF2-40B4-BE49-F238E27FC236}">
                <a16:creationId xmlns:a16="http://schemas.microsoft.com/office/drawing/2014/main" id="{A7DD6218-FCB9-429D-AF2D-3EEFD5D99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0" name="Rectangle 5">
            <a:extLst>
              <a:ext uri="{FF2B5EF4-FFF2-40B4-BE49-F238E27FC236}">
                <a16:creationId xmlns:a16="http://schemas.microsoft.com/office/drawing/2014/main" id="{8A9B8A38-51FD-4343-8CEA-3C96259E4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1" name="Rectangle 7">
            <a:extLst>
              <a:ext uri="{FF2B5EF4-FFF2-40B4-BE49-F238E27FC236}">
                <a16:creationId xmlns:a16="http://schemas.microsoft.com/office/drawing/2014/main" id="{1D64844B-4D44-4638-B0E8-0A9E6D66F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2" name="Rectangle 5">
            <a:extLst>
              <a:ext uri="{FF2B5EF4-FFF2-40B4-BE49-F238E27FC236}">
                <a16:creationId xmlns:a16="http://schemas.microsoft.com/office/drawing/2014/main" id="{4F5778E6-36A4-4A87-9E97-1B43E6FD7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3" name="Rectangle 4">
            <a:extLst>
              <a:ext uri="{FF2B5EF4-FFF2-40B4-BE49-F238E27FC236}">
                <a16:creationId xmlns:a16="http://schemas.microsoft.com/office/drawing/2014/main" id="{6CD731ED-6DFE-4FEB-AE72-671BFC7EC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4" name="Rectangle 5">
            <a:extLst>
              <a:ext uri="{FF2B5EF4-FFF2-40B4-BE49-F238E27FC236}">
                <a16:creationId xmlns:a16="http://schemas.microsoft.com/office/drawing/2014/main" id="{F2377D30-E83F-46AE-BDB9-65FEA6605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5" name="Rectangle 7">
            <a:extLst>
              <a:ext uri="{FF2B5EF4-FFF2-40B4-BE49-F238E27FC236}">
                <a16:creationId xmlns:a16="http://schemas.microsoft.com/office/drawing/2014/main" id="{4CA7EC9C-D10F-452D-AAB2-D9FCC6878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6" name="Rectangle 4">
            <a:extLst>
              <a:ext uri="{FF2B5EF4-FFF2-40B4-BE49-F238E27FC236}">
                <a16:creationId xmlns:a16="http://schemas.microsoft.com/office/drawing/2014/main" id="{0C0F4382-9A7F-4539-8286-296EE9B8B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7" name="Rectangle 5">
            <a:extLst>
              <a:ext uri="{FF2B5EF4-FFF2-40B4-BE49-F238E27FC236}">
                <a16:creationId xmlns:a16="http://schemas.microsoft.com/office/drawing/2014/main" id="{B52973D1-A600-4E1A-B5CD-2F68414D4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8" name="Rectangle 4">
            <a:extLst>
              <a:ext uri="{FF2B5EF4-FFF2-40B4-BE49-F238E27FC236}">
                <a16:creationId xmlns:a16="http://schemas.microsoft.com/office/drawing/2014/main" id="{A50A18FA-C181-41C7-BE85-7FDC97FA5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3559" name="Rectangle 5">
            <a:extLst>
              <a:ext uri="{FF2B5EF4-FFF2-40B4-BE49-F238E27FC236}">
                <a16:creationId xmlns:a16="http://schemas.microsoft.com/office/drawing/2014/main" id="{183FB19D-02DF-45D3-911A-7D668447D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E61956-ED28-450B-A349-BB45FB2F5763}"/>
              </a:ext>
            </a:extLst>
          </p:cNvPr>
          <p:cNvSpPr/>
          <p:nvPr/>
        </p:nvSpPr>
        <p:spPr>
          <a:xfrm>
            <a:off x="1828800" y="381000"/>
            <a:ext cx="86106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5587" name="Rectangle 4">
            <a:extLst>
              <a:ext uri="{FF2B5EF4-FFF2-40B4-BE49-F238E27FC236}">
                <a16:creationId xmlns:a16="http://schemas.microsoft.com/office/drawing/2014/main" id="{A09AAE4F-5960-4059-87F2-C8465CCD3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95588" name="Object 3">
            <a:extLst>
              <a:ext uri="{FF2B5EF4-FFF2-40B4-BE49-F238E27FC236}">
                <a16:creationId xmlns:a16="http://schemas.microsoft.com/office/drawing/2014/main" id="{37CC4042-2F0A-4330-8886-3859A2739B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7700" y="457200"/>
          <a:ext cx="8445500" cy="601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SmartDraw" r:id="rId4" imgW="10745938" imgH="7830959" progId="SmartDraw.2">
                  <p:embed/>
                </p:oleObj>
              </mc:Choice>
              <mc:Fallback>
                <p:oleObj name="SmartDraw" r:id="rId4" imgW="10745938" imgH="7830959" progId="SmartDraw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57200"/>
                        <a:ext cx="8445500" cy="601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7E82-D9FA-4028-8F15-D14CA55B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Case</a:t>
            </a:r>
          </a:p>
        </p:txBody>
      </p:sp>
      <p:sp>
        <p:nvSpPr>
          <p:cNvPr id="197635" name="Content Placeholder 2">
            <a:extLst>
              <a:ext uri="{FF2B5EF4-FFF2-40B4-BE49-F238E27FC236}">
                <a16:creationId xmlns:a16="http://schemas.microsoft.com/office/drawing/2014/main" id="{EE8A1EBE-88B7-4BCD-9632-E0FBD5F8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อู่เฉิดฉาย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7636" name="Rectangle 2">
            <a:extLst>
              <a:ext uri="{FF2B5EF4-FFF2-40B4-BE49-F238E27FC236}">
                <a16:creationId xmlns:a16="http://schemas.microsoft.com/office/drawing/2014/main" id="{9C6908DB-D6B3-4C3A-8F60-36362F320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37" name="Rectangle 4">
            <a:extLst>
              <a:ext uri="{FF2B5EF4-FFF2-40B4-BE49-F238E27FC236}">
                <a16:creationId xmlns:a16="http://schemas.microsoft.com/office/drawing/2014/main" id="{AAAF2AFA-0BB2-403D-AEF5-5D1342188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38" name="Rectangle 6">
            <a:extLst>
              <a:ext uri="{FF2B5EF4-FFF2-40B4-BE49-F238E27FC236}">
                <a16:creationId xmlns:a16="http://schemas.microsoft.com/office/drawing/2014/main" id="{6E76B8DD-93FB-4D7A-BB1B-0F5AA30C0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39" name="Rectangle 8">
            <a:extLst>
              <a:ext uri="{FF2B5EF4-FFF2-40B4-BE49-F238E27FC236}">
                <a16:creationId xmlns:a16="http://schemas.microsoft.com/office/drawing/2014/main" id="{C9D12644-775F-42E5-B897-0307BD840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0" name="Rectangle 5">
            <a:extLst>
              <a:ext uri="{FF2B5EF4-FFF2-40B4-BE49-F238E27FC236}">
                <a16:creationId xmlns:a16="http://schemas.microsoft.com/office/drawing/2014/main" id="{69876AB5-80C2-4073-8C05-3241B8F72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1" name="Rectangle 7">
            <a:extLst>
              <a:ext uri="{FF2B5EF4-FFF2-40B4-BE49-F238E27FC236}">
                <a16:creationId xmlns:a16="http://schemas.microsoft.com/office/drawing/2014/main" id="{B322A2C8-EB1C-4208-8C4B-E3E9A4FD0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2" name="Rectangle 5">
            <a:extLst>
              <a:ext uri="{FF2B5EF4-FFF2-40B4-BE49-F238E27FC236}">
                <a16:creationId xmlns:a16="http://schemas.microsoft.com/office/drawing/2014/main" id="{A2DCC3EC-0D47-4114-BC56-C266C302B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3" name="Rectangle 4">
            <a:extLst>
              <a:ext uri="{FF2B5EF4-FFF2-40B4-BE49-F238E27FC236}">
                <a16:creationId xmlns:a16="http://schemas.microsoft.com/office/drawing/2014/main" id="{FBFEAB11-BAE9-48A3-B4B0-9F917B758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4" name="Rectangle 5">
            <a:extLst>
              <a:ext uri="{FF2B5EF4-FFF2-40B4-BE49-F238E27FC236}">
                <a16:creationId xmlns:a16="http://schemas.microsoft.com/office/drawing/2014/main" id="{D430FED5-F27D-42A7-AD43-D8D2B57F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5" name="Rectangle 7">
            <a:extLst>
              <a:ext uri="{FF2B5EF4-FFF2-40B4-BE49-F238E27FC236}">
                <a16:creationId xmlns:a16="http://schemas.microsoft.com/office/drawing/2014/main" id="{10580AAF-EC9D-4ADE-B05D-04D251AFB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6" name="Rectangle 5">
            <a:extLst>
              <a:ext uri="{FF2B5EF4-FFF2-40B4-BE49-F238E27FC236}">
                <a16:creationId xmlns:a16="http://schemas.microsoft.com/office/drawing/2014/main" id="{4118AEE1-032C-4623-929B-1EDFF88C4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7" name="Rectangle 7">
            <a:extLst>
              <a:ext uri="{FF2B5EF4-FFF2-40B4-BE49-F238E27FC236}">
                <a16:creationId xmlns:a16="http://schemas.microsoft.com/office/drawing/2014/main" id="{A766FE2A-9113-46A0-9B97-FA7994CF8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8" name="Rectangle 5">
            <a:extLst>
              <a:ext uri="{FF2B5EF4-FFF2-40B4-BE49-F238E27FC236}">
                <a16:creationId xmlns:a16="http://schemas.microsoft.com/office/drawing/2014/main" id="{13987D93-EC22-4E76-B8ED-05D80492D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49" name="Rectangle 4">
            <a:extLst>
              <a:ext uri="{FF2B5EF4-FFF2-40B4-BE49-F238E27FC236}">
                <a16:creationId xmlns:a16="http://schemas.microsoft.com/office/drawing/2014/main" id="{C9DA13D7-50A2-42F7-8D8C-5722B6E4B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0" name="Rectangle 5">
            <a:extLst>
              <a:ext uri="{FF2B5EF4-FFF2-40B4-BE49-F238E27FC236}">
                <a16:creationId xmlns:a16="http://schemas.microsoft.com/office/drawing/2014/main" id="{D8C4BBF8-7B0C-46BA-A7A5-C09684CC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1" name="Rectangle 7">
            <a:extLst>
              <a:ext uri="{FF2B5EF4-FFF2-40B4-BE49-F238E27FC236}">
                <a16:creationId xmlns:a16="http://schemas.microsoft.com/office/drawing/2014/main" id="{BF1A3BEB-D9A6-48FB-8538-B728AF8C1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2" name="Rectangle 4">
            <a:extLst>
              <a:ext uri="{FF2B5EF4-FFF2-40B4-BE49-F238E27FC236}">
                <a16:creationId xmlns:a16="http://schemas.microsoft.com/office/drawing/2014/main" id="{B2C23858-5D55-4F3D-B224-5DA60C793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3" name="Rectangle 5">
            <a:extLst>
              <a:ext uri="{FF2B5EF4-FFF2-40B4-BE49-F238E27FC236}">
                <a16:creationId xmlns:a16="http://schemas.microsoft.com/office/drawing/2014/main" id="{B95B0CE7-9EBC-4688-9B67-DED58057C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4" name="Rectangle 4">
            <a:extLst>
              <a:ext uri="{FF2B5EF4-FFF2-40B4-BE49-F238E27FC236}">
                <a16:creationId xmlns:a16="http://schemas.microsoft.com/office/drawing/2014/main" id="{1B615109-ED7A-4A0E-8EBA-4D12262D7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5" name="Rectangle 5">
            <a:extLst>
              <a:ext uri="{FF2B5EF4-FFF2-40B4-BE49-F238E27FC236}">
                <a16:creationId xmlns:a16="http://schemas.microsoft.com/office/drawing/2014/main" id="{84E40F29-5C28-4785-98B0-7F67BA911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7656" name="Rectangle 2">
            <a:extLst>
              <a:ext uri="{FF2B5EF4-FFF2-40B4-BE49-F238E27FC236}">
                <a16:creationId xmlns:a16="http://schemas.microsoft.com/office/drawing/2014/main" id="{FBF7FB7C-E070-4F16-BE7F-FA62BF97F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97657" name="Object 1">
            <a:extLst>
              <a:ext uri="{FF2B5EF4-FFF2-40B4-BE49-F238E27FC236}">
                <a16:creationId xmlns:a16="http://schemas.microsoft.com/office/drawing/2014/main" id="{5FF7CE43-C17B-44FE-A484-3EE7FE1BD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716505"/>
              </p:ext>
            </p:extLst>
          </p:nvPr>
        </p:nvGraphicFramePr>
        <p:xfrm>
          <a:off x="2334418" y="2083665"/>
          <a:ext cx="7523163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SmartDraw" r:id="rId4" imgW="9479777" imgH="4418307" progId="SmartDraw.2">
                  <p:embed/>
                </p:oleObj>
              </mc:Choice>
              <mc:Fallback>
                <p:oleObj name="SmartDraw" r:id="rId4" imgW="9479777" imgH="4418307" progId="SmartDraw.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4418" y="2083665"/>
                        <a:ext cx="7523163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DC053-20E8-40D2-AD2E-B2F63029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6000" dirty="0"/>
              <a:t>Case</a:t>
            </a:r>
          </a:p>
        </p:txBody>
      </p:sp>
      <p:sp>
        <p:nvSpPr>
          <p:cNvPr id="199683" name="Content Placeholder 2">
            <a:extLst>
              <a:ext uri="{FF2B5EF4-FFF2-40B4-BE49-F238E27FC236}">
                <a16:creationId xmlns:a16="http://schemas.microsoft.com/office/drawing/2014/main" id="{BE469DD1-7FD4-42D5-B099-44AF65FA4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altLang="en-US" sz="3600">
                <a:latin typeface="Angsana New" panose="02020603050405020304" pitchFamily="18" charset="-34"/>
                <a:cs typeface="Angsana New" panose="02020603050405020304" pitchFamily="18" charset="-34"/>
              </a:rPr>
              <a:t>อู่เฉิดฉาย</a:t>
            </a:r>
            <a:endParaRPr lang="en-US" altLang="en-US" sz="36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9684" name="Rectangle 2">
            <a:extLst>
              <a:ext uri="{FF2B5EF4-FFF2-40B4-BE49-F238E27FC236}">
                <a16:creationId xmlns:a16="http://schemas.microsoft.com/office/drawing/2014/main" id="{7DE66122-C39F-4B75-B0D7-FEB512BC5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85" name="Rectangle 4">
            <a:extLst>
              <a:ext uri="{FF2B5EF4-FFF2-40B4-BE49-F238E27FC236}">
                <a16:creationId xmlns:a16="http://schemas.microsoft.com/office/drawing/2014/main" id="{A5D27CC9-6579-4FE1-A1E5-25737CF15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86" name="Rectangle 6">
            <a:extLst>
              <a:ext uri="{FF2B5EF4-FFF2-40B4-BE49-F238E27FC236}">
                <a16:creationId xmlns:a16="http://schemas.microsoft.com/office/drawing/2014/main" id="{C1BA728C-99F7-4722-99C7-FD0D7C2E7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87" name="Rectangle 8">
            <a:extLst>
              <a:ext uri="{FF2B5EF4-FFF2-40B4-BE49-F238E27FC236}">
                <a16:creationId xmlns:a16="http://schemas.microsoft.com/office/drawing/2014/main" id="{716FA8D3-1AE4-4A25-8EA7-EB60EEBD8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88" name="Rectangle 5">
            <a:extLst>
              <a:ext uri="{FF2B5EF4-FFF2-40B4-BE49-F238E27FC236}">
                <a16:creationId xmlns:a16="http://schemas.microsoft.com/office/drawing/2014/main" id="{2E7FA54B-F0F6-4E5F-BE08-D5308D4A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89" name="Rectangle 7">
            <a:extLst>
              <a:ext uri="{FF2B5EF4-FFF2-40B4-BE49-F238E27FC236}">
                <a16:creationId xmlns:a16="http://schemas.microsoft.com/office/drawing/2014/main" id="{B2E55728-5FAF-450D-9FF6-D30F1C899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0" name="Rectangle 5">
            <a:extLst>
              <a:ext uri="{FF2B5EF4-FFF2-40B4-BE49-F238E27FC236}">
                <a16:creationId xmlns:a16="http://schemas.microsoft.com/office/drawing/2014/main" id="{115739DA-6247-4A91-944F-776D979FA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1" name="Rectangle 4">
            <a:extLst>
              <a:ext uri="{FF2B5EF4-FFF2-40B4-BE49-F238E27FC236}">
                <a16:creationId xmlns:a16="http://schemas.microsoft.com/office/drawing/2014/main" id="{AB39C810-0339-42BA-A5C1-E6B872398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2" name="Rectangle 5">
            <a:extLst>
              <a:ext uri="{FF2B5EF4-FFF2-40B4-BE49-F238E27FC236}">
                <a16:creationId xmlns:a16="http://schemas.microsoft.com/office/drawing/2014/main" id="{1158E414-304D-4FA3-87FE-D348D0596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3" name="Rectangle 7">
            <a:extLst>
              <a:ext uri="{FF2B5EF4-FFF2-40B4-BE49-F238E27FC236}">
                <a16:creationId xmlns:a16="http://schemas.microsoft.com/office/drawing/2014/main" id="{12C7E6E2-8E67-40B7-A70E-03EFAB935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4" name="Rectangle 5">
            <a:extLst>
              <a:ext uri="{FF2B5EF4-FFF2-40B4-BE49-F238E27FC236}">
                <a16:creationId xmlns:a16="http://schemas.microsoft.com/office/drawing/2014/main" id="{7F984779-B268-447E-BC1F-4C88B3F2F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5" name="Rectangle 7">
            <a:extLst>
              <a:ext uri="{FF2B5EF4-FFF2-40B4-BE49-F238E27FC236}">
                <a16:creationId xmlns:a16="http://schemas.microsoft.com/office/drawing/2014/main" id="{1601D919-0E9D-4BF0-BE3C-604EF8EE5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6" name="Rectangle 5">
            <a:extLst>
              <a:ext uri="{FF2B5EF4-FFF2-40B4-BE49-F238E27FC236}">
                <a16:creationId xmlns:a16="http://schemas.microsoft.com/office/drawing/2014/main" id="{526CB628-EE8F-49E0-B75A-7FC0E0DDA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7" name="Rectangle 4">
            <a:extLst>
              <a:ext uri="{FF2B5EF4-FFF2-40B4-BE49-F238E27FC236}">
                <a16:creationId xmlns:a16="http://schemas.microsoft.com/office/drawing/2014/main" id="{F3C31700-BE3C-4B69-88F9-350A24044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8" name="Rectangle 5">
            <a:extLst>
              <a:ext uri="{FF2B5EF4-FFF2-40B4-BE49-F238E27FC236}">
                <a16:creationId xmlns:a16="http://schemas.microsoft.com/office/drawing/2014/main" id="{8265D990-94E9-40ED-A2BB-B2C4D64BD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699" name="Rectangle 7">
            <a:extLst>
              <a:ext uri="{FF2B5EF4-FFF2-40B4-BE49-F238E27FC236}">
                <a16:creationId xmlns:a16="http://schemas.microsoft.com/office/drawing/2014/main" id="{64F9BA0D-B731-4A18-9AA7-85A95EBD4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700" name="Rectangle 4">
            <a:extLst>
              <a:ext uri="{FF2B5EF4-FFF2-40B4-BE49-F238E27FC236}">
                <a16:creationId xmlns:a16="http://schemas.microsoft.com/office/drawing/2014/main" id="{25407E0F-1A5A-4EC2-AAED-D3028624C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701" name="Rectangle 5">
            <a:extLst>
              <a:ext uri="{FF2B5EF4-FFF2-40B4-BE49-F238E27FC236}">
                <a16:creationId xmlns:a16="http://schemas.microsoft.com/office/drawing/2014/main" id="{590D53A6-20B2-47A4-BA43-E7617DDBB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702" name="Rectangle 4">
            <a:extLst>
              <a:ext uri="{FF2B5EF4-FFF2-40B4-BE49-F238E27FC236}">
                <a16:creationId xmlns:a16="http://schemas.microsoft.com/office/drawing/2014/main" id="{2427B983-F6AB-4D96-BBA0-98DADFDDF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703" name="Rectangle 5">
            <a:extLst>
              <a:ext uri="{FF2B5EF4-FFF2-40B4-BE49-F238E27FC236}">
                <a16:creationId xmlns:a16="http://schemas.microsoft.com/office/drawing/2014/main" id="{FCF40274-D706-4803-A7B0-6FA084EA6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704" name="Rectangle 2">
            <a:extLst>
              <a:ext uri="{FF2B5EF4-FFF2-40B4-BE49-F238E27FC236}">
                <a16:creationId xmlns:a16="http://schemas.microsoft.com/office/drawing/2014/main" id="{B0DB2A5A-28C3-40CB-9893-14A50DADA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199705" name="Rectangle 4">
            <a:extLst>
              <a:ext uri="{FF2B5EF4-FFF2-40B4-BE49-F238E27FC236}">
                <a16:creationId xmlns:a16="http://schemas.microsoft.com/office/drawing/2014/main" id="{EFC02E8C-060E-4F35-ABAA-DB36FC187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199706" name="Object 3">
            <a:extLst>
              <a:ext uri="{FF2B5EF4-FFF2-40B4-BE49-F238E27FC236}">
                <a16:creationId xmlns:a16="http://schemas.microsoft.com/office/drawing/2014/main" id="{FC60A1E8-E7A1-4D54-8CB6-517CFF5A43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473527"/>
              </p:ext>
            </p:extLst>
          </p:nvPr>
        </p:nvGraphicFramePr>
        <p:xfrm>
          <a:off x="3962400" y="1588365"/>
          <a:ext cx="48133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Visio" r:id="rId4" imgW="3601974" imgH="3313557" progId="Visio.Drawing.11">
                  <p:embed/>
                </p:oleObj>
              </mc:Choice>
              <mc:Fallback>
                <p:oleObj name="Visio" r:id="rId4" imgW="3601974" imgH="331355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588365"/>
                        <a:ext cx="48133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E1F7E3D-92BE-4F32-80F0-4FD5463F1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81DC6A7A-9A90-4368-BB49-384809FF5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EB99D12-692A-4B6B-BAB7-B442799A036E}"/>
              </a:ext>
            </a:extLst>
          </p:cNvPr>
          <p:cNvGraphicFramePr/>
          <p:nvPr/>
        </p:nvGraphicFramePr>
        <p:xfrm>
          <a:off x="6858000" y="381000"/>
          <a:ext cx="3581400" cy="314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0F05D55-3239-4B4D-9D3F-4312C9B8C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670E0F47-8A0E-4D8A-84D5-7C7D7B7E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203780" name="Rectangle 112652">
            <a:extLst>
              <a:ext uri="{FF2B5EF4-FFF2-40B4-BE49-F238E27FC236}">
                <a16:creationId xmlns:a16="http://schemas.microsoft.com/office/drawing/2014/main" id="{F4BFC59F-3A46-435C-8FDE-55437E79A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838200"/>
            <a:ext cx="190500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E2946FC-9B9E-413C-899B-A51D91921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2E1E8557-B2D5-48FF-A094-95074DC22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205828" name="Picture 3">
            <a:extLst>
              <a:ext uri="{FF2B5EF4-FFF2-40B4-BE49-F238E27FC236}">
                <a16:creationId xmlns:a16="http://schemas.microsoft.com/office/drawing/2014/main" id="{B55EB716-A3CB-45E8-9175-356AB70D1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828800"/>
            <a:ext cx="4038600" cy="185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74" name="Picture 2">
            <a:extLst>
              <a:ext uri="{FF2B5EF4-FFF2-40B4-BE49-F238E27FC236}">
                <a16:creationId xmlns:a16="http://schemas.microsoft.com/office/drawing/2014/main" id="{E97B641C-6674-4863-9277-507A1DB2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2" y="1706789"/>
            <a:ext cx="354647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6866" name="Rectangle 2">
            <a:extLst>
              <a:ext uri="{FF2B5EF4-FFF2-40B4-BE49-F238E27FC236}">
                <a16:creationId xmlns:a16="http://schemas.microsoft.com/office/drawing/2014/main" id="{4FBBFB2E-AA49-4D51-81BF-85DFD8626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07876" name="Rectangle 3">
            <a:extLst>
              <a:ext uri="{FF2B5EF4-FFF2-40B4-BE49-F238E27FC236}">
                <a16:creationId xmlns:a16="http://schemas.microsoft.com/office/drawing/2014/main" id="{6F32847B-92D9-4378-9D8D-2A299AACF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altLang="en-US" sz="3200" dirty="0">
                <a:latin typeface="Angsana New" panose="02020603050405020304" pitchFamily="18" charset="-34"/>
                <a:cs typeface="Angsana New" panose="02020603050405020304" pitchFamily="18" charset="-34"/>
              </a:rPr>
              <a:t>แนวคิดทั่วไปเกี่ยวกับแบบจำลองเชิงสัมพันธ์</a:t>
            </a:r>
            <a:endParaRPr lang="en-US" altLang="en-US" sz="1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วิวัฒนาการของแบบจำลองเชิงสัมพันธ์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กฎ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12 </a:t>
            </a:r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ข้อของ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E. F. Codd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ข้อดีของระบบจัดการฐานข้อมูลเชิงสัมพันธ์</a:t>
            </a:r>
            <a:endParaRPr lang="en-US" altLang="en-US" sz="14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คำศัพท์ที่เกี่ยวข้องกับแบบจำลองเชิงสัมพันธ์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เงื่อนไขบังคับบูรณภาพ  (</a:t>
            </a:r>
            <a:r>
              <a:rPr lang="en-US" alt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Integrity Constraints</a:t>
            </a:r>
            <a:r>
              <a:rPr lang="th-TH" altLang="en-US" sz="32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8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 (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Key Constraints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เงื่อนไขบังคับคีย์ภายนอก (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Foreign Key Constraints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เงื่อนไขบังคับทั่วไป (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General Constraints</a:t>
            </a:r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altLang="en-US" sz="1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207877" name="Picture 2" descr="C:\Users\Ouan\Desktop\key-clipart-image5.gif">
            <a:extLst>
              <a:ext uri="{FF2B5EF4-FFF2-40B4-BE49-F238E27FC236}">
                <a16:creationId xmlns:a16="http://schemas.microsoft.com/office/drawing/2014/main" id="{BB7B37DE-3A92-49C8-85BE-3C9DAB03A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421164"/>
            <a:ext cx="2557463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E73F415-20EF-44D9-9605-D39233AEB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1B269DD3-A229-4DF8-A4F8-D1E7E5EA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09924" name="Object 3">
            <a:extLst>
              <a:ext uri="{FF2B5EF4-FFF2-40B4-BE49-F238E27FC236}">
                <a16:creationId xmlns:a16="http://schemas.microsoft.com/office/drawing/2014/main" id="{17DDC984-4406-4992-8BD4-DD7E12CC1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26480"/>
              </p:ext>
            </p:extLst>
          </p:nvPr>
        </p:nvGraphicFramePr>
        <p:xfrm>
          <a:off x="8686800" y="1676400"/>
          <a:ext cx="183515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Visio" r:id="rId4" imgW="837819" imgH="1012317" progId="Visio.Drawing.11">
                  <p:embed/>
                </p:oleObj>
              </mc:Choice>
              <mc:Fallback>
                <p:oleObj name="Visio" r:id="rId4" imgW="837819" imgH="101231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1676400"/>
                        <a:ext cx="183515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89357FB-33FD-453B-8B83-109D6E330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DD7C61A5-E5B7-4470-8061-CC0B39BBE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11972" name="Object 3">
            <a:extLst>
              <a:ext uri="{FF2B5EF4-FFF2-40B4-BE49-F238E27FC236}">
                <a16:creationId xmlns:a16="http://schemas.microsoft.com/office/drawing/2014/main" id="{19042F23-FF86-443F-9DAF-8A6F9550E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349598"/>
              </p:ext>
            </p:extLst>
          </p:nvPr>
        </p:nvGraphicFramePr>
        <p:xfrm>
          <a:off x="6248400" y="2286000"/>
          <a:ext cx="5334000" cy="161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Visio" r:id="rId4" imgW="3874770" imgH="1169670" progId="Visio.Drawing.11">
                  <p:embed/>
                </p:oleObj>
              </mc:Choice>
              <mc:Fallback>
                <p:oleObj name="Visio" r:id="rId4" imgW="3874770" imgH="116967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286000"/>
                        <a:ext cx="5334000" cy="161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67B3565-6435-421F-8138-C547BA2F3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F697A768-8CC9-4CF6-98F9-6E140489D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14020" name="Rectangle 6">
            <a:extLst>
              <a:ext uri="{FF2B5EF4-FFF2-40B4-BE49-F238E27FC236}">
                <a16:creationId xmlns:a16="http://schemas.microsoft.com/office/drawing/2014/main" id="{6F443725-DE52-4D4E-9D5A-1F1F84E00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214021" name="Object 5">
            <a:extLst>
              <a:ext uri="{FF2B5EF4-FFF2-40B4-BE49-F238E27FC236}">
                <a16:creationId xmlns:a16="http://schemas.microsoft.com/office/drawing/2014/main" id="{BB4A4665-6297-427F-8FF4-B118B5D0D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999589"/>
              </p:ext>
            </p:extLst>
          </p:nvPr>
        </p:nvGraphicFramePr>
        <p:xfrm>
          <a:off x="7543800" y="2438400"/>
          <a:ext cx="37465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Visio" r:id="rId4" imgW="2483739" imgH="1317117" progId="Visio.Drawing.11">
                  <p:embed/>
                </p:oleObj>
              </mc:Choice>
              <mc:Fallback>
                <p:oleObj name="Visio" r:id="rId4" imgW="2483739" imgH="1317117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438400"/>
                        <a:ext cx="37465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4E26638-B7EF-454F-9FB6-BFB080171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16067" name="Rectangle 3">
            <a:extLst>
              <a:ext uri="{FF2B5EF4-FFF2-40B4-BE49-F238E27FC236}">
                <a16:creationId xmlns:a16="http://schemas.microsoft.com/office/drawing/2014/main" id="{7DF86B54-8F71-46CC-B55B-6D43253E0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16068" name="Rectangle 4">
            <a:extLst>
              <a:ext uri="{FF2B5EF4-FFF2-40B4-BE49-F238E27FC236}">
                <a16:creationId xmlns:a16="http://schemas.microsoft.com/office/drawing/2014/main" id="{474E8B45-46F0-4C35-B5EF-8CF2FE145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216069" name="Object 3">
            <a:extLst>
              <a:ext uri="{FF2B5EF4-FFF2-40B4-BE49-F238E27FC236}">
                <a16:creationId xmlns:a16="http://schemas.microsoft.com/office/drawing/2014/main" id="{A87EC1DB-9ACF-4289-81D7-3544EE8B6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685606"/>
              </p:ext>
            </p:extLst>
          </p:nvPr>
        </p:nvGraphicFramePr>
        <p:xfrm>
          <a:off x="7391400" y="2400300"/>
          <a:ext cx="3890962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Visio" r:id="rId4" imgW="2483739" imgH="1317117" progId="Visio.Drawing.11">
                  <p:embed/>
                </p:oleObj>
              </mc:Choice>
              <mc:Fallback>
                <p:oleObj name="Visio" r:id="rId4" imgW="2483739" imgH="1317117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400300"/>
                        <a:ext cx="3890962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AB71E20-1D5A-4874-836C-2D2D4137F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AB127829-E90A-42B6-BC16-9E8232D12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1F65F9CA-FA7A-45AB-B58F-C21ACE7BB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218117" name="Rectangle 4">
            <a:extLst>
              <a:ext uri="{FF2B5EF4-FFF2-40B4-BE49-F238E27FC236}">
                <a16:creationId xmlns:a16="http://schemas.microsoft.com/office/drawing/2014/main" id="{068ECD76-614F-4EA7-8AAF-24CB03358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218118" name="Object 3">
            <a:extLst>
              <a:ext uri="{FF2B5EF4-FFF2-40B4-BE49-F238E27FC236}">
                <a16:creationId xmlns:a16="http://schemas.microsoft.com/office/drawing/2014/main" id="{545747BB-1368-421B-B2F7-FF746D12D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210591"/>
              </p:ext>
            </p:extLst>
          </p:nvPr>
        </p:nvGraphicFramePr>
        <p:xfrm>
          <a:off x="7620000" y="2476500"/>
          <a:ext cx="393382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Visio" r:id="rId4" imgW="2737104" imgH="1322070" progId="Visio.Drawing.11">
                  <p:embed/>
                </p:oleObj>
              </mc:Choice>
              <mc:Fallback>
                <p:oleObj name="Visio" r:id="rId4" imgW="2737104" imgH="132207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476500"/>
                        <a:ext cx="393382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B934228-B336-478D-B6E1-A997F3C3F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9E3CEF7F-019B-4902-A45E-FE38BE9CC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20164" name="Rectangle 4">
            <a:extLst>
              <a:ext uri="{FF2B5EF4-FFF2-40B4-BE49-F238E27FC236}">
                <a16:creationId xmlns:a16="http://schemas.microsoft.com/office/drawing/2014/main" id="{33539A86-C299-48F9-8884-77D66D13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220165" name="Rectangle 4">
            <a:extLst>
              <a:ext uri="{FF2B5EF4-FFF2-40B4-BE49-F238E27FC236}">
                <a16:creationId xmlns:a16="http://schemas.microsoft.com/office/drawing/2014/main" id="{AC45E113-5F93-4B65-8852-271EEB8F9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220166" name="Rectangle 4">
            <a:extLst>
              <a:ext uri="{FF2B5EF4-FFF2-40B4-BE49-F238E27FC236}">
                <a16:creationId xmlns:a16="http://schemas.microsoft.com/office/drawing/2014/main" id="{A4ECEF78-A44B-4F18-A379-398A14FFE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graphicFrame>
        <p:nvGraphicFramePr>
          <p:cNvPr id="220167" name="Object 3">
            <a:extLst>
              <a:ext uri="{FF2B5EF4-FFF2-40B4-BE49-F238E27FC236}">
                <a16:creationId xmlns:a16="http://schemas.microsoft.com/office/drawing/2014/main" id="{F86F80B5-C599-4B6F-8323-4EA2B56FB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907447"/>
              </p:ext>
            </p:extLst>
          </p:nvPr>
        </p:nvGraphicFramePr>
        <p:xfrm>
          <a:off x="7772400" y="2143125"/>
          <a:ext cx="300990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Visio" r:id="rId4" imgW="3011043" imgH="2571750" progId="Visio.Drawing.11">
                  <p:embed/>
                </p:oleObj>
              </mc:Choice>
              <mc:Fallback>
                <p:oleObj name="Visio" r:id="rId4" imgW="3011043" imgH="257175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143125"/>
                        <a:ext cx="3009900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B4FB0E4-A0F8-4699-8AAC-EEF558309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หัวข้อบรรยาย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604B6ACE-AE7D-48BA-91C8-CFDB6012B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วิว 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View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</a:t>
            </a:r>
            <a:r>
              <a:rPr lang="th-TH" alt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ให้เป็นแบบจำลองข้อมูลเชิงสัมพันธ์</a:t>
            </a:r>
            <a:endParaRPr lang="en-US" alt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การแปลงเอนทิตีให้เป็นตาราง</a:t>
            </a:r>
            <a:endParaRPr lang="en-US" altLang="en-US" sz="12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การแปลงความสัมพันธ์ให้เป็นตาราง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ความสัมพันธ์ที่ไม่มีเงื่อนไข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Key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2"/>
            <a:r>
              <a:rPr lang="th-TH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ความสัมพันธ์ที่มี</a:t>
            </a:r>
            <a:r>
              <a:rPr lang="en-US" alt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Participation Constraints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 Weak Entity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lvl="1"/>
            <a:r>
              <a:rPr lang="th-TH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การแปลง </a:t>
            </a:r>
            <a:r>
              <a:rPr lang="en-US" altLang="en-US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Class Hierarchies</a:t>
            </a:r>
            <a:endParaRPr lang="en-US" altLang="en-US" sz="1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กรณีศึกษา</a:t>
            </a:r>
            <a:endParaRPr lang="en-US" altLang="en-US" sz="16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22212" name="Rectangle 4">
            <a:extLst>
              <a:ext uri="{FF2B5EF4-FFF2-40B4-BE49-F238E27FC236}">
                <a16:creationId xmlns:a16="http://schemas.microsoft.com/office/drawing/2014/main" id="{83568B0F-7ACE-430F-BCEE-13056FDA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222213" name="Rectangle 4">
            <a:extLst>
              <a:ext uri="{FF2B5EF4-FFF2-40B4-BE49-F238E27FC236}">
                <a16:creationId xmlns:a16="http://schemas.microsoft.com/office/drawing/2014/main" id="{1F9733C6-C8EA-41C6-BEFB-F00B877E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sp>
        <p:nvSpPr>
          <p:cNvPr id="222214" name="Rectangle 4">
            <a:extLst>
              <a:ext uri="{FF2B5EF4-FFF2-40B4-BE49-F238E27FC236}">
                <a16:creationId xmlns:a16="http://schemas.microsoft.com/office/drawing/2014/main" id="{BC64CC4F-F445-482B-B187-586830BA2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"/>
              <a:defRPr sz="3000"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"/>
              <a:defRPr sz="2600"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89A4"/>
              </a:buClr>
              <a:buFont typeface="Wingdings 2" panose="05020102010507070707" pitchFamily="18" charset="2"/>
              <a:buChar char=""/>
              <a:defRPr sz="2400"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748560"/>
              </a:buClr>
              <a:buFont typeface="Wingdings 2" panose="050201020105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E927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ngsana New" panose="02020603050405020304" pitchFamily="18" charset="-34"/>
            </a:endParaRPr>
          </a:p>
        </p:txBody>
      </p:sp>
      <p:pic>
        <p:nvPicPr>
          <p:cNvPr id="222215" name="Picture 3">
            <a:extLst>
              <a:ext uri="{FF2B5EF4-FFF2-40B4-BE49-F238E27FC236}">
                <a16:creationId xmlns:a16="http://schemas.microsoft.com/office/drawing/2014/main" id="{CA14430A-FB16-47EB-BC3C-E7652010F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2533650"/>
            <a:ext cx="24511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22216" name="Picture 6" descr="C:\Users\Ouan\Desktop\symbol.jpg">
            <a:extLst>
              <a:ext uri="{FF2B5EF4-FFF2-40B4-BE49-F238E27FC236}">
                <a16:creationId xmlns:a16="http://schemas.microsoft.com/office/drawing/2014/main" id="{291F5468-55CB-4BE1-856B-CA30E435D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2228850"/>
            <a:ext cx="1498600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217" name="Picture 5" descr="C:\Users\Ouan\Desktop\apple-iphone.jpg">
            <a:extLst>
              <a:ext uri="{FF2B5EF4-FFF2-40B4-BE49-F238E27FC236}">
                <a16:creationId xmlns:a16="http://schemas.microsoft.com/office/drawing/2014/main" id="{762EAED6-4B1A-44AA-89B5-56511C6AE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990850"/>
            <a:ext cx="1981200" cy="221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63A12B8-1554-488A-9D41-A7E7206D5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th-TH" sz="6000" dirty="0"/>
              <a:t>วัตถุประสงค์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E2FB9201-665B-4C80-A278-8F6923DE9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163638"/>
            <a:ext cx="8153400" cy="4530725"/>
          </a:xfrm>
        </p:spPr>
        <p:txBody>
          <a:bodyPr/>
          <a:lstStyle/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สามารถอธิบายถึงวิวัฒนาการของแบบจำลองเชิงสัมพันธ์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สามารถอธิบายแนวคิดของแบบจำลองเชิงสัมพันธ์ได้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สามารถอธิบายการแทนข้อมูลในแบบจำลองเชิงสัมพันธ์ได้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สามารถอธิบายการกำหนดเงื่อนไขบังคับสำหรับบูรณภาพของข้อมูลแบบต่างๆ 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สามารถสร้างแบบจำลองเชิงสัมพันธ์จาก</a:t>
            </a:r>
            <a:r>
              <a:rPr lang="en-US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 ER model </a:t>
            </a:r>
            <a:r>
              <a:rPr lang="th-TH" altLang="en-US" sz="3600" dirty="0">
                <a:latin typeface="Angsana New" panose="02020603050405020304" pitchFamily="18" charset="-34"/>
                <a:cs typeface="Angsana New" panose="02020603050405020304" pitchFamily="18" charset="-34"/>
              </a:rPr>
              <a:t>ได้</a:t>
            </a:r>
            <a:endParaRPr lang="en-US" altLang="en-US" sz="3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uxe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E2DC"/>
      </a:hlink>
      <a:folHlink>
        <a:srgbClr val="00918A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楷体_GB2312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4444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5000">
              <a:schemeClr val="phClr">
                <a:tint val="1000"/>
                <a:satMod val="15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10000" t="8000" r="155000" b="200000"/>
          </a:path>
        </a:gradFill>
        <a:gradFill rotWithShape="1">
          <a:gsLst>
            <a:gs pos="0">
              <a:schemeClr val="phClr">
                <a:tint val="45000"/>
                <a:satMod val="1500000"/>
              </a:schemeClr>
            </a:gs>
            <a:gs pos="1000">
              <a:schemeClr val="phClr">
                <a:tint val="45000"/>
                <a:satMod val="14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100000" t="100000" r="135000" b="14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ngsana New"/>
        <a:ea typeface=""/>
        <a:cs typeface="Arial"/>
      </a:majorFont>
      <a:minorFont>
        <a:latin typeface="Angsana Ne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ngsana New" pitchFamily="18" charset="-34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009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DBCB4"/>
      </a:accent1>
      <a:accent2>
        <a:srgbClr val="669F99"/>
      </a:accent2>
      <a:accent3>
        <a:srgbClr val="52807D"/>
      </a:accent3>
      <a:accent4>
        <a:srgbClr val="3E6564"/>
      </a:accent4>
      <a:accent5>
        <a:srgbClr val="E6E7EA"/>
      </a:accent5>
      <a:accent6>
        <a:srgbClr val="FFCCF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</TotalTime>
  <Words>4469</Words>
  <Application>Microsoft Office PowerPoint</Application>
  <PresentationFormat>Widescreen</PresentationFormat>
  <Paragraphs>624</Paragraphs>
  <Slides>106</Slides>
  <Notes>106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106</vt:i4>
      </vt:variant>
    </vt:vector>
  </HeadingPairs>
  <TitlesOfParts>
    <vt:vector size="126" baseType="lpstr">
      <vt:lpstr>Aller</vt:lpstr>
      <vt:lpstr>Angsana New</vt:lpstr>
      <vt:lpstr>Arial</vt:lpstr>
      <vt:lpstr>Calibri</vt:lpstr>
      <vt:lpstr>Calibri Light</vt:lpstr>
      <vt:lpstr>Corbel</vt:lpstr>
      <vt:lpstr>DB Helvethaica X 55</vt:lpstr>
      <vt:lpstr>Garamond</vt:lpstr>
      <vt:lpstr>Gill Sans</vt:lpstr>
      <vt:lpstr>Helvetica</vt:lpstr>
      <vt:lpstr>Open Sans</vt:lpstr>
      <vt:lpstr>Open Sans Light</vt:lpstr>
      <vt:lpstr>TH Sarabun New</vt:lpstr>
      <vt:lpstr>Wingdings</vt:lpstr>
      <vt:lpstr>Wingdings 2</vt:lpstr>
      <vt:lpstr>Deluxe</vt:lpstr>
      <vt:lpstr>Edge</vt:lpstr>
      <vt:lpstr>Office Theme</vt:lpstr>
      <vt:lpstr>SmartDraw</vt:lpstr>
      <vt:lpstr>Visio</vt:lpstr>
      <vt:lpstr>Relational Model</vt:lpstr>
      <vt:lpstr>วัตถุประสงค์</vt:lpstr>
      <vt:lpstr>คำสำคัญ</vt:lpstr>
      <vt:lpstr>คำสำคัญ</vt:lpstr>
      <vt:lpstr>หัวข้อบรรยาย</vt:lpstr>
      <vt:lpstr>หัวข้อบรรยาย</vt:lpstr>
      <vt:lpstr>หัวข้อบรรยาย</vt:lpstr>
      <vt:lpstr>แนวคิดทั่วไปเกี่ยวกับแบบจำลองเชิงสัมพันธ์</vt:lpstr>
      <vt:lpstr>แนวคิดทั่วไปเกี่ยวกับแบบจำลองเชิงสัมพันธ์</vt:lpstr>
      <vt:lpstr>หัวข้อบรรยาย</vt:lpstr>
      <vt:lpstr>วิวัฒนาการของแบบจำลองเชิงสัมพันธ์</vt:lpstr>
      <vt:lpstr>วิวัฒนาการของแบบจำลองเชิงสัมพันธ์</vt:lpstr>
      <vt:lpstr>วิวัฒนาการของแบบจำลองเชิงสัมพันธ์</vt:lpstr>
      <vt:lpstr>วิวัฒนาการของแบบจำลองเชิงสัมพันธ์</vt:lpstr>
      <vt:lpstr>หัวข้อบรรยาย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กฎ 12 ข้อของ E. F. Codd</vt:lpstr>
      <vt:lpstr>หัวข้อบรรยาย</vt:lpstr>
      <vt:lpstr>ข้อดีของฐานข้อมูลเชิงสัมพันธ์</vt:lpstr>
      <vt:lpstr>ข้อดีของฐานข้อมูลเชิงสัมพันธ์</vt:lpstr>
      <vt:lpstr>หัวข้อบรรยาย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คำศัพท์ที่เกี่ยวข้องกับแบบจำลองเชิงสัมพันธ์</vt:lpstr>
      <vt:lpstr>หัวข้อบรรยาย</vt:lpstr>
      <vt:lpstr>เงื่อนไขบังคับบูรณภาพ</vt:lpstr>
      <vt:lpstr>หัวข้อบรรยาย</vt:lpstr>
      <vt:lpstr>เงื่อนไขบูรณาภาพ</vt:lpstr>
      <vt:lpstr>คีย์</vt:lpstr>
      <vt:lpstr>คีย์</vt:lpstr>
      <vt:lpstr>คีย์</vt:lpstr>
      <vt:lpstr>คีย์</vt:lpstr>
      <vt:lpstr>คีย์</vt:lpstr>
      <vt:lpstr>คีย์</vt:lpstr>
      <vt:lpstr>คีย์</vt:lpstr>
      <vt:lpstr>คีย์</vt:lpstr>
      <vt:lpstr>คีย์</vt:lpstr>
      <vt:lpstr>คีย์</vt:lpstr>
      <vt:lpstr>คีย์</vt:lpstr>
      <vt:lpstr>คีย์</vt:lpstr>
      <vt:lpstr>หัวข้อบรรยาย</vt:lpstr>
      <vt:lpstr>เงื่อนไขบังคับคีย์ภายนอก</vt:lpstr>
      <vt:lpstr>เงื่อนไขบังคับคีย์ภายนอก</vt:lpstr>
      <vt:lpstr>เงื่อนไขบังคับคีย์ภายนอก</vt:lpstr>
      <vt:lpstr>หัวข้อบรรยาย</vt:lpstr>
      <vt:lpstr>เงื่อนไขบังคับทั่วไป</vt:lpstr>
      <vt:lpstr>เงื่อนไขบังคับทั่วไป</vt:lpstr>
      <vt:lpstr>หัวข้อบรรยาย</vt:lpstr>
      <vt:lpstr>หัวข้อบรรยาย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หัวข้อบรรยาย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ER to Relational Model</vt:lpstr>
      <vt:lpstr>หัวข้อบรรยาย</vt:lpstr>
      <vt:lpstr>Case</vt:lpstr>
      <vt:lpstr>Case</vt:lpstr>
      <vt:lpstr>PowerPoint Presentation</vt:lpstr>
      <vt:lpstr>Case</vt:lpstr>
      <vt:lpstr>Case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หัวข้อบรรยาย</vt:lpstr>
      <vt:lpstr>วัตถุประสงค์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204204  Database Design and Development</dc:title>
  <dc:creator>SK</dc:creator>
  <cp:lastModifiedBy>Thiraniti Srichairat</cp:lastModifiedBy>
  <cp:revision>93</cp:revision>
  <cp:lastPrinted>2001-09-15T07:11:01Z</cp:lastPrinted>
  <dcterms:created xsi:type="dcterms:W3CDTF">2001-09-15T05:05:46Z</dcterms:created>
  <dcterms:modified xsi:type="dcterms:W3CDTF">2024-07-22T12:27:27Z</dcterms:modified>
</cp:coreProperties>
</file>