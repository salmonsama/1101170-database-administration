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5" r:id="rId1"/>
  </p:sldMasterIdLst>
  <p:notesMasterIdLst>
    <p:notesMasterId r:id="rId169"/>
  </p:notesMasterIdLst>
  <p:sldIdLst>
    <p:sldId id="256" r:id="rId2"/>
    <p:sldId id="259" r:id="rId3"/>
    <p:sldId id="257" r:id="rId4"/>
    <p:sldId id="264" r:id="rId5"/>
    <p:sldId id="260" r:id="rId6"/>
    <p:sldId id="262" r:id="rId7"/>
    <p:sldId id="263" r:id="rId8"/>
    <p:sldId id="266" r:id="rId9"/>
    <p:sldId id="268" r:id="rId10"/>
    <p:sldId id="265" r:id="rId11"/>
    <p:sldId id="270" r:id="rId12"/>
    <p:sldId id="276" r:id="rId13"/>
    <p:sldId id="272" r:id="rId14"/>
    <p:sldId id="273" r:id="rId15"/>
    <p:sldId id="274" r:id="rId16"/>
    <p:sldId id="277" r:id="rId17"/>
    <p:sldId id="278" r:id="rId18"/>
    <p:sldId id="281" r:id="rId19"/>
    <p:sldId id="279" r:id="rId20"/>
    <p:sldId id="280" r:id="rId21"/>
    <p:sldId id="282" r:id="rId22"/>
    <p:sldId id="283" r:id="rId23"/>
    <p:sldId id="284" r:id="rId24"/>
    <p:sldId id="285" r:id="rId25"/>
    <p:sldId id="286" r:id="rId26"/>
    <p:sldId id="287" r:id="rId27"/>
    <p:sldId id="288" r:id="rId28"/>
    <p:sldId id="289" r:id="rId29"/>
    <p:sldId id="290" r:id="rId30"/>
    <p:sldId id="291" r:id="rId31"/>
    <p:sldId id="292" r:id="rId32"/>
    <p:sldId id="293" r:id="rId33"/>
    <p:sldId id="294" r:id="rId34"/>
    <p:sldId id="295" r:id="rId35"/>
    <p:sldId id="296" r:id="rId36"/>
    <p:sldId id="297" r:id="rId37"/>
    <p:sldId id="269" r:id="rId38"/>
    <p:sldId id="298" r:id="rId39"/>
    <p:sldId id="299" r:id="rId40"/>
    <p:sldId id="300" r:id="rId41"/>
    <p:sldId id="301" r:id="rId42"/>
    <p:sldId id="302" r:id="rId43"/>
    <p:sldId id="303" r:id="rId44"/>
    <p:sldId id="304" r:id="rId45"/>
    <p:sldId id="306" r:id="rId46"/>
    <p:sldId id="307" r:id="rId47"/>
    <p:sldId id="308" r:id="rId48"/>
    <p:sldId id="310" r:id="rId49"/>
    <p:sldId id="313" r:id="rId50"/>
    <p:sldId id="311" r:id="rId51"/>
    <p:sldId id="317" r:id="rId52"/>
    <p:sldId id="318" r:id="rId53"/>
    <p:sldId id="314" r:id="rId54"/>
    <p:sldId id="322" r:id="rId55"/>
    <p:sldId id="316" r:id="rId56"/>
    <p:sldId id="319" r:id="rId57"/>
    <p:sldId id="320" r:id="rId58"/>
    <p:sldId id="321" r:id="rId59"/>
    <p:sldId id="323" r:id="rId60"/>
    <p:sldId id="324" r:id="rId61"/>
    <p:sldId id="325" r:id="rId62"/>
    <p:sldId id="326" r:id="rId63"/>
    <p:sldId id="327" r:id="rId64"/>
    <p:sldId id="331" r:id="rId65"/>
    <p:sldId id="332" r:id="rId66"/>
    <p:sldId id="333" r:id="rId67"/>
    <p:sldId id="334" r:id="rId68"/>
    <p:sldId id="335" r:id="rId69"/>
    <p:sldId id="336" r:id="rId70"/>
    <p:sldId id="337" r:id="rId71"/>
    <p:sldId id="329" r:id="rId72"/>
    <p:sldId id="338" r:id="rId73"/>
    <p:sldId id="339" r:id="rId74"/>
    <p:sldId id="340" r:id="rId75"/>
    <p:sldId id="341" r:id="rId76"/>
    <p:sldId id="357" r:id="rId77"/>
    <p:sldId id="342" r:id="rId78"/>
    <p:sldId id="343" r:id="rId79"/>
    <p:sldId id="344" r:id="rId80"/>
    <p:sldId id="346" r:id="rId81"/>
    <p:sldId id="349" r:id="rId82"/>
    <p:sldId id="350" r:id="rId83"/>
    <p:sldId id="351" r:id="rId84"/>
    <p:sldId id="352" r:id="rId85"/>
    <p:sldId id="353" r:id="rId86"/>
    <p:sldId id="355" r:id="rId87"/>
    <p:sldId id="354" r:id="rId88"/>
    <p:sldId id="358" r:id="rId89"/>
    <p:sldId id="359" r:id="rId90"/>
    <p:sldId id="360" r:id="rId91"/>
    <p:sldId id="361" r:id="rId92"/>
    <p:sldId id="362" r:id="rId93"/>
    <p:sldId id="363" r:id="rId94"/>
    <p:sldId id="364" r:id="rId95"/>
    <p:sldId id="365" r:id="rId96"/>
    <p:sldId id="366" r:id="rId97"/>
    <p:sldId id="367" r:id="rId98"/>
    <p:sldId id="369" r:id="rId99"/>
    <p:sldId id="370" r:id="rId100"/>
    <p:sldId id="371" r:id="rId101"/>
    <p:sldId id="372" r:id="rId102"/>
    <p:sldId id="373" r:id="rId103"/>
    <p:sldId id="374" r:id="rId104"/>
    <p:sldId id="375" r:id="rId105"/>
    <p:sldId id="383" r:id="rId106"/>
    <p:sldId id="376" r:id="rId107"/>
    <p:sldId id="384" r:id="rId108"/>
    <p:sldId id="385" r:id="rId109"/>
    <p:sldId id="386" r:id="rId110"/>
    <p:sldId id="397" r:id="rId111"/>
    <p:sldId id="387" r:id="rId112"/>
    <p:sldId id="388" r:id="rId113"/>
    <p:sldId id="398" r:id="rId114"/>
    <p:sldId id="400" r:id="rId115"/>
    <p:sldId id="401" r:id="rId116"/>
    <p:sldId id="402" r:id="rId117"/>
    <p:sldId id="404" r:id="rId118"/>
    <p:sldId id="403" r:id="rId119"/>
    <p:sldId id="389" r:id="rId120"/>
    <p:sldId id="390" r:id="rId121"/>
    <p:sldId id="391" r:id="rId122"/>
    <p:sldId id="408" r:id="rId123"/>
    <p:sldId id="407" r:id="rId124"/>
    <p:sldId id="409" r:id="rId125"/>
    <p:sldId id="410" r:id="rId126"/>
    <p:sldId id="411" r:id="rId127"/>
    <p:sldId id="412" r:id="rId128"/>
    <p:sldId id="413" r:id="rId129"/>
    <p:sldId id="414" r:id="rId130"/>
    <p:sldId id="415" r:id="rId131"/>
    <p:sldId id="416" r:id="rId132"/>
    <p:sldId id="417" r:id="rId133"/>
    <p:sldId id="419" r:id="rId134"/>
    <p:sldId id="420" r:id="rId135"/>
    <p:sldId id="421" r:id="rId136"/>
    <p:sldId id="422" r:id="rId137"/>
    <p:sldId id="423" r:id="rId138"/>
    <p:sldId id="427" r:id="rId139"/>
    <p:sldId id="424" r:id="rId140"/>
    <p:sldId id="429" r:id="rId141"/>
    <p:sldId id="428" r:id="rId142"/>
    <p:sldId id="430" r:id="rId143"/>
    <p:sldId id="431" r:id="rId144"/>
    <p:sldId id="435" r:id="rId145"/>
    <p:sldId id="434" r:id="rId146"/>
    <p:sldId id="436" r:id="rId147"/>
    <p:sldId id="437" r:id="rId148"/>
    <p:sldId id="438" r:id="rId149"/>
    <p:sldId id="447" r:id="rId150"/>
    <p:sldId id="439" r:id="rId151"/>
    <p:sldId id="448" r:id="rId152"/>
    <p:sldId id="450" r:id="rId153"/>
    <p:sldId id="443" r:id="rId154"/>
    <p:sldId id="449" r:id="rId155"/>
    <p:sldId id="462" r:id="rId156"/>
    <p:sldId id="451" r:id="rId157"/>
    <p:sldId id="444" r:id="rId158"/>
    <p:sldId id="445" r:id="rId159"/>
    <p:sldId id="452" r:id="rId160"/>
    <p:sldId id="453" r:id="rId161"/>
    <p:sldId id="454" r:id="rId162"/>
    <p:sldId id="455" r:id="rId163"/>
    <p:sldId id="458" r:id="rId164"/>
    <p:sldId id="456" r:id="rId165"/>
    <p:sldId id="459" r:id="rId166"/>
    <p:sldId id="464" r:id="rId167"/>
    <p:sldId id="463" r:id="rId16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3300"/>
    <a:srgbClr val="FFD55D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456" autoAdjust="0"/>
    <p:restoredTop sz="94660"/>
  </p:normalViewPr>
  <p:slideViewPr>
    <p:cSldViewPr>
      <p:cViewPr varScale="1">
        <p:scale>
          <a:sx n="105" d="100"/>
          <a:sy n="105" d="100"/>
        </p:scale>
        <p:origin x="2872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presProps" Target="presProps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viewProps" Target="viewProps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2" Type="http://schemas.openxmlformats.org/officeDocument/2006/relationships/theme" Target="theme/theme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CD81431-3C58-4019-AEB1-B0C16A3D2B3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F9944C-3D59-4472-9DAE-9E4F63A3235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8809C9D6-DB6F-4955-9A11-D52D15DACD02}" type="datetimeFigureOut">
              <a:rPr lang="en-US"/>
              <a:pPr>
                <a:defRPr/>
              </a:pPr>
              <a:t>8/31/2021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55FAD47-3EA7-4CF0-B9C7-F3EEEA3249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BEA476A-A6E5-44DE-BA06-869C45D607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1C282C-FE15-469A-AA4C-DF2355C98FA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30BF51-6BDD-4F23-8332-A83B2A1030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7F73B367-B202-4801-B118-DF630209C35D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6.xml"/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>
            <a:extLst>
              <a:ext uri="{FF2B5EF4-FFF2-40B4-BE49-F238E27FC236}">
                <a16:creationId xmlns:a16="http://schemas.microsoft.com/office/drawing/2014/main" id="{9E08E85F-6082-4C77-857A-16BFB794EB9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Notes Placeholder 2">
            <a:extLst>
              <a:ext uri="{FF2B5EF4-FFF2-40B4-BE49-F238E27FC236}">
                <a16:creationId xmlns:a16="http://schemas.microsoft.com/office/drawing/2014/main" id="{9CB30258-2E5D-4893-A692-791F6EC4D74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124" name="Slide Number Placeholder 3">
            <a:extLst>
              <a:ext uri="{FF2B5EF4-FFF2-40B4-BE49-F238E27FC236}">
                <a16:creationId xmlns:a16="http://schemas.microsoft.com/office/drawing/2014/main" id="{CE59845C-2D08-4A75-AB09-B5621754C8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AF25291-207B-4CC1-8E29-28D7248CFD41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>
            <a:extLst>
              <a:ext uri="{FF2B5EF4-FFF2-40B4-BE49-F238E27FC236}">
                <a16:creationId xmlns:a16="http://schemas.microsoft.com/office/drawing/2014/main" id="{B13A5C07-88B1-4367-851B-1820E352271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Notes Placeholder 2">
            <a:extLst>
              <a:ext uri="{FF2B5EF4-FFF2-40B4-BE49-F238E27FC236}">
                <a16:creationId xmlns:a16="http://schemas.microsoft.com/office/drawing/2014/main" id="{B7260698-DA37-45C4-9276-673554B1C15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7172" name="Slide Number Placeholder 3">
            <a:extLst>
              <a:ext uri="{FF2B5EF4-FFF2-40B4-BE49-F238E27FC236}">
                <a16:creationId xmlns:a16="http://schemas.microsoft.com/office/drawing/2014/main" id="{DB5E7AA5-3BCB-4E59-B89E-8D66985137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9C34908-FE59-4991-8FC3-2D1682A7B0CE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>
            <a:extLst>
              <a:ext uri="{FF2B5EF4-FFF2-40B4-BE49-F238E27FC236}">
                <a16:creationId xmlns:a16="http://schemas.microsoft.com/office/drawing/2014/main" id="{9BC07786-CF0F-44AA-B4AB-F3D8602BE1E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Notes Placeholder 2">
            <a:extLst>
              <a:ext uri="{FF2B5EF4-FFF2-40B4-BE49-F238E27FC236}">
                <a16:creationId xmlns:a16="http://schemas.microsoft.com/office/drawing/2014/main" id="{B916FFB2-A255-4639-8172-34C05601BFD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9220" name="Slide Number Placeholder 3">
            <a:extLst>
              <a:ext uri="{FF2B5EF4-FFF2-40B4-BE49-F238E27FC236}">
                <a16:creationId xmlns:a16="http://schemas.microsoft.com/office/drawing/2014/main" id="{3CCD9A0F-B84D-4524-BAF9-48B7B40F78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54B38BE-C2D6-4477-805A-2B8CA9EA4DDF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>
            <a:extLst>
              <a:ext uri="{FF2B5EF4-FFF2-40B4-BE49-F238E27FC236}">
                <a16:creationId xmlns:a16="http://schemas.microsoft.com/office/drawing/2014/main" id="{3F3A250B-EAE9-4832-9530-361D152FD01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Notes Placeholder 2">
            <a:extLst>
              <a:ext uri="{FF2B5EF4-FFF2-40B4-BE49-F238E27FC236}">
                <a16:creationId xmlns:a16="http://schemas.microsoft.com/office/drawing/2014/main" id="{56A330BC-DFF1-4F5A-BF19-F4487BEE657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1268" name="Slide Number Placeholder 3">
            <a:extLst>
              <a:ext uri="{FF2B5EF4-FFF2-40B4-BE49-F238E27FC236}">
                <a16:creationId xmlns:a16="http://schemas.microsoft.com/office/drawing/2014/main" id="{AD8E8433-3EE3-4EAD-924C-6A57B70785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E6F04C7-CDF0-4E57-BE07-C8DB652470E1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4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Image Placeholder 1">
            <a:extLst>
              <a:ext uri="{FF2B5EF4-FFF2-40B4-BE49-F238E27FC236}">
                <a16:creationId xmlns:a16="http://schemas.microsoft.com/office/drawing/2014/main" id="{222766BB-BDCC-4E5A-A6EA-CA0184A1575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Notes Placeholder 2">
            <a:extLst>
              <a:ext uri="{FF2B5EF4-FFF2-40B4-BE49-F238E27FC236}">
                <a16:creationId xmlns:a16="http://schemas.microsoft.com/office/drawing/2014/main" id="{BC94C467-F851-44B8-80A6-489A2C37DB0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3316" name="Slide Number Placeholder 3">
            <a:extLst>
              <a:ext uri="{FF2B5EF4-FFF2-40B4-BE49-F238E27FC236}">
                <a16:creationId xmlns:a16="http://schemas.microsoft.com/office/drawing/2014/main" id="{8387A127-CE3A-4285-892C-51C9CF79AF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C295B1F-B4F4-4A3A-A2F0-68A88CA2216B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5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DB4C0B41-FA04-4394-93C4-575A1FA0AC2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7F4DDEAB-D160-4DD2-A2E3-15E45B31658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2EF6C2E3-D205-442C-A644-1FD3901C2F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E53C8A3-E9BD-4E13-88EB-960BAAE67DB6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6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>
            <a:extLst>
              <a:ext uri="{FF2B5EF4-FFF2-40B4-BE49-F238E27FC236}">
                <a16:creationId xmlns:a16="http://schemas.microsoft.com/office/drawing/2014/main" id="{FA88DD66-8FC9-4CF0-9518-8C288710C82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Notes Placeholder 2">
            <a:extLst>
              <a:ext uri="{FF2B5EF4-FFF2-40B4-BE49-F238E27FC236}">
                <a16:creationId xmlns:a16="http://schemas.microsoft.com/office/drawing/2014/main" id="{3F0ECCF8-C9D9-44C8-9B38-DA318AD5CA1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7412" name="Slide Number Placeholder 3">
            <a:extLst>
              <a:ext uri="{FF2B5EF4-FFF2-40B4-BE49-F238E27FC236}">
                <a16:creationId xmlns:a16="http://schemas.microsoft.com/office/drawing/2014/main" id="{769D1746-B1F6-45AC-80EE-77E8E1BC92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2A470AE-CDF2-4DCC-82EF-293DA9DFB7DC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7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>
            <a:extLst>
              <a:ext uri="{FF2B5EF4-FFF2-40B4-BE49-F238E27FC236}">
                <a16:creationId xmlns:a16="http://schemas.microsoft.com/office/drawing/2014/main" id="{BF8153A6-0D06-4C81-9C57-0EFD346CAC3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Notes Placeholder 2">
            <a:extLst>
              <a:ext uri="{FF2B5EF4-FFF2-40B4-BE49-F238E27FC236}">
                <a16:creationId xmlns:a16="http://schemas.microsoft.com/office/drawing/2014/main" id="{9F072358-0787-4A61-AC7D-44649CDE383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9460" name="Slide Number Placeholder 3">
            <a:extLst>
              <a:ext uri="{FF2B5EF4-FFF2-40B4-BE49-F238E27FC236}">
                <a16:creationId xmlns:a16="http://schemas.microsoft.com/office/drawing/2014/main" id="{1DB0D5DB-D08C-4F5B-90E0-5AD974EF88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B5BF485-9143-4EDE-A4AE-E08A6FBC65F7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8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>
            <a:extLst>
              <a:ext uri="{FF2B5EF4-FFF2-40B4-BE49-F238E27FC236}">
                <a16:creationId xmlns:a16="http://schemas.microsoft.com/office/drawing/2014/main" id="{9BD0C441-6693-47BA-B44A-719AF58A9BF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Notes Placeholder 2">
            <a:extLst>
              <a:ext uri="{FF2B5EF4-FFF2-40B4-BE49-F238E27FC236}">
                <a16:creationId xmlns:a16="http://schemas.microsoft.com/office/drawing/2014/main" id="{0BE1403E-CA24-4664-AE7D-18D9489A2D1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DF893DB8-8916-4A01-AE2F-20DC7B4E07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E221ECA-3A1C-49F5-8C12-ACE71393F53B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9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>
            <a:extLst>
              <a:ext uri="{FF2B5EF4-FFF2-40B4-BE49-F238E27FC236}">
                <a16:creationId xmlns:a16="http://schemas.microsoft.com/office/drawing/2014/main" id="{792A7629-453F-4618-9523-A874734EA75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Notes Placeholder 2">
            <a:extLst>
              <a:ext uri="{FF2B5EF4-FFF2-40B4-BE49-F238E27FC236}">
                <a16:creationId xmlns:a16="http://schemas.microsoft.com/office/drawing/2014/main" id="{2CE70FAE-42FF-4047-9BBA-C6720D74063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8B688C3C-E802-4603-B42B-44D3732D37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1DD068E-644C-4F80-84E5-310572DFFF12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10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>
            <a:extLst>
              <a:ext uri="{FF2B5EF4-FFF2-40B4-BE49-F238E27FC236}">
                <a16:creationId xmlns:a16="http://schemas.microsoft.com/office/drawing/2014/main" id="{74A4ACFC-348D-48E8-A7FB-01E540D8614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Notes Placeholder 2">
            <a:extLst>
              <a:ext uri="{FF2B5EF4-FFF2-40B4-BE49-F238E27FC236}">
                <a16:creationId xmlns:a16="http://schemas.microsoft.com/office/drawing/2014/main" id="{200DEA75-78B5-4636-AFD7-00B703F493B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5604" name="Slide Number Placeholder 3">
            <a:extLst>
              <a:ext uri="{FF2B5EF4-FFF2-40B4-BE49-F238E27FC236}">
                <a16:creationId xmlns:a16="http://schemas.microsoft.com/office/drawing/2014/main" id="{7AC35B5B-6447-4D3B-B787-06A9BDC2E0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BC4ACF0-D334-4121-858C-64C6036FC4D1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11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>
            <a:extLst>
              <a:ext uri="{FF2B5EF4-FFF2-40B4-BE49-F238E27FC236}">
                <a16:creationId xmlns:a16="http://schemas.microsoft.com/office/drawing/2014/main" id="{13AC22D3-6E52-4A05-8D57-EFC92FCDDA9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Notes Placeholder 2">
            <a:extLst>
              <a:ext uri="{FF2B5EF4-FFF2-40B4-BE49-F238E27FC236}">
                <a16:creationId xmlns:a16="http://schemas.microsoft.com/office/drawing/2014/main" id="{24933FA4-C934-40CC-8F74-80004490E9E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7652" name="Slide Number Placeholder 3">
            <a:extLst>
              <a:ext uri="{FF2B5EF4-FFF2-40B4-BE49-F238E27FC236}">
                <a16:creationId xmlns:a16="http://schemas.microsoft.com/office/drawing/2014/main" id="{742A3D6E-7365-4A5F-8CCA-64BF30AADB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F68A62B-F7B7-4F2C-BDBF-6BFD23BAE145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12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>
            <a:extLst>
              <a:ext uri="{FF2B5EF4-FFF2-40B4-BE49-F238E27FC236}">
                <a16:creationId xmlns:a16="http://schemas.microsoft.com/office/drawing/2014/main" id="{63C860AC-836F-4E63-9DFF-79AD06181D2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Notes Placeholder 2">
            <a:extLst>
              <a:ext uri="{FF2B5EF4-FFF2-40B4-BE49-F238E27FC236}">
                <a16:creationId xmlns:a16="http://schemas.microsoft.com/office/drawing/2014/main" id="{15C8EE7A-A214-45DD-A3F9-7AA9345E289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9700" name="Slide Number Placeholder 3">
            <a:extLst>
              <a:ext uri="{FF2B5EF4-FFF2-40B4-BE49-F238E27FC236}">
                <a16:creationId xmlns:a16="http://schemas.microsoft.com/office/drawing/2014/main" id="{5596D35A-91ED-440A-A267-DE7130DFBD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4EDC21F-AA26-4AD6-9051-79BBF1A42F08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13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>
            <a:extLst>
              <a:ext uri="{FF2B5EF4-FFF2-40B4-BE49-F238E27FC236}">
                <a16:creationId xmlns:a16="http://schemas.microsoft.com/office/drawing/2014/main" id="{5B63FCE0-5016-49AA-B8D2-6884AE97831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Notes Placeholder 2">
            <a:extLst>
              <a:ext uri="{FF2B5EF4-FFF2-40B4-BE49-F238E27FC236}">
                <a16:creationId xmlns:a16="http://schemas.microsoft.com/office/drawing/2014/main" id="{2C1A5DB0-5231-4189-AFC0-2AB0D5E0F47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1748" name="Slide Number Placeholder 3">
            <a:extLst>
              <a:ext uri="{FF2B5EF4-FFF2-40B4-BE49-F238E27FC236}">
                <a16:creationId xmlns:a16="http://schemas.microsoft.com/office/drawing/2014/main" id="{717C7668-B29E-4490-BF35-7A428617C5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2E610DA-823C-491F-BFC2-89A520C9E0B4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14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>
            <a:extLst>
              <a:ext uri="{FF2B5EF4-FFF2-40B4-BE49-F238E27FC236}">
                <a16:creationId xmlns:a16="http://schemas.microsoft.com/office/drawing/2014/main" id="{D16150FF-6DF6-4323-B8A4-07219DBACA7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Notes Placeholder 2">
            <a:extLst>
              <a:ext uri="{FF2B5EF4-FFF2-40B4-BE49-F238E27FC236}">
                <a16:creationId xmlns:a16="http://schemas.microsoft.com/office/drawing/2014/main" id="{19CE1587-FCE2-4C62-AB18-AD0E38A44BB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3796" name="Slide Number Placeholder 3">
            <a:extLst>
              <a:ext uri="{FF2B5EF4-FFF2-40B4-BE49-F238E27FC236}">
                <a16:creationId xmlns:a16="http://schemas.microsoft.com/office/drawing/2014/main" id="{6119A0E2-AF85-4BBB-94BF-48D1606E2D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830B546-C800-495A-A12A-662DA63D7FE8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15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>
            <a:extLst>
              <a:ext uri="{FF2B5EF4-FFF2-40B4-BE49-F238E27FC236}">
                <a16:creationId xmlns:a16="http://schemas.microsoft.com/office/drawing/2014/main" id="{A867480A-4048-4895-9BFE-AA4DACBBDCF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Notes Placeholder 2">
            <a:extLst>
              <a:ext uri="{FF2B5EF4-FFF2-40B4-BE49-F238E27FC236}">
                <a16:creationId xmlns:a16="http://schemas.microsoft.com/office/drawing/2014/main" id="{9074421B-7747-4F05-B5A5-8B70C57E117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5844" name="Slide Number Placeholder 3">
            <a:extLst>
              <a:ext uri="{FF2B5EF4-FFF2-40B4-BE49-F238E27FC236}">
                <a16:creationId xmlns:a16="http://schemas.microsoft.com/office/drawing/2014/main" id="{6FA8B0A9-2632-4942-AFD5-FFE90B61A8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52F660D-A67E-4BF4-BE06-4D5FCB6A7C20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16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>
            <a:extLst>
              <a:ext uri="{FF2B5EF4-FFF2-40B4-BE49-F238E27FC236}">
                <a16:creationId xmlns:a16="http://schemas.microsoft.com/office/drawing/2014/main" id="{859E6E6F-2E7B-4870-B1B2-52255F89283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1" name="Notes Placeholder 2">
            <a:extLst>
              <a:ext uri="{FF2B5EF4-FFF2-40B4-BE49-F238E27FC236}">
                <a16:creationId xmlns:a16="http://schemas.microsoft.com/office/drawing/2014/main" id="{4925D926-504B-49C1-96E8-E0D4CCC0747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7892" name="Slide Number Placeholder 3">
            <a:extLst>
              <a:ext uri="{FF2B5EF4-FFF2-40B4-BE49-F238E27FC236}">
                <a16:creationId xmlns:a16="http://schemas.microsoft.com/office/drawing/2014/main" id="{477B0647-2753-4465-B5D7-FE09011E6E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2BB60B8-BD39-4C6F-8072-81BDA4B96B7A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17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>
            <a:extLst>
              <a:ext uri="{FF2B5EF4-FFF2-40B4-BE49-F238E27FC236}">
                <a16:creationId xmlns:a16="http://schemas.microsoft.com/office/drawing/2014/main" id="{8A8B112F-280A-46E6-BCBC-85FD45E3366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Notes Placeholder 2">
            <a:extLst>
              <a:ext uri="{FF2B5EF4-FFF2-40B4-BE49-F238E27FC236}">
                <a16:creationId xmlns:a16="http://schemas.microsoft.com/office/drawing/2014/main" id="{6D39FEB7-BDC2-4134-88B8-60F2E53BCAC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9940" name="Slide Number Placeholder 3">
            <a:extLst>
              <a:ext uri="{FF2B5EF4-FFF2-40B4-BE49-F238E27FC236}">
                <a16:creationId xmlns:a16="http://schemas.microsoft.com/office/drawing/2014/main" id="{1B636479-CBFD-4BFC-A306-C192CCA8C0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69DD36D-596F-47EA-A247-41EBC664472C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18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>
            <a:extLst>
              <a:ext uri="{FF2B5EF4-FFF2-40B4-BE49-F238E27FC236}">
                <a16:creationId xmlns:a16="http://schemas.microsoft.com/office/drawing/2014/main" id="{EFD09F16-81D1-4896-842C-C5F7D03F111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Notes Placeholder 2">
            <a:extLst>
              <a:ext uri="{FF2B5EF4-FFF2-40B4-BE49-F238E27FC236}">
                <a16:creationId xmlns:a16="http://schemas.microsoft.com/office/drawing/2014/main" id="{8A758AC9-CCFC-4D04-B24E-B564CEBE47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1988" name="Slide Number Placeholder 3">
            <a:extLst>
              <a:ext uri="{FF2B5EF4-FFF2-40B4-BE49-F238E27FC236}">
                <a16:creationId xmlns:a16="http://schemas.microsoft.com/office/drawing/2014/main" id="{7FD25386-50C5-4268-BCE6-56C3175946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1F417A5-45ED-479B-B961-50ECDB521261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19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>
            <a:extLst>
              <a:ext uri="{FF2B5EF4-FFF2-40B4-BE49-F238E27FC236}">
                <a16:creationId xmlns:a16="http://schemas.microsoft.com/office/drawing/2014/main" id="{D954C5E8-1E5B-4324-9B9A-170D9945BB0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Notes Placeholder 2">
            <a:extLst>
              <a:ext uri="{FF2B5EF4-FFF2-40B4-BE49-F238E27FC236}">
                <a16:creationId xmlns:a16="http://schemas.microsoft.com/office/drawing/2014/main" id="{5A201876-BD7D-42FE-B410-ADD4110683C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4036" name="Slide Number Placeholder 3">
            <a:extLst>
              <a:ext uri="{FF2B5EF4-FFF2-40B4-BE49-F238E27FC236}">
                <a16:creationId xmlns:a16="http://schemas.microsoft.com/office/drawing/2014/main" id="{C49876E1-3518-42B4-BDB8-3BA3D00647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5751BDD-5C71-4087-96DB-AFADBC980245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20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>
            <a:extLst>
              <a:ext uri="{FF2B5EF4-FFF2-40B4-BE49-F238E27FC236}">
                <a16:creationId xmlns:a16="http://schemas.microsoft.com/office/drawing/2014/main" id="{DD7C8B7A-41EF-4179-8DFB-EDBFF0EE775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Notes Placeholder 2">
            <a:extLst>
              <a:ext uri="{FF2B5EF4-FFF2-40B4-BE49-F238E27FC236}">
                <a16:creationId xmlns:a16="http://schemas.microsoft.com/office/drawing/2014/main" id="{97607A79-64AA-4D05-A4A4-09FE5062AA4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6084" name="Slide Number Placeholder 3">
            <a:extLst>
              <a:ext uri="{FF2B5EF4-FFF2-40B4-BE49-F238E27FC236}">
                <a16:creationId xmlns:a16="http://schemas.microsoft.com/office/drawing/2014/main" id="{569C1280-9DEB-40B9-B42E-0528C3ECE0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309AD1B-F14C-4803-861B-CC22B0C1FF06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21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>
            <a:extLst>
              <a:ext uri="{FF2B5EF4-FFF2-40B4-BE49-F238E27FC236}">
                <a16:creationId xmlns:a16="http://schemas.microsoft.com/office/drawing/2014/main" id="{0B04AD90-1BB1-4798-BFB6-07FE9D100BB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Notes Placeholder 2">
            <a:extLst>
              <a:ext uri="{FF2B5EF4-FFF2-40B4-BE49-F238E27FC236}">
                <a16:creationId xmlns:a16="http://schemas.microsoft.com/office/drawing/2014/main" id="{0A782748-4159-4816-9580-79FD32A55F6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8132" name="Slide Number Placeholder 3">
            <a:extLst>
              <a:ext uri="{FF2B5EF4-FFF2-40B4-BE49-F238E27FC236}">
                <a16:creationId xmlns:a16="http://schemas.microsoft.com/office/drawing/2014/main" id="{1D0FE5A6-573C-4837-AD70-DD526E7EF9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7B48DF4-F384-4E98-BD34-B3EA28C4CBD4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22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>
            <a:extLst>
              <a:ext uri="{FF2B5EF4-FFF2-40B4-BE49-F238E27FC236}">
                <a16:creationId xmlns:a16="http://schemas.microsoft.com/office/drawing/2014/main" id="{346A3A41-06A0-4BE9-A91F-2F31C50710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Notes Placeholder 2">
            <a:extLst>
              <a:ext uri="{FF2B5EF4-FFF2-40B4-BE49-F238E27FC236}">
                <a16:creationId xmlns:a16="http://schemas.microsoft.com/office/drawing/2014/main" id="{D412311A-A1B8-43B7-AC43-DB5FFCD66B0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0180" name="Slide Number Placeholder 3">
            <a:extLst>
              <a:ext uri="{FF2B5EF4-FFF2-40B4-BE49-F238E27FC236}">
                <a16:creationId xmlns:a16="http://schemas.microsoft.com/office/drawing/2014/main" id="{007481E7-6626-4F7C-9FD5-FD8B7DFB18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EE2F5C3-62A6-4BF1-BE5C-23B491047A3D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23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>
            <a:extLst>
              <a:ext uri="{FF2B5EF4-FFF2-40B4-BE49-F238E27FC236}">
                <a16:creationId xmlns:a16="http://schemas.microsoft.com/office/drawing/2014/main" id="{303923A2-C830-4939-BA5F-024795BB487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Notes Placeholder 2">
            <a:extLst>
              <a:ext uri="{FF2B5EF4-FFF2-40B4-BE49-F238E27FC236}">
                <a16:creationId xmlns:a16="http://schemas.microsoft.com/office/drawing/2014/main" id="{A2D6992C-3E78-4B8C-BEFB-8FFD0AC82E0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2228" name="Slide Number Placeholder 3">
            <a:extLst>
              <a:ext uri="{FF2B5EF4-FFF2-40B4-BE49-F238E27FC236}">
                <a16:creationId xmlns:a16="http://schemas.microsoft.com/office/drawing/2014/main" id="{0B746781-B792-4401-9EE9-E2A8E0594B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DE056FD-8E63-4B8F-AFB1-602FCCF43363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24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>
            <a:extLst>
              <a:ext uri="{FF2B5EF4-FFF2-40B4-BE49-F238E27FC236}">
                <a16:creationId xmlns:a16="http://schemas.microsoft.com/office/drawing/2014/main" id="{6A02B642-8E7D-40A2-8484-9F31F7D6158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Notes Placeholder 2">
            <a:extLst>
              <a:ext uri="{FF2B5EF4-FFF2-40B4-BE49-F238E27FC236}">
                <a16:creationId xmlns:a16="http://schemas.microsoft.com/office/drawing/2014/main" id="{9B442E47-0504-49B3-BA28-4614E04E883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4276" name="Slide Number Placeholder 3">
            <a:extLst>
              <a:ext uri="{FF2B5EF4-FFF2-40B4-BE49-F238E27FC236}">
                <a16:creationId xmlns:a16="http://schemas.microsoft.com/office/drawing/2014/main" id="{E787500D-C0A5-422C-A9A9-4E25F221A4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B9B5825-1F0A-4A93-B3D3-212B7642F0CC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25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>
            <a:extLst>
              <a:ext uri="{FF2B5EF4-FFF2-40B4-BE49-F238E27FC236}">
                <a16:creationId xmlns:a16="http://schemas.microsoft.com/office/drawing/2014/main" id="{5EDD96E1-A287-4AFC-BB0E-BCA1F1AF308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3" name="Notes Placeholder 2">
            <a:extLst>
              <a:ext uri="{FF2B5EF4-FFF2-40B4-BE49-F238E27FC236}">
                <a16:creationId xmlns:a16="http://schemas.microsoft.com/office/drawing/2014/main" id="{CBC8721C-3C58-4045-B3AE-5EA83B6E129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6324" name="Slide Number Placeholder 3">
            <a:extLst>
              <a:ext uri="{FF2B5EF4-FFF2-40B4-BE49-F238E27FC236}">
                <a16:creationId xmlns:a16="http://schemas.microsoft.com/office/drawing/2014/main" id="{27BEFAF3-E350-4072-BC38-FC6AF826B2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1DF4962-A207-49CE-89FD-E4CE8568FF9F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26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>
            <a:extLst>
              <a:ext uri="{FF2B5EF4-FFF2-40B4-BE49-F238E27FC236}">
                <a16:creationId xmlns:a16="http://schemas.microsoft.com/office/drawing/2014/main" id="{4793C728-7E2C-4924-BA4F-CDC2D6840E4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1" name="Notes Placeholder 2">
            <a:extLst>
              <a:ext uri="{FF2B5EF4-FFF2-40B4-BE49-F238E27FC236}">
                <a16:creationId xmlns:a16="http://schemas.microsoft.com/office/drawing/2014/main" id="{A171243B-6F5B-49DD-B1A9-11E8C8446B6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8372" name="Slide Number Placeholder 3">
            <a:extLst>
              <a:ext uri="{FF2B5EF4-FFF2-40B4-BE49-F238E27FC236}">
                <a16:creationId xmlns:a16="http://schemas.microsoft.com/office/drawing/2014/main" id="{B04B7C25-53C4-4D6C-8437-4C52D511E7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07A4ECA-74B0-41FE-A253-1D198D596597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27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>
            <a:extLst>
              <a:ext uri="{FF2B5EF4-FFF2-40B4-BE49-F238E27FC236}">
                <a16:creationId xmlns:a16="http://schemas.microsoft.com/office/drawing/2014/main" id="{550C5760-D534-4786-8FB7-940CE3DB69B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19" name="Notes Placeholder 2">
            <a:extLst>
              <a:ext uri="{FF2B5EF4-FFF2-40B4-BE49-F238E27FC236}">
                <a16:creationId xmlns:a16="http://schemas.microsoft.com/office/drawing/2014/main" id="{0273BF11-2B71-4479-BE31-587FE5FDF8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60420" name="Slide Number Placeholder 3">
            <a:extLst>
              <a:ext uri="{FF2B5EF4-FFF2-40B4-BE49-F238E27FC236}">
                <a16:creationId xmlns:a16="http://schemas.microsoft.com/office/drawing/2014/main" id="{43A33690-7C2A-4557-9E56-763DE1B7E0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B558F88-1F2E-4C73-9568-6D593ABF0D8C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28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>
            <a:extLst>
              <a:ext uri="{FF2B5EF4-FFF2-40B4-BE49-F238E27FC236}">
                <a16:creationId xmlns:a16="http://schemas.microsoft.com/office/drawing/2014/main" id="{58B20C6F-82CE-41E0-8E56-D6960B3B371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>
            <a:extLst>
              <a:ext uri="{FF2B5EF4-FFF2-40B4-BE49-F238E27FC236}">
                <a16:creationId xmlns:a16="http://schemas.microsoft.com/office/drawing/2014/main" id="{A9751704-BADE-49AB-ABE3-EB3D141E60C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62468" name="Slide Number Placeholder 3">
            <a:extLst>
              <a:ext uri="{FF2B5EF4-FFF2-40B4-BE49-F238E27FC236}">
                <a16:creationId xmlns:a16="http://schemas.microsoft.com/office/drawing/2014/main" id="{65F91BEE-5A01-4DCF-B16B-0D3BD790FD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EA0FB8C-8C8B-416C-9E49-B16BFA8C7B81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29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>
            <a:extLst>
              <a:ext uri="{FF2B5EF4-FFF2-40B4-BE49-F238E27FC236}">
                <a16:creationId xmlns:a16="http://schemas.microsoft.com/office/drawing/2014/main" id="{08A1C5D7-F3D5-427C-A8B6-75E76F492A1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>
            <a:extLst>
              <a:ext uri="{FF2B5EF4-FFF2-40B4-BE49-F238E27FC236}">
                <a16:creationId xmlns:a16="http://schemas.microsoft.com/office/drawing/2014/main" id="{0099ACE0-9AEC-4DFE-975E-39B88C6651D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64516" name="Slide Number Placeholder 3">
            <a:extLst>
              <a:ext uri="{FF2B5EF4-FFF2-40B4-BE49-F238E27FC236}">
                <a16:creationId xmlns:a16="http://schemas.microsoft.com/office/drawing/2014/main" id="{93380A70-79DC-47B6-8663-5BBE995EA9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20DFEC4-42DA-41A4-B370-7B08D7090410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30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>
            <a:extLst>
              <a:ext uri="{FF2B5EF4-FFF2-40B4-BE49-F238E27FC236}">
                <a16:creationId xmlns:a16="http://schemas.microsoft.com/office/drawing/2014/main" id="{C7A9C4F3-F922-4F06-BFBE-E2D1FC94F32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3" name="Notes Placeholder 2">
            <a:extLst>
              <a:ext uri="{FF2B5EF4-FFF2-40B4-BE49-F238E27FC236}">
                <a16:creationId xmlns:a16="http://schemas.microsoft.com/office/drawing/2014/main" id="{18F29F94-CF9C-4ECB-AD4E-A260D50AB68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66564" name="Slide Number Placeholder 3">
            <a:extLst>
              <a:ext uri="{FF2B5EF4-FFF2-40B4-BE49-F238E27FC236}">
                <a16:creationId xmlns:a16="http://schemas.microsoft.com/office/drawing/2014/main" id="{22F83058-2797-40AD-B373-21ECF136A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31E1AF0-C87A-4B21-BA20-A2C9FFE2B14F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31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>
            <a:extLst>
              <a:ext uri="{FF2B5EF4-FFF2-40B4-BE49-F238E27FC236}">
                <a16:creationId xmlns:a16="http://schemas.microsoft.com/office/drawing/2014/main" id="{67265BF9-B968-437A-9EF8-6FE77F1A7C4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1" name="Notes Placeholder 2">
            <a:extLst>
              <a:ext uri="{FF2B5EF4-FFF2-40B4-BE49-F238E27FC236}">
                <a16:creationId xmlns:a16="http://schemas.microsoft.com/office/drawing/2014/main" id="{F1341D27-0297-4B5B-8E1B-7B5276B4251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68612" name="Slide Number Placeholder 3">
            <a:extLst>
              <a:ext uri="{FF2B5EF4-FFF2-40B4-BE49-F238E27FC236}">
                <a16:creationId xmlns:a16="http://schemas.microsoft.com/office/drawing/2014/main" id="{E5A5CD07-B575-435C-B13F-7D1125412F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7184DB8-D566-455C-B435-36ABA38F87C6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32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>
            <a:extLst>
              <a:ext uri="{FF2B5EF4-FFF2-40B4-BE49-F238E27FC236}">
                <a16:creationId xmlns:a16="http://schemas.microsoft.com/office/drawing/2014/main" id="{9D256778-FDB1-44FA-864D-6E795C4D3CD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>
            <a:extLst>
              <a:ext uri="{FF2B5EF4-FFF2-40B4-BE49-F238E27FC236}">
                <a16:creationId xmlns:a16="http://schemas.microsoft.com/office/drawing/2014/main" id="{1DB6EDDA-CD0F-437A-8ABC-A89770C7B56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70660" name="Slide Number Placeholder 3">
            <a:extLst>
              <a:ext uri="{FF2B5EF4-FFF2-40B4-BE49-F238E27FC236}">
                <a16:creationId xmlns:a16="http://schemas.microsoft.com/office/drawing/2014/main" id="{02FA138D-F726-4594-A5DC-8AFF0BC1F2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D1BF5CB-458F-423E-BC3B-5E62B92FDA79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33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>
            <a:extLst>
              <a:ext uri="{FF2B5EF4-FFF2-40B4-BE49-F238E27FC236}">
                <a16:creationId xmlns:a16="http://schemas.microsoft.com/office/drawing/2014/main" id="{566138DF-001F-42EC-949C-00E682A1B83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>
            <a:extLst>
              <a:ext uri="{FF2B5EF4-FFF2-40B4-BE49-F238E27FC236}">
                <a16:creationId xmlns:a16="http://schemas.microsoft.com/office/drawing/2014/main" id="{2822E619-6AB0-43F2-8DC3-C417654257C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72708" name="Slide Number Placeholder 3">
            <a:extLst>
              <a:ext uri="{FF2B5EF4-FFF2-40B4-BE49-F238E27FC236}">
                <a16:creationId xmlns:a16="http://schemas.microsoft.com/office/drawing/2014/main" id="{984AAB15-00CE-485D-BCFB-FF3CBDF4BA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6C5B4C4-1C84-4292-8EDD-EE021BB20A9D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34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Image Placeholder 1">
            <a:extLst>
              <a:ext uri="{FF2B5EF4-FFF2-40B4-BE49-F238E27FC236}">
                <a16:creationId xmlns:a16="http://schemas.microsoft.com/office/drawing/2014/main" id="{65239222-D727-4AE3-8408-0FFB9047F54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5" name="Notes Placeholder 2">
            <a:extLst>
              <a:ext uri="{FF2B5EF4-FFF2-40B4-BE49-F238E27FC236}">
                <a16:creationId xmlns:a16="http://schemas.microsoft.com/office/drawing/2014/main" id="{479C560F-C472-4E74-B8AC-5C79C9451C0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74756" name="Slide Number Placeholder 3">
            <a:extLst>
              <a:ext uri="{FF2B5EF4-FFF2-40B4-BE49-F238E27FC236}">
                <a16:creationId xmlns:a16="http://schemas.microsoft.com/office/drawing/2014/main" id="{5E7C8ECC-A39E-45BB-AB4B-435DDBF595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47D5ABB-7D47-4ACD-912E-D7544C9EF29E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35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>
            <a:extLst>
              <a:ext uri="{FF2B5EF4-FFF2-40B4-BE49-F238E27FC236}">
                <a16:creationId xmlns:a16="http://schemas.microsoft.com/office/drawing/2014/main" id="{CA0E2F69-2E5A-4D6C-A83D-91190ABFE96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6803" name="Notes Placeholder 2">
            <a:extLst>
              <a:ext uri="{FF2B5EF4-FFF2-40B4-BE49-F238E27FC236}">
                <a16:creationId xmlns:a16="http://schemas.microsoft.com/office/drawing/2014/main" id="{FC33BCEC-809D-48E8-A1D0-B935772C951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76804" name="Slide Number Placeholder 3">
            <a:extLst>
              <a:ext uri="{FF2B5EF4-FFF2-40B4-BE49-F238E27FC236}">
                <a16:creationId xmlns:a16="http://schemas.microsoft.com/office/drawing/2014/main" id="{547CFEC5-F029-4787-88C8-348EABA2C6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1DC006C-A1C6-43E2-A6B8-4EF0A89B9BE2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36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F5726497-FC1B-4068-B263-1B90966A3CF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3ACE1EA1-8C6E-4723-9280-FDA8E1FDB4F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0D1956AD-0EF8-43E4-B29F-B67B2AD1F6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9FE7C02-7D4C-4A73-A472-052F6825BCA3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37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Image Placeholder 1">
            <a:extLst>
              <a:ext uri="{FF2B5EF4-FFF2-40B4-BE49-F238E27FC236}">
                <a16:creationId xmlns:a16="http://schemas.microsoft.com/office/drawing/2014/main" id="{820F7107-2A79-4B0D-BE11-3A913BBA60C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0899" name="Notes Placeholder 2">
            <a:extLst>
              <a:ext uri="{FF2B5EF4-FFF2-40B4-BE49-F238E27FC236}">
                <a16:creationId xmlns:a16="http://schemas.microsoft.com/office/drawing/2014/main" id="{B43D869E-862A-4E90-82A6-CC8F42931EC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0900" name="Slide Number Placeholder 3">
            <a:extLst>
              <a:ext uri="{FF2B5EF4-FFF2-40B4-BE49-F238E27FC236}">
                <a16:creationId xmlns:a16="http://schemas.microsoft.com/office/drawing/2014/main" id="{7603A811-05A0-497C-AA9A-1BFDF5FEE6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A503C04-B375-4E20-8B94-A5E3ED4036D9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38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Slide Image Placeholder 1">
            <a:extLst>
              <a:ext uri="{FF2B5EF4-FFF2-40B4-BE49-F238E27FC236}">
                <a16:creationId xmlns:a16="http://schemas.microsoft.com/office/drawing/2014/main" id="{4398AD78-9C6A-44D6-9AB1-9C7C8B0AC2B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2947" name="Notes Placeholder 2">
            <a:extLst>
              <a:ext uri="{FF2B5EF4-FFF2-40B4-BE49-F238E27FC236}">
                <a16:creationId xmlns:a16="http://schemas.microsoft.com/office/drawing/2014/main" id="{8399127D-F5E7-4C05-99B3-107DDAD742B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2948" name="Slide Number Placeholder 3">
            <a:extLst>
              <a:ext uri="{FF2B5EF4-FFF2-40B4-BE49-F238E27FC236}">
                <a16:creationId xmlns:a16="http://schemas.microsoft.com/office/drawing/2014/main" id="{CE717C2B-A26E-4E62-ABE1-CE5135BFC7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D48F600-E6BB-45DB-B129-59105AEB9F51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39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Slide Image Placeholder 1">
            <a:extLst>
              <a:ext uri="{FF2B5EF4-FFF2-40B4-BE49-F238E27FC236}">
                <a16:creationId xmlns:a16="http://schemas.microsoft.com/office/drawing/2014/main" id="{EC26EA3B-A8DE-4208-BB9A-10D574CD15D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4995" name="Notes Placeholder 2">
            <a:extLst>
              <a:ext uri="{FF2B5EF4-FFF2-40B4-BE49-F238E27FC236}">
                <a16:creationId xmlns:a16="http://schemas.microsoft.com/office/drawing/2014/main" id="{55ADC56C-BB4E-42E5-AACF-D2BFEE6D8F8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4996" name="Slide Number Placeholder 3">
            <a:extLst>
              <a:ext uri="{FF2B5EF4-FFF2-40B4-BE49-F238E27FC236}">
                <a16:creationId xmlns:a16="http://schemas.microsoft.com/office/drawing/2014/main" id="{C6D2D876-6499-4643-B135-C4D058D254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B279A3F-2E1E-4F0C-8288-6EDB3348CB25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40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Image Placeholder 1">
            <a:extLst>
              <a:ext uri="{FF2B5EF4-FFF2-40B4-BE49-F238E27FC236}">
                <a16:creationId xmlns:a16="http://schemas.microsoft.com/office/drawing/2014/main" id="{1E9F55EB-4ED3-4F29-92A9-4314390DFBD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7043" name="Notes Placeholder 2">
            <a:extLst>
              <a:ext uri="{FF2B5EF4-FFF2-40B4-BE49-F238E27FC236}">
                <a16:creationId xmlns:a16="http://schemas.microsoft.com/office/drawing/2014/main" id="{B1BAE3E9-AD1B-4CC0-9C4F-BEF2E09838A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7044" name="Slide Number Placeholder 3">
            <a:extLst>
              <a:ext uri="{FF2B5EF4-FFF2-40B4-BE49-F238E27FC236}">
                <a16:creationId xmlns:a16="http://schemas.microsoft.com/office/drawing/2014/main" id="{29DB5E15-7D4F-4B14-B6C5-73B01A042D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2896E66-2066-40D5-A1B6-4A3B53B77EB4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41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Slide Image Placeholder 1">
            <a:extLst>
              <a:ext uri="{FF2B5EF4-FFF2-40B4-BE49-F238E27FC236}">
                <a16:creationId xmlns:a16="http://schemas.microsoft.com/office/drawing/2014/main" id="{BD942996-B80D-44F1-AC31-4A86C1B4CF5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Notes Placeholder 2">
            <a:extLst>
              <a:ext uri="{FF2B5EF4-FFF2-40B4-BE49-F238E27FC236}">
                <a16:creationId xmlns:a16="http://schemas.microsoft.com/office/drawing/2014/main" id="{4B9C3FFF-0BAF-4F76-86EC-8A5B6542464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9092" name="Slide Number Placeholder 3">
            <a:extLst>
              <a:ext uri="{FF2B5EF4-FFF2-40B4-BE49-F238E27FC236}">
                <a16:creationId xmlns:a16="http://schemas.microsoft.com/office/drawing/2014/main" id="{D840A93D-E8B2-479C-83C3-64A7B5A4E3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C5D9160-B15C-434B-8965-810DAC73FFA8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42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Slide Image Placeholder 1">
            <a:extLst>
              <a:ext uri="{FF2B5EF4-FFF2-40B4-BE49-F238E27FC236}">
                <a16:creationId xmlns:a16="http://schemas.microsoft.com/office/drawing/2014/main" id="{F64B9E12-5351-4209-B01B-41DCD27BED9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1139" name="Notes Placeholder 2">
            <a:extLst>
              <a:ext uri="{FF2B5EF4-FFF2-40B4-BE49-F238E27FC236}">
                <a16:creationId xmlns:a16="http://schemas.microsoft.com/office/drawing/2014/main" id="{435DE0E1-7A9F-4C6E-B59D-4694D106BA7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91140" name="Slide Number Placeholder 3">
            <a:extLst>
              <a:ext uri="{FF2B5EF4-FFF2-40B4-BE49-F238E27FC236}">
                <a16:creationId xmlns:a16="http://schemas.microsoft.com/office/drawing/2014/main" id="{081B1023-AA8B-4B79-BD2E-760E512785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A3A7F0B-0616-4CC1-976B-C80C8DACA122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43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Slide Image Placeholder 1">
            <a:extLst>
              <a:ext uri="{FF2B5EF4-FFF2-40B4-BE49-F238E27FC236}">
                <a16:creationId xmlns:a16="http://schemas.microsoft.com/office/drawing/2014/main" id="{A9EBFC9D-9EE6-446F-A67D-98DE6A1A8BB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3187" name="Notes Placeholder 2">
            <a:extLst>
              <a:ext uri="{FF2B5EF4-FFF2-40B4-BE49-F238E27FC236}">
                <a16:creationId xmlns:a16="http://schemas.microsoft.com/office/drawing/2014/main" id="{576B4106-73E1-4BA3-A615-89568370087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93188" name="Slide Number Placeholder 3">
            <a:extLst>
              <a:ext uri="{FF2B5EF4-FFF2-40B4-BE49-F238E27FC236}">
                <a16:creationId xmlns:a16="http://schemas.microsoft.com/office/drawing/2014/main" id="{8302ACE0-FB41-4176-BD5D-A2D9948953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3FC27F-ED69-4C61-97C6-271F95A2C411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44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Slide Image Placeholder 1">
            <a:extLst>
              <a:ext uri="{FF2B5EF4-FFF2-40B4-BE49-F238E27FC236}">
                <a16:creationId xmlns:a16="http://schemas.microsoft.com/office/drawing/2014/main" id="{8E22F9DE-A937-4A0B-ACD9-7F661F71918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5235" name="Notes Placeholder 2">
            <a:extLst>
              <a:ext uri="{FF2B5EF4-FFF2-40B4-BE49-F238E27FC236}">
                <a16:creationId xmlns:a16="http://schemas.microsoft.com/office/drawing/2014/main" id="{2BDDC185-82FC-41FE-97ED-ECA08627900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95236" name="Slide Number Placeholder 3">
            <a:extLst>
              <a:ext uri="{FF2B5EF4-FFF2-40B4-BE49-F238E27FC236}">
                <a16:creationId xmlns:a16="http://schemas.microsoft.com/office/drawing/2014/main" id="{7B2E7541-FEDC-403F-AB62-5BC8C8DA62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32A468F-9AAA-46CB-B5C6-FA2BE7737D37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45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Slide Image Placeholder 1">
            <a:extLst>
              <a:ext uri="{FF2B5EF4-FFF2-40B4-BE49-F238E27FC236}">
                <a16:creationId xmlns:a16="http://schemas.microsoft.com/office/drawing/2014/main" id="{E1518607-8C07-44DD-9476-89F958078F8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7283" name="Notes Placeholder 2">
            <a:extLst>
              <a:ext uri="{FF2B5EF4-FFF2-40B4-BE49-F238E27FC236}">
                <a16:creationId xmlns:a16="http://schemas.microsoft.com/office/drawing/2014/main" id="{589CC7AE-66C2-4A2A-A510-2E1780B096E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97284" name="Slide Number Placeholder 3">
            <a:extLst>
              <a:ext uri="{FF2B5EF4-FFF2-40B4-BE49-F238E27FC236}">
                <a16:creationId xmlns:a16="http://schemas.microsoft.com/office/drawing/2014/main" id="{6DAF6175-397C-408C-8066-5ACC8C7C12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1DD34BB-7642-4318-8CEE-139C18182EE6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46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Slide Image Placeholder 1">
            <a:extLst>
              <a:ext uri="{FF2B5EF4-FFF2-40B4-BE49-F238E27FC236}">
                <a16:creationId xmlns:a16="http://schemas.microsoft.com/office/drawing/2014/main" id="{F81B2633-7E9C-496B-8461-210B641CC23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9331" name="Notes Placeholder 2">
            <a:extLst>
              <a:ext uri="{FF2B5EF4-FFF2-40B4-BE49-F238E27FC236}">
                <a16:creationId xmlns:a16="http://schemas.microsoft.com/office/drawing/2014/main" id="{E6E0987E-4467-409F-AE5F-2F161BCDEEB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99332" name="Slide Number Placeholder 3">
            <a:extLst>
              <a:ext uri="{FF2B5EF4-FFF2-40B4-BE49-F238E27FC236}">
                <a16:creationId xmlns:a16="http://schemas.microsoft.com/office/drawing/2014/main" id="{26C3AE8A-8AA7-4EF7-89B4-5ABB1585D2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F56A768-E6C4-4B1C-A48E-61122A3A9AD3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47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Slide Image Placeholder 1">
            <a:extLst>
              <a:ext uri="{FF2B5EF4-FFF2-40B4-BE49-F238E27FC236}">
                <a16:creationId xmlns:a16="http://schemas.microsoft.com/office/drawing/2014/main" id="{5196C294-4C57-4FB5-98E0-6CB55AE0F2F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1379" name="Notes Placeholder 2">
            <a:extLst>
              <a:ext uri="{FF2B5EF4-FFF2-40B4-BE49-F238E27FC236}">
                <a16:creationId xmlns:a16="http://schemas.microsoft.com/office/drawing/2014/main" id="{8362049D-EB12-4DC4-87AB-5B086165671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01380" name="Slide Number Placeholder 3">
            <a:extLst>
              <a:ext uri="{FF2B5EF4-FFF2-40B4-BE49-F238E27FC236}">
                <a16:creationId xmlns:a16="http://schemas.microsoft.com/office/drawing/2014/main" id="{A343261A-5B75-4A3D-B966-8FD78B13A8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6424A56-1180-46E1-AB31-0E09E2C09C79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48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Slide Image Placeholder 1">
            <a:extLst>
              <a:ext uri="{FF2B5EF4-FFF2-40B4-BE49-F238E27FC236}">
                <a16:creationId xmlns:a16="http://schemas.microsoft.com/office/drawing/2014/main" id="{FF732E45-0587-4B8F-A63A-9F6BFDA50AA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3427" name="Notes Placeholder 2">
            <a:extLst>
              <a:ext uri="{FF2B5EF4-FFF2-40B4-BE49-F238E27FC236}">
                <a16:creationId xmlns:a16="http://schemas.microsoft.com/office/drawing/2014/main" id="{719F7D9F-B5D3-4866-8811-058C3017937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03428" name="Slide Number Placeholder 3">
            <a:extLst>
              <a:ext uri="{FF2B5EF4-FFF2-40B4-BE49-F238E27FC236}">
                <a16:creationId xmlns:a16="http://schemas.microsoft.com/office/drawing/2014/main" id="{3AA57DC9-46C6-403E-9F7A-2AB13E408C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9F5F9A0-B381-4053-8E4C-04C7640D5384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49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Slide Image Placeholder 1">
            <a:extLst>
              <a:ext uri="{FF2B5EF4-FFF2-40B4-BE49-F238E27FC236}">
                <a16:creationId xmlns:a16="http://schemas.microsoft.com/office/drawing/2014/main" id="{B5D5FBD8-88D4-4B0C-918C-338BBDF4823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5475" name="Notes Placeholder 2">
            <a:extLst>
              <a:ext uri="{FF2B5EF4-FFF2-40B4-BE49-F238E27FC236}">
                <a16:creationId xmlns:a16="http://schemas.microsoft.com/office/drawing/2014/main" id="{7B1A911D-C317-45E2-92C3-1FC2238D1A1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05476" name="Slide Number Placeholder 3">
            <a:extLst>
              <a:ext uri="{FF2B5EF4-FFF2-40B4-BE49-F238E27FC236}">
                <a16:creationId xmlns:a16="http://schemas.microsoft.com/office/drawing/2014/main" id="{A221EC71-91D9-48C2-A5E4-41D465E45B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0135314-59FD-4097-A7E8-020396794A38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50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Slide Image Placeholder 1">
            <a:extLst>
              <a:ext uri="{FF2B5EF4-FFF2-40B4-BE49-F238E27FC236}">
                <a16:creationId xmlns:a16="http://schemas.microsoft.com/office/drawing/2014/main" id="{7D36CB6B-79F1-4C62-B759-7DBA777A57E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Notes Placeholder 2">
            <a:extLst>
              <a:ext uri="{FF2B5EF4-FFF2-40B4-BE49-F238E27FC236}">
                <a16:creationId xmlns:a16="http://schemas.microsoft.com/office/drawing/2014/main" id="{20674095-0752-4BC9-B24B-D3311654E52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07524" name="Slide Number Placeholder 3">
            <a:extLst>
              <a:ext uri="{FF2B5EF4-FFF2-40B4-BE49-F238E27FC236}">
                <a16:creationId xmlns:a16="http://schemas.microsoft.com/office/drawing/2014/main" id="{F8599023-1025-4D1C-B8C2-D7C6BF9765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BD01A45-B7BD-41CB-BAFB-9F33FA0FE58F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51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Slide Image Placeholder 1">
            <a:extLst>
              <a:ext uri="{FF2B5EF4-FFF2-40B4-BE49-F238E27FC236}">
                <a16:creationId xmlns:a16="http://schemas.microsoft.com/office/drawing/2014/main" id="{66C743A9-2DD9-4491-BFDD-A74A0940285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9571" name="Notes Placeholder 2">
            <a:extLst>
              <a:ext uri="{FF2B5EF4-FFF2-40B4-BE49-F238E27FC236}">
                <a16:creationId xmlns:a16="http://schemas.microsoft.com/office/drawing/2014/main" id="{AA9DA31A-9916-4FA3-BF94-73568989ACD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09572" name="Slide Number Placeholder 3">
            <a:extLst>
              <a:ext uri="{FF2B5EF4-FFF2-40B4-BE49-F238E27FC236}">
                <a16:creationId xmlns:a16="http://schemas.microsoft.com/office/drawing/2014/main" id="{E388CB5B-05FE-400A-BFDF-C5295BFFC8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F4939EF-EB61-432C-9888-931D62259D74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52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Slide Image Placeholder 1">
            <a:extLst>
              <a:ext uri="{FF2B5EF4-FFF2-40B4-BE49-F238E27FC236}">
                <a16:creationId xmlns:a16="http://schemas.microsoft.com/office/drawing/2014/main" id="{047C8CF5-3965-43B9-B2DF-C9D38E9FAB4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1619" name="Notes Placeholder 2">
            <a:extLst>
              <a:ext uri="{FF2B5EF4-FFF2-40B4-BE49-F238E27FC236}">
                <a16:creationId xmlns:a16="http://schemas.microsoft.com/office/drawing/2014/main" id="{74EC64A8-5EB5-415A-A8E4-E31B267ADA3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11620" name="Slide Number Placeholder 3">
            <a:extLst>
              <a:ext uri="{FF2B5EF4-FFF2-40B4-BE49-F238E27FC236}">
                <a16:creationId xmlns:a16="http://schemas.microsoft.com/office/drawing/2014/main" id="{4A1E8D18-AB86-4A7C-A5E2-DEAE623E30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ED93541-8362-4E99-AC00-A9EBC1161E76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53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Slide Image Placeholder 1">
            <a:extLst>
              <a:ext uri="{FF2B5EF4-FFF2-40B4-BE49-F238E27FC236}">
                <a16:creationId xmlns:a16="http://schemas.microsoft.com/office/drawing/2014/main" id="{50951C61-6DA8-4E14-8DCE-FA2A25E6239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3667" name="Notes Placeholder 2">
            <a:extLst>
              <a:ext uri="{FF2B5EF4-FFF2-40B4-BE49-F238E27FC236}">
                <a16:creationId xmlns:a16="http://schemas.microsoft.com/office/drawing/2014/main" id="{91283DFF-FEBA-43C1-907F-C83285ECEB4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13668" name="Slide Number Placeholder 3">
            <a:extLst>
              <a:ext uri="{FF2B5EF4-FFF2-40B4-BE49-F238E27FC236}">
                <a16:creationId xmlns:a16="http://schemas.microsoft.com/office/drawing/2014/main" id="{557AE909-C94A-4200-B1BE-20062B6FE3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063E955-295F-4BE9-A69D-EE7D17A9AC4A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54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Slide Image Placeholder 1">
            <a:extLst>
              <a:ext uri="{FF2B5EF4-FFF2-40B4-BE49-F238E27FC236}">
                <a16:creationId xmlns:a16="http://schemas.microsoft.com/office/drawing/2014/main" id="{DE021D5B-6A6F-4060-9D5C-CEEFF10F8D4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5715" name="Notes Placeholder 2">
            <a:extLst>
              <a:ext uri="{FF2B5EF4-FFF2-40B4-BE49-F238E27FC236}">
                <a16:creationId xmlns:a16="http://schemas.microsoft.com/office/drawing/2014/main" id="{288612D6-5879-439A-939C-BE88E2730A3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15716" name="Slide Number Placeholder 3">
            <a:extLst>
              <a:ext uri="{FF2B5EF4-FFF2-40B4-BE49-F238E27FC236}">
                <a16:creationId xmlns:a16="http://schemas.microsoft.com/office/drawing/2014/main" id="{D631D299-AFC5-4107-8E0B-9F7517A3C7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53E0C6F-E5E9-4CC4-95CB-84DC8A3A513A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55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Slide Image Placeholder 1">
            <a:extLst>
              <a:ext uri="{FF2B5EF4-FFF2-40B4-BE49-F238E27FC236}">
                <a16:creationId xmlns:a16="http://schemas.microsoft.com/office/drawing/2014/main" id="{AD0840FC-D724-447C-8A73-ED484BF3A14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7763" name="Notes Placeholder 2">
            <a:extLst>
              <a:ext uri="{FF2B5EF4-FFF2-40B4-BE49-F238E27FC236}">
                <a16:creationId xmlns:a16="http://schemas.microsoft.com/office/drawing/2014/main" id="{B1D728A6-1CE8-4E1E-830B-F446692BBE5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17764" name="Slide Number Placeholder 3">
            <a:extLst>
              <a:ext uri="{FF2B5EF4-FFF2-40B4-BE49-F238E27FC236}">
                <a16:creationId xmlns:a16="http://schemas.microsoft.com/office/drawing/2014/main" id="{51CA5A12-5119-4FAD-BEC0-902BD6F486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D360035-BC32-4489-A046-95CA96C0239F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56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Slide Image Placeholder 1">
            <a:extLst>
              <a:ext uri="{FF2B5EF4-FFF2-40B4-BE49-F238E27FC236}">
                <a16:creationId xmlns:a16="http://schemas.microsoft.com/office/drawing/2014/main" id="{CEE85884-8693-454A-B8FE-E16F0E0AA9A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9811" name="Notes Placeholder 2">
            <a:extLst>
              <a:ext uri="{FF2B5EF4-FFF2-40B4-BE49-F238E27FC236}">
                <a16:creationId xmlns:a16="http://schemas.microsoft.com/office/drawing/2014/main" id="{7B79C7CD-E65B-47E3-8C99-C6ACB85AE58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19812" name="Slide Number Placeholder 3">
            <a:extLst>
              <a:ext uri="{FF2B5EF4-FFF2-40B4-BE49-F238E27FC236}">
                <a16:creationId xmlns:a16="http://schemas.microsoft.com/office/drawing/2014/main" id="{B27E5075-2009-42CB-A999-10710FE0CF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B7B42E0-4983-4686-A88A-71635B755564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57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Slide Image Placeholder 1">
            <a:extLst>
              <a:ext uri="{FF2B5EF4-FFF2-40B4-BE49-F238E27FC236}">
                <a16:creationId xmlns:a16="http://schemas.microsoft.com/office/drawing/2014/main" id="{7A57C52E-31BC-482F-B60C-604D3DFFF8A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1859" name="Notes Placeholder 2">
            <a:extLst>
              <a:ext uri="{FF2B5EF4-FFF2-40B4-BE49-F238E27FC236}">
                <a16:creationId xmlns:a16="http://schemas.microsoft.com/office/drawing/2014/main" id="{F2E48913-57D0-49F1-83DB-DA548C3357B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21860" name="Slide Number Placeholder 3">
            <a:extLst>
              <a:ext uri="{FF2B5EF4-FFF2-40B4-BE49-F238E27FC236}">
                <a16:creationId xmlns:a16="http://schemas.microsoft.com/office/drawing/2014/main" id="{1F9AB0D3-A2D3-47CA-A564-E184255018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1468B75-3D95-45C0-94CE-CEDC3DDDDAB2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58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Slide Image Placeholder 1">
            <a:extLst>
              <a:ext uri="{FF2B5EF4-FFF2-40B4-BE49-F238E27FC236}">
                <a16:creationId xmlns:a16="http://schemas.microsoft.com/office/drawing/2014/main" id="{76649A42-C702-4103-8E4E-BCB648971C7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3907" name="Notes Placeholder 2">
            <a:extLst>
              <a:ext uri="{FF2B5EF4-FFF2-40B4-BE49-F238E27FC236}">
                <a16:creationId xmlns:a16="http://schemas.microsoft.com/office/drawing/2014/main" id="{E08528B3-58E7-417F-8F9B-BBCA06FAF1F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23908" name="Slide Number Placeholder 3">
            <a:extLst>
              <a:ext uri="{FF2B5EF4-FFF2-40B4-BE49-F238E27FC236}">
                <a16:creationId xmlns:a16="http://schemas.microsoft.com/office/drawing/2014/main" id="{0AE27F62-39BD-404F-953D-E4D8912E10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E737A53-7710-4538-9D7D-D9B723F51C26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59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Slide Image Placeholder 1">
            <a:extLst>
              <a:ext uri="{FF2B5EF4-FFF2-40B4-BE49-F238E27FC236}">
                <a16:creationId xmlns:a16="http://schemas.microsoft.com/office/drawing/2014/main" id="{11FE11B4-CB82-47A7-9D85-6539B67443C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5955" name="Notes Placeholder 2">
            <a:extLst>
              <a:ext uri="{FF2B5EF4-FFF2-40B4-BE49-F238E27FC236}">
                <a16:creationId xmlns:a16="http://schemas.microsoft.com/office/drawing/2014/main" id="{7529C411-5719-4102-A7B7-A4D03874ABA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25956" name="Slide Number Placeholder 3">
            <a:extLst>
              <a:ext uri="{FF2B5EF4-FFF2-40B4-BE49-F238E27FC236}">
                <a16:creationId xmlns:a16="http://schemas.microsoft.com/office/drawing/2014/main" id="{68AB5A48-CB37-427C-AC51-1CB116E320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DFA170E-4A1E-4DCB-B28D-97A6E41E8C80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60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Image Placeholder 1">
            <a:extLst>
              <a:ext uri="{FF2B5EF4-FFF2-40B4-BE49-F238E27FC236}">
                <a16:creationId xmlns:a16="http://schemas.microsoft.com/office/drawing/2014/main" id="{2CE3C0B2-3A91-4800-B48A-3A78AFF433F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8003" name="Notes Placeholder 2">
            <a:extLst>
              <a:ext uri="{FF2B5EF4-FFF2-40B4-BE49-F238E27FC236}">
                <a16:creationId xmlns:a16="http://schemas.microsoft.com/office/drawing/2014/main" id="{1A404C7A-B3B6-4567-8DB1-FBFAB39F8A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28004" name="Slide Number Placeholder 3">
            <a:extLst>
              <a:ext uri="{FF2B5EF4-FFF2-40B4-BE49-F238E27FC236}">
                <a16:creationId xmlns:a16="http://schemas.microsoft.com/office/drawing/2014/main" id="{06A18DC3-5A8F-4356-A437-F63D04087F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54530B5-A723-40FC-80DF-CE1438C2AF2C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61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Slide Image Placeholder 1">
            <a:extLst>
              <a:ext uri="{FF2B5EF4-FFF2-40B4-BE49-F238E27FC236}">
                <a16:creationId xmlns:a16="http://schemas.microsoft.com/office/drawing/2014/main" id="{9B61AE88-1E24-4B3D-9AEB-F675DBBB68F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0051" name="Notes Placeholder 2">
            <a:extLst>
              <a:ext uri="{FF2B5EF4-FFF2-40B4-BE49-F238E27FC236}">
                <a16:creationId xmlns:a16="http://schemas.microsoft.com/office/drawing/2014/main" id="{C90D3441-8355-4E43-AB5B-124D9DD50C4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30052" name="Slide Number Placeholder 3">
            <a:extLst>
              <a:ext uri="{FF2B5EF4-FFF2-40B4-BE49-F238E27FC236}">
                <a16:creationId xmlns:a16="http://schemas.microsoft.com/office/drawing/2014/main" id="{1169E5B9-C1DB-4D45-A814-C719437AC0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1943BA9-E5C6-44E1-8ADE-B97E3026DE28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62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Slide Image Placeholder 1">
            <a:extLst>
              <a:ext uri="{FF2B5EF4-FFF2-40B4-BE49-F238E27FC236}">
                <a16:creationId xmlns:a16="http://schemas.microsoft.com/office/drawing/2014/main" id="{EB96CE19-4344-4CFB-ABF0-CD759AE3D69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2099" name="Notes Placeholder 2">
            <a:extLst>
              <a:ext uri="{FF2B5EF4-FFF2-40B4-BE49-F238E27FC236}">
                <a16:creationId xmlns:a16="http://schemas.microsoft.com/office/drawing/2014/main" id="{87A27F84-987C-4440-9183-C0F6E8D1828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32100" name="Slide Number Placeholder 3">
            <a:extLst>
              <a:ext uri="{FF2B5EF4-FFF2-40B4-BE49-F238E27FC236}">
                <a16:creationId xmlns:a16="http://schemas.microsoft.com/office/drawing/2014/main" id="{5FD26ACC-254F-40F1-B025-25BEEE1B17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E154925-5D36-4836-BCD1-F73F844639D0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63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Slide Image Placeholder 1">
            <a:extLst>
              <a:ext uri="{FF2B5EF4-FFF2-40B4-BE49-F238E27FC236}">
                <a16:creationId xmlns:a16="http://schemas.microsoft.com/office/drawing/2014/main" id="{8B1D22C9-1B7B-4427-967C-3055316DDD7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4147" name="Notes Placeholder 2">
            <a:extLst>
              <a:ext uri="{FF2B5EF4-FFF2-40B4-BE49-F238E27FC236}">
                <a16:creationId xmlns:a16="http://schemas.microsoft.com/office/drawing/2014/main" id="{5A9DCF71-44BA-4FBF-BDF1-D18885855A8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34148" name="Slide Number Placeholder 3">
            <a:extLst>
              <a:ext uri="{FF2B5EF4-FFF2-40B4-BE49-F238E27FC236}">
                <a16:creationId xmlns:a16="http://schemas.microsoft.com/office/drawing/2014/main" id="{8A51F912-4162-4C4C-88FA-0AAB321D13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D17BC61-7240-42FC-A43C-7D4E39D0E093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64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Slide Image Placeholder 1">
            <a:extLst>
              <a:ext uri="{FF2B5EF4-FFF2-40B4-BE49-F238E27FC236}">
                <a16:creationId xmlns:a16="http://schemas.microsoft.com/office/drawing/2014/main" id="{8EFF7BFB-9F98-404F-8F14-125DC76953F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6195" name="Notes Placeholder 2">
            <a:extLst>
              <a:ext uri="{FF2B5EF4-FFF2-40B4-BE49-F238E27FC236}">
                <a16:creationId xmlns:a16="http://schemas.microsoft.com/office/drawing/2014/main" id="{0CBB077C-A332-49C5-94A2-2D6F96F9DEF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36196" name="Slide Number Placeholder 3">
            <a:extLst>
              <a:ext uri="{FF2B5EF4-FFF2-40B4-BE49-F238E27FC236}">
                <a16:creationId xmlns:a16="http://schemas.microsoft.com/office/drawing/2014/main" id="{9C1BD084-15DD-4CD5-AAC6-48F8B5AA1A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73DCDAE-3627-428C-9D9B-28A41DFBD12B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65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Slide Image Placeholder 1">
            <a:extLst>
              <a:ext uri="{FF2B5EF4-FFF2-40B4-BE49-F238E27FC236}">
                <a16:creationId xmlns:a16="http://schemas.microsoft.com/office/drawing/2014/main" id="{6958DED2-3296-47A5-A25A-DEC6E74E3C5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8243" name="Notes Placeholder 2">
            <a:extLst>
              <a:ext uri="{FF2B5EF4-FFF2-40B4-BE49-F238E27FC236}">
                <a16:creationId xmlns:a16="http://schemas.microsoft.com/office/drawing/2014/main" id="{F39655BE-A53E-4D22-A340-FC6328D57AD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38244" name="Slide Number Placeholder 3">
            <a:extLst>
              <a:ext uri="{FF2B5EF4-FFF2-40B4-BE49-F238E27FC236}">
                <a16:creationId xmlns:a16="http://schemas.microsoft.com/office/drawing/2014/main" id="{33C70CDB-BB70-48A2-B182-DB934883A5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A368872-1E39-48FF-8AEC-853F2C910584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66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Slide Image Placeholder 1">
            <a:extLst>
              <a:ext uri="{FF2B5EF4-FFF2-40B4-BE49-F238E27FC236}">
                <a16:creationId xmlns:a16="http://schemas.microsoft.com/office/drawing/2014/main" id="{5E3D4ED8-0DEB-40AE-BAFB-C170BC633D6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0291" name="Notes Placeholder 2">
            <a:extLst>
              <a:ext uri="{FF2B5EF4-FFF2-40B4-BE49-F238E27FC236}">
                <a16:creationId xmlns:a16="http://schemas.microsoft.com/office/drawing/2014/main" id="{AAEADD79-89F7-4839-8898-85E52B3296D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40292" name="Slide Number Placeholder 3">
            <a:extLst>
              <a:ext uri="{FF2B5EF4-FFF2-40B4-BE49-F238E27FC236}">
                <a16:creationId xmlns:a16="http://schemas.microsoft.com/office/drawing/2014/main" id="{2D272534-3CF1-46A3-9362-98AA6728EE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531DDA5-25C0-4CCD-A851-224D30AD54C8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67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Slide Image Placeholder 1">
            <a:extLst>
              <a:ext uri="{FF2B5EF4-FFF2-40B4-BE49-F238E27FC236}">
                <a16:creationId xmlns:a16="http://schemas.microsoft.com/office/drawing/2014/main" id="{15BECC23-97D4-4934-B59B-D3EB2311CB9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2339" name="Notes Placeholder 2">
            <a:extLst>
              <a:ext uri="{FF2B5EF4-FFF2-40B4-BE49-F238E27FC236}">
                <a16:creationId xmlns:a16="http://schemas.microsoft.com/office/drawing/2014/main" id="{EB98D58C-73B3-4C82-95F4-224832CFF22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42340" name="Slide Number Placeholder 3">
            <a:extLst>
              <a:ext uri="{FF2B5EF4-FFF2-40B4-BE49-F238E27FC236}">
                <a16:creationId xmlns:a16="http://schemas.microsoft.com/office/drawing/2014/main" id="{39EEEFE0-35CD-4154-BBF8-3BA019308F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CA298E1-B394-4600-B3E0-3CF44E099868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68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Slide Image Placeholder 1">
            <a:extLst>
              <a:ext uri="{FF2B5EF4-FFF2-40B4-BE49-F238E27FC236}">
                <a16:creationId xmlns:a16="http://schemas.microsoft.com/office/drawing/2014/main" id="{C35D9778-5F13-4AFB-94F3-0920561C72D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4387" name="Notes Placeholder 2">
            <a:extLst>
              <a:ext uri="{FF2B5EF4-FFF2-40B4-BE49-F238E27FC236}">
                <a16:creationId xmlns:a16="http://schemas.microsoft.com/office/drawing/2014/main" id="{C5FDEEB7-42E4-4A8F-8DE8-0FC290CB59E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44388" name="Slide Number Placeholder 3">
            <a:extLst>
              <a:ext uri="{FF2B5EF4-FFF2-40B4-BE49-F238E27FC236}">
                <a16:creationId xmlns:a16="http://schemas.microsoft.com/office/drawing/2014/main" id="{9682A651-713F-4E5C-B21B-A9713EF1CF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7B78C99-B8DF-4D81-AD0D-1EBE00CCB9CD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69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Slide Image Placeholder 1">
            <a:extLst>
              <a:ext uri="{FF2B5EF4-FFF2-40B4-BE49-F238E27FC236}">
                <a16:creationId xmlns:a16="http://schemas.microsoft.com/office/drawing/2014/main" id="{FED69E62-1AB7-4CD1-AA80-BB451792316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6435" name="Notes Placeholder 2">
            <a:extLst>
              <a:ext uri="{FF2B5EF4-FFF2-40B4-BE49-F238E27FC236}">
                <a16:creationId xmlns:a16="http://schemas.microsoft.com/office/drawing/2014/main" id="{7BA4CE41-83C6-4BA9-B33E-372458278F6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46436" name="Slide Number Placeholder 3">
            <a:extLst>
              <a:ext uri="{FF2B5EF4-FFF2-40B4-BE49-F238E27FC236}">
                <a16:creationId xmlns:a16="http://schemas.microsoft.com/office/drawing/2014/main" id="{1DDB3EAF-1595-40E5-B18C-A42A1CD584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6AD09F0-6724-4560-AD06-A0F66A5A560B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70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Slide Image Placeholder 1">
            <a:extLst>
              <a:ext uri="{FF2B5EF4-FFF2-40B4-BE49-F238E27FC236}">
                <a16:creationId xmlns:a16="http://schemas.microsoft.com/office/drawing/2014/main" id="{F5FD53BC-01CC-4B40-9FEE-9CD69A8E5E9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8483" name="Notes Placeholder 2">
            <a:extLst>
              <a:ext uri="{FF2B5EF4-FFF2-40B4-BE49-F238E27FC236}">
                <a16:creationId xmlns:a16="http://schemas.microsoft.com/office/drawing/2014/main" id="{0F8552E1-26B7-4D85-91C4-46C80D403C1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48484" name="Slide Number Placeholder 3">
            <a:extLst>
              <a:ext uri="{FF2B5EF4-FFF2-40B4-BE49-F238E27FC236}">
                <a16:creationId xmlns:a16="http://schemas.microsoft.com/office/drawing/2014/main" id="{BD19372C-B25B-44E8-822B-2636EAFB35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8379024-390C-4261-B4FA-62EA32AF12E8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71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Slide Image Placeholder 1">
            <a:extLst>
              <a:ext uri="{FF2B5EF4-FFF2-40B4-BE49-F238E27FC236}">
                <a16:creationId xmlns:a16="http://schemas.microsoft.com/office/drawing/2014/main" id="{9EC3C810-6D51-4929-86A4-A430DDE306C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0531" name="Notes Placeholder 2">
            <a:extLst>
              <a:ext uri="{FF2B5EF4-FFF2-40B4-BE49-F238E27FC236}">
                <a16:creationId xmlns:a16="http://schemas.microsoft.com/office/drawing/2014/main" id="{E2C75E71-1F68-4A9C-A60F-DA38A5D9D5F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50532" name="Slide Number Placeholder 3">
            <a:extLst>
              <a:ext uri="{FF2B5EF4-FFF2-40B4-BE49-F238E27FC236}">
                <a16:creationId xmlns:a16="http://schemas.microsoft.com/office/drawing/2014/main" id="{D14EE29C-0BC0-4339-BF42-4BC892FDB2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2A58CAA-1B6D-4C98-9991-B993EC9B5155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72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Slide Image Placeholder 1">
            <a:extLst>
              <a:ext uri="{FF2B5EF4-FFF2-40B4-BE49-F238E27FC236}">
                <a16:creationId xmlns:a16="http://schemas.microsoft.com/office/drawing/2014/main" id="{91BDAA3D-DBFB-4188-8789-3B13F3F5B52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Notes Placeholder 2">
            <a:extLst>
              <a:ext uri="{FF2B5EF4-FFF2-40B4-BE49-F238E27FC236}">
                <a16:creationId xmlns:a16="http://schemas.microsoft.com/office/drawing/2014/main" id="{2BFB37A0-DF40-4D17-ABD9-595D2C7E2B5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52580" name="Slide Number Placeholder 3">
            <a:extLst>
              <a:ext uri="{FF2B5EF4-FFF2-40B4-BE49-F238E27FC236}">
                <a16:creationId xmlns:a16="http://schemas.microsoft.com/office/drawing/2014/main" id="{0D339AB9-763C-4DEE-803B-9544FCF127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6EECAB1-EDAE-4E7C-9EF3-39C2FEB298A9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73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Slide Image Placeholder 1">
            <a:extLst>
              <a:ext uri="{FF2B5EF4-FFF2-40B4-BE49-F238E27FC236}">
                <a16:creationId xmlns:a16="http://schemas.microsoft.com/office/drawing/2014/main" id="{55FFCDEE-ED60-44A3-B974-DFDAD0F245E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4627" name="Notes Placeholder 2">
            <a:extLst>
              <a:ext uri="{FF2B5EF4-FFF2-40B4-BE49-F238E27FC236}">
                <a16:creationId xmlns:a16="http://schemas.microsoft.com/office/drawing/2014/main" id="{D1CBA202-1DDE-4F6E-8B48-2793CC3A604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54628" name="Slide Number Placeholder 3">
            <a:extLst>
              <a:ext uri="{FF2B5EF4-FFF2-40B4-BE49-F238E27FC236}">
                <a16:creationId xmlns:a16="http://schemas.microsoft.com/office/drawing/2014/main" id="{D61338F9-A876-4562-AA08-046AECF986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2796B01-D636-43DF-833A-652755518F80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74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Slide Image Placeholder 1">
            <a:extLst>
              <a:ext uri="{FF2B5EF4-FFF2-40B4-BE49-F238E27FC236}">
                <a16:creationId xmlns:a16="http://schemas.microsoft.com/office/drawing/2014/main" id="{D136B40E-2CF2-4363-857A-5B727312424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6675" name="Notes Placeholder 2">
            <a:extLst>
              <a:ext uri="{FF2B5EF4-FFF2-40B4-BE49-F238E27FC236}">
                <a16:creationId xmlns:a16="http://schemas.microsoft.com/office/drawing/2014/main" id="{E587C920-2205-4BC6-8A1D-27091261454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56676" name="Slide Number Placeholder 3">
            <a:extLst>
              <a:ext uri="{FF2B5EF4-FFF2-40B4-BE49-F238E27FC236}">
                <a16:creationId xmlns:a16="http://schemas.microsoft.com/office/drawing/2014/main" id="{AC07926B-BE4C-445A-9B28-73CBDAD0BF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F181786-9DF9-4D70-A301-D4836FB763BB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75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Slide Image Placeholder 1">
            <a:extLst>
              <a:ext uri="{FF2B5EF4-FFF2-40B4-BE49-F238E27FC236}">
                <a16:creationId xmlns:a16="http://schemas.microsoft.com/office/drawing/2014/main" id="{A0056C01-A70D-4325-AF80-23B3094E78C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8723" name="Notes Placeholder 2">
            <a:extLst>
              <a:ext uri="{FF2B5EF4-FFF2-40B4-BE49-F238E27FC236}">
                <a16:creationId xmlns:a16="http://schemas.microsoft.com/office/drawing/2014/main" id="{9C296E21-9DEC-402B-80C4-0CB4D95FC96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58724" name="Slide Number Placeholder 3">
            <a:extLst>
              <a:ext uri="{FF2B5EF4-FFF2-40B4-BE49-F238E27FC236}">
                <a16:creationId xmlns:a16="http://schemas.microsoft.com/office/drawing/2014/main" id="{45AAB25A-9CB0-475D-A168-D9C6F798B5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B7745E7-18D4-4FF2-8755-6BE490234344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76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Slide Image Placeholder 1">
            <a:extLst>
              <a:ext uri="{FF2B5EF4-FFF2-40B4-BE49-F238E27FC236}">
                <a16:creationId xmlns:a16="http://schemas.microsoft.com/office/drawing/2014/main" id="{CCFCA9EA-645D-4A8F-97EB-069E5595BD6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0771" name="Notes Placeholder 2">
            <a:extLst>
              <a:ext uri="{FF2B5EF4-FFF2-40B4-BE49-F238E27FC236}">
                <a16:creationId xmlns:a16="http://schemas.microsoft.com/office/drawing/2014/main" id="{D49ADFCF-D3C5-4272-95EC-3A45E6F2E6E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60772" name="Slide Number Placeholder 3">
            <a:extLst>
              <a:ext uri="{FF2B5EF4-FFF2-40B4-BE49-F238E27FC236}">
                <a16:creationId xmlns:a16="http://schemas.microsoft.com/office/drawing/2014/main" id="{ACF78A17-D2B5-40F5-81B1-AA2C169F86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04EAD59-A20D-4732-8C8E-3D9B9FFA6B16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77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Slide Image Placeholder 1">
            <a:extLst>
              <a:ext uri="{FF2B5EF4-FFF2-40B4-BE49-F238E27FC236}">
                <a16:creationId xmlns:a16="http://schemas.microsoft.com/office/drawing/2014/main" id="{BD853C98-8E48-4150-8F9F-8C31BE28711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2819" name="Notes Placeholder 2">
            <a:extLst>
              <a:ext uri="{FF2B5EF4-FFF2-40B4-BE49-F238E27FC236}">
                <a16:creationId xmlns:a16="http://schemas.microsoft.com/office/drawing/2014/main" id="{05C9496F-1926-4DD1-9212-134C2CC2390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62820" name="Slide Number Placeholder 3">
            <a:extLst>
              <a:ext uri="{FF2B5EF4-FFF2-40B4-BE49-F238E27FC236}">
                <a16:creationId xmlns:a16="http://schemas.microsoft.com/office/drawing/2014/main" id="{C6FF0594-AB5E-4E64-874C-FFB340A4EF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EF552C7-D996-4538-A8D2-3DC78F884728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78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Slide Image Placeholder 1">
            <a:extLst>
              <a:ext uri="{FF2B5EF4-FFF2-40B4-BE49-F238E27FC236}">
                <a16:creationId xmlns:a16="http://schemas.microsoft.com/office/drawing/2014/main" id="{CFF346D4-AC33-4B8C-9E3D-9BF7C5A1A8C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4867" name="Notes Placeholder 2">
            <a:extLst>
              <a:ext uri="{FF2B5EF4-FFF2-40B4-BE49-F238E27FC236}">
                <a16:creationId xmlns:a16="http://schemas.microsoft.com/office/drawing/2014/main" id="{6B441DA0-68F7-4F34-9055-0A7256B9CC7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64868" name="Slide Number Placeholder 3">
            <a:extLst>
              <a:ext uri="{FF2B5EF4-FFF2-40B4-BE49-F238E27FC236}">
                <a16:creationId xmlns:a16="http://schemas.microsoft.com/office/drawing/2014/main" id="{A2E8BEEC-00D9-44F5-9324-252D3C4D81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5132575-0FD6-4716-95DE-B3B20E1DB239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79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Slide Image Placeholder 1">
            <a:extLst>
              <a:ext uri="{FF2B5EF4-FFF2-40B4-BE49-F238E27FC236}">
                <a16:creationId xmlns:a16="http://schemas.microsoft.com/office/drawing/2014/main" id="{24BCFD3C-5F1D-47B9-8813-85E03F36E41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6915" name="Notes Placeholder 2">
            <a:extLst>
              <a:ext uri="{FF2B5EF4-FFF2-40B4-BE49-F238E27FC236}">
                <a16:creationId xmlns:a16="http://schemas.microsoft.com/office/drawing/2014/main" id="{2E31E440-26B3-4819-B6F4-124EC6CC4BE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66916" name="Slide Number Placeholder 3">
            <a:extLst>
              <a:ext uri="{FF2B5EF4-FFF2-40B4-BE49-F238E27FC236}">
                <a16:creationId xmlns:a16="http://schemas.microsoft.com/office/drawing/2014/main" id="{AEDE1331-A632-414A-808B-1A175A3151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9660477-C582-45B3-AAB8-5211712317EC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80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Slide Image Placeholder 1">
            <a:extLst>
              <a:ext uri="{FF2B5EF4-FFF2-40B4-BE49-F238E27FC236}">
                <a16:creationId xmlns:a16="http://schemas.microsoft.com/office/drawing/2014/main" id="{EB62C78B-B2E9-44DF-8E1A-01EECE41A08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8963" name="Notes Placeholder 2">
            <a:extLst>
              <a:ext uri="{FF2B5EF4-FFF2-40B4-BE49-F238E27FC236}">
                <a16:creationId xmlns:a16="http://schemas.microsoft.com/office/drawing/2014/main" id="{93C8B499-6D6C-4B04-84B2-61930D3488E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68964" name="Slide Number Placeholder 3">
            <a:extLst>
              <a:ext uri="{FF2B5EF4-FFF2-40B4-BE49-F238E27FC236}">
                <a16:creationId xmlns:a16="http://schemas.microsoft.com/office/drawing/2014/main" id="{688021E3-E9D7-4EBE-9FA2-64BA8D8159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4D70EDB-4FF4-43AD-B1A5-D05FB82AD21D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81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Slide Image Placeholder 1">
            <a:extLst>
              <a:ext uri="{FF2B5EF4-FFF2-40B4-BE49-F238E27FC236}">
                <a16:creationId xmlns:a16="http://schemas.microsoft.com/office/drawing/2014/main" id="{879D6A50-EAF8-4D72-A549-DB4057DC310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1011" name="Notes Placeholder 2">
            <a:extLst>
              <a:ext uri="{FF2B5EF4-FFF2-40B4-BE49-F238E27FC236}">
                <a16:creationId xmlns:a16="http://schemas.microsoft.com/office/drawing/2014/main" id="{E3F05714-E53A-42E1-9BD4-5A3DA75C8F8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71012" name="Slide Number Placeholder 3">
            <a:extLst>
              <a:ext uri="{FF2B5EF4-FFF2-40B4-BE49-F238E27FC236}">
                <a16:creationId xmlns:a16="http://schemas.microsoft.com/office/drawing/2014/main" id="{64548275-C9B5-4FFC-80A3-31AE512567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D534499-6C50-482B-AC89-AA57605880CE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82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Slide Image Placeholder 1">
            <a:extLst>
              <a:ext uri="{FF2B5EF4-FFF2-40B4-BE49-F238E27FC236}">
                <a16:creationId xmlns:a16="http://schemas.microsoft.com/office/drawing/2014/main" id="{FF6C2C61-2540-4E52-8E2B-31CA634C2F9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3059" name="Notes Placeholder 2">
            <a:extLst>
              <a:ext uri="{FF2B5EF4-FFF2-40B4-BE49-F238E27FC236}">
                <a16:creationId xmlns:a16="http://schemas.microsoft.com/office/drawing/2014/main" id="{47D50B62-245A-438D-8504-947191CA06A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73060" name="Slide Number Placeholder 3">
            <a:extLst>
              <a:ext uri="{FF2B5EF4-FFF2-40B4-BE49-F238E27FC236}">
                <a16:creationId xmlns:a16="http://schemas.microsoft.com/office/drawing/2014/main" id="{7534983B-F5A4-40D6-97DE-91D796BF4D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BA09AD8-FEB4-4FF1-B7AE-7CB7C1DE7949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83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Slide Image Placeholder 1">
            <a:extLst>
              <a:ext uri="{FF2B5EF4-FFF2-40B4-BE49-F238E27FC236}">
                <a16:creationId xmlns:a16="http://schemas.microsoft.com/office/drawing/2014/main" id="{908F39CB-E823-4B21-ABCE-19F2D7FE1AC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5107" name="Notes Placeholder 2">
            <a:extLst>
              <a:ext uri="{FF2B5EF4-FFF2-40B4-BE49-F238E27FC236}">
                <a16:creationId xmlns:a16="http://schemas.microsoft.com/office/drawing/2014/main" id="{41F2CA89-600E-4E97-B97C-265F81687A5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75108" name="Slide Number Placeholder 3">
            <a:extLst>
              <a:ext uri="{FF2B5EF4-FFF2-40B4-BE49-F238E27FC236}">
                <a16:creationId xmlns:a16="http://schemas.microsoft.com/office/drawing/2014/main" id="{58FB26DD-D576-4BDD-A789-7E3BEB1D33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5E23375-8C13-4C6C-9C4C-3DDD33355201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84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Slide Image Placeholder 1">
            <a:extLst>
              <a:ext uri="{FF2B5EF4-FFF2-40B4-BE49-F238E27FC236}">
                <a16:creationId xmlns:a16="http://schemas.microsoft.com/office/drawing/2014/main" id="{E8359C4A-1586-4FBD-9A49-AC04A327C21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7155" name="Notes Placeholder 2">
            <a:extLst>
              <a:ext uri="{FF2B5EF4-FFF2-40B4-BE49-F238E27FC236}">
                <a16:creationId xmlns:a16="http://schemas.microsoft.com/office/drawing/2014/main" id="{CED11FE9-CB2F-4553-A164-CE74AB6FDF3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77156" name="Slide Number Placeholder 3">
            <a:extLst>
              <a:ext uri="{FF2B5EF4-FFF2-40B4-BE49-F238E27FC236}">
                <a16:creationId xmlns:a16="http://schemas.microsoft.com/office/drawing/2014/main" id="{5805A40D-41CC-45EF-B78A-E0F04B9704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F1F7098-1671-4B30-8DC2-68D0DEEAA1F1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85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Slide Image Placeholder 1">
            <a:extLst>
              <a:ext uri="{FF2B5EF4-FFF2-40B4-BE49-F238E27FC236}">
                <a16:creationId xmlns:a16="http://schemas.microsoft.com/office/drawing/2014/main" id="{76BA976C-829A-4F8D-A491-C7076869C07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9203" name="Notes Placeholder 2">
            <a:extLst>
              <a:ext uri="{FF2B5EF4-FFF2-40B4-BE49-F238E27FC236}">
                <a16:creationId xmlns:a16="http://schemas.microsoft.com/office/drawing/2014/main" id="{F08E81D3-096B-4B70-9BBF-549FAD944D3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79204" name="Slide Number Placeholder 3">
            <a:extLst>
              <a:ext uri="{FF2B5EF4-FFF2-40B4-BE49-F238E27FC236}">
                <a16:creationId xmlns:a16="http://schemas.microsoft.com/office/drawing/2014/main" id="{6F34DF5D-FC7E-4C26-B38E-518BE3A183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F2BEB06-9CAF-4A15-9E58-C59377A8A4B6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86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Slide Image Placeholder 1">
            <a:extLst>
              <a:ext uri="{FF2B5EF4-FFF2-40B4-BE49-F238E27FC236}">
                <a16:creationId xmlns:a16="http://schemas.microsoft.com/office/drawing/2014/main" id="{20D0AB1E-B66B-42A9-B354-6170B10DA41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1251" name="Notes Placeholder 2">
            <a:extLst>
              <a:ext uri="{FF2B5EF4-FFF2-40B4-BE49-F238E27FC236}">
                <a16:creationId xmlns:a16="http://schemas.microsoft.com/office/drawing/2014/main" id="{56707493-ACD5-4D79-B8A1-74A520158F3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81252" name="Slide Number Placeholder 3">
            <a:extLst>
              <a:ext uri="{FF2B5EF4-FFF2-40B4-BE49-F238E27FC236}">
                <a16:creationId xmlns:a16="http://schemas.microsoft.com/office/drawing/2014/main" id="{DA4401D4-3B59-45DC-9AA4-7459009ECD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302C467-C51B-40F9-BB41-ED2A6B91896C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87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Slide Image Placeholder 1">
            <a:extLst>
              <a:ext uri="{FF2B5EF4-FFF2-40B4-BE49-F238E27FC236}">
                <a16:creationId xmlns:a16="http://schemas.microsoft.com/office/drawing/2014/main" id="{FBDC42F1-8775-4A1D-A8FB-4BF48D6E56A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3299" name="Notes Placeholder 2">
            <a:extLst>
              <a:ext uri="{FF2B5EF4-FFF2-40B4-BE49-F238E27FC236}">
                <a16:creationId xmlns:a16="http://schemas.microsoft.com/office/drawing/2014/main" id="{714C6E52-D01A-48A8-A5D3-5146CC13B19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83300" name="Slide Number Placeholder 3">
            <a:extLst>
              <a:ext uri="{FF2B5EF4-FFF2-40B4-BE49-F238E27FC236}">
                <a16:creationId xmlns:a16="http://schemas.microsoft.com/office/drawing/2014/main" id="{162E66ED-E1DE-45BE-9A25-C2289FB474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A3ACB60-FB1F-4326-A889-234FD81D62E4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88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Slide Image Placeholder 1">
            <a:extLst>
              <a:ext uri="{FF2B5EF4-FFF2-40B4-BE49-F238E27FC236}">
                <a16:creationId xmlns:a16="http://schemas.microsoft.com/office/drawing/2014/main" id="{E41A39DD-7D29-417B-B2C1-A30DF9EE3D1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5347" name="Notes Placeholder 2">
            <a:extLst>
              <a:ext uri="{FF2B5EF4-FFF2-40B4-BE49-F238E27FC236}">
                <a16:creationId xmlns:a16="http://schemas.microsoft.com/office/drawing/2014/main" id="{59881D01-4E1C-419D-B896-3F0CF621B3D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85348" name="Slide Number Placeholder 3">
            <a:extLst>
              <a:ext uri="{FF2B5EF4-FFF2-40B4-BE49-F238E27FC236}">
                <a16:creationId xmlns:a16="http://schemas.microsoft.com/office/drawing/2014/main" id="{D13354F3-EFDF-40FF-B0FA-CB250A641A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91EE863-0DDC-4354-9CE2-3C6369200C80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89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Slide Image Placeholder 1">
            <a:extLst>
              <a:ext uri="{FF2B5EF4-FFF2-40B4-BE49-F238E27FC236}">
                <a16:creationId xmlns:a16="http://schemas.microsoft.com/office/drawing/2014/main" id="{0FFECB2B-EC3A-458C-AE42-74ADEE8DA9E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7395" name="Notes Placeholder 2">
            <a:extLst>
              <a:ext uri="{FF2B5EF4-FFF2-40B4-BE49-F238E27FC236}">
                <a16:creationId xmlns:a16="http://schemas.microsoft.com/office/drawing/2014/main" id="{76C3FB85-03DD-4D1C-A74D-9E148668857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87396" name="Slide Number Placeholder 3">
            <a:extLst>
              <a:ext uri="{FF2B5EF4-FFF2-40B4-BE49-F238E27FC236}">
                <a16:creationId xmlns:a16="http://schemas.microsoft.com/office/drawing/2014/main" id="{C120B8AA-5014-46C0-97B7-926642FE43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D056087-F90F-418B-A2D9-1542BD4CCF35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90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Slide Image Placeholder 1">
            <a:extLst>
              <a:ext uri="{FF2B5EF4-FFF2-40B4-BE49-F238E27FC236}">
                <a16:creationId xmlns:a16="http://schemas.microsoft.com/office/drawing/2014/main" id="{FDD68FF5-88AB-48FB-8AC4-DA810B808C0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9443" name="Notes Placeholder 2">
            <a:extLst>
              <a:ext uri="{FF2B5EF4-FFF2-40B4-BE49-F238E27FC236}">
                <a16:creationId xmlns:a16="http://schemas.microsoft.com/office/drawing/2014/main" id="{3D0EA95F-7928-4919-8002-1AC2E2B407E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89444" name="Slide Number Placeholder 3">
            <a:extLst>
              <a:ext uri="{FF2B5EF4-FFF2-40B4-BE49-F238E27FC236}">
                <a16:creationId xmlns:a16="http://schemas.microsoft.com/office/drawing/2014/main" id="{07DBBA0C-3848-4872-AADA-C1D42048FB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C6F29FA-8A23-4309-B6EC-1619A28686B1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91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Slide Image Placeholder 1">
            <a:extLst>
              <a:ext uri="{FF2B5EF4-FFF2-40B4-BE49-F238E27FC236}">
                <a16:creationId xmlns:a16="http://schemas.microsoft.com/office/drawing/2014/main" id="{F57227BF-1E6A-45B2-8B5B-04DBE43F757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1491" name="Notes Placeholder 2">
            <a:extLst>
              <a:ext uri="{FF2B5EF4-FFF2-40B4-BE49-F238E27FC236}">
                <a16:creationId xmlns:a16="http://schemas.microsoft.com/office/drawing/2014/main" id="{2993A15D-8D46-4892-86D6-4B5CAD78EEF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91492" name="Slide Number Placeholder 3">
            <a:extLst>
              <a:ext uri="{FF2B5EF4-FFF2-40B4-BE49-F238E27FC236}">
                <a16:creationId xmlns:a16="http://schemas.microsoft.com/office/drawing/2014/main" id="{31201FAB-000B-48CF-BE07-B257CB61A9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8312A6-688C-4C2C-9A9C-04F6408A0A8A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92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Slide Image Placeholder 1">
            <a:extLst>
              <a:ext uri="{FF2B5EF4-FFF2-40B4-BE49-F238E27FC236}">
                <a16:creationId xmlns:a16="http://schemas.microsoft.com/office/drawing/2014/main" id="{7B9F6D60-811F-4092-A9C8-39E81D39379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3539" name="Notes Placeholder 2">
            <a:extLst>
              <a:ext uri="{FF2B5EF4-FFF2-40B4-BE49-F238E27FC236}">
                <a16:creationId xmlns:a16="http://schemas.microsoft.com/office/drawing/2014/main" id="{27589EDB-9361-4B01-AA9A-AE0CCFE0E23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93540" name="Slide Number Placeholder 3">
            <a:extLst>
              <a:ext uri="{FF2B5EF4-FFF2-40B4-BE49-F238E27FC236}">
                <a16:creationId xmlns:a16="http://schemas.microsoft.com/office/drawing/2014/main" id="{D5545ECA-768E-4F86-9347-734113D912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D3F9CFA-B311-42CE-8B61-B943042784D9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93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Slide Image Placeholder 1">
            <a:extLst>
              <a:ext uri="{FF2B5EF4-FFF2-40B4-BE49-F238E27FC236}">
                <a16:creationId xmlns:a16="http://schemas.microsoft.com/office/drawing/2014/main" id="{9F283B06-8C34-4BC2-91FB-102293EC4F9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5587" name="Notes Placeholder 2">
            <a:extLst>
              <a:ext uri="{FF2B5EF4-FFF2-40B4-BE49-F238E27FC236}">
                <a16:creationId xmlns:a16="http://schemas.microsoft.com/office/drawing/2014/main" id="{1AD0EB7B-6EBD-4664-90B6-DE0201689BB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95588" name="Slide Number Placeholder 3">
            <a:extLst>
              <a:ext uri="{FF2B5EF4-FFF2-40B4-BE49-F238E27FC236}">
                <a16:creationId xmlns:a16="http://schemas.microsoft.com/office/drawing/2014/main" id="{9C728CBD-5BB4-4DE3-87DE-46EF734A53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AA0CADD-4DD4-4F15-8ACF-55361BF76AF5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94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Slide Image Placeholder 1">
            <a:extLst>
              <a:ext uri="{FF2B5EF4-FFF2-40B4-BE49-F238E27FC236}">
                <a16:creationId xmlns:a16="http://schemas.microsoft.com/office/drawing/2014/main" id="{44FE0159-ECC2-40A0-8DFF-DC5D691BEAA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7635" name="Notes Placeholder 2">
            <a:extLst>
              <a:ext uri="{FF2B5EF4-FFF2-40B4-BE49-F238E27FC236}">
                <a16:creationId xmlns:a16="http://schemas.microsoft.com/office/drawing/2014/main" id="{4C4514ED-7E71-41C1-BB32-09A40ABBB64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97636" name="Slide Number Placeholder 3">
            <a:extLst>
              <a:ext uri="{FF2B5EF4-FFF2-40B4-BE49-F238E27FC236}">
                <a16:creationId xmlns:a16="http://schemas.microsoft.com/office/drawing/2014/main" id="{F78070A8-7EF5-4E24-85C1-9598E1F568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71048C8-5619-4265-AE2F-443F53387093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95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Slide Image Placeholder 1">
            <a:extLst>
              <a:ext uri="{FF2B5EF4-FFF2-40B4-BE49-F238E27FC236}">
                <a16:creationId xmlns:a16="http://schemas.microsoft.com/office/drawing/2014/main" id="{0A75EA9A-C673-41FC-8E56-41F54C52D96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9683" name="Notes Placeholder 2">
            <a:extLst>
              <a:ext uri="{FF2B5EF4-FFF2-40B4-BE49-F238E27FC236}">
                <a16:creationId xmlns:a16="http://schemas.microsoft.com/office/drawing/2014/main" id="{57210E06-0DCA-4D31-841A-982B44C8BF4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99684" name="Slide Number Placeholder 3">
            <a:extLst>
              <a:ext uri="{FF2B5EF4-FFF2-40B4-BE49-F238E27FC236}">
                <a16:creationId xmlns:a16="http://schemas.microsoft.com/office/drawing/2014/main" id="{507E6575-D68F-452C-8CFB-B6E3F68817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D925ECA-51F6-47F8-A918-F948906F3EF4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96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Slide Image Placeholder 1">
            <a:extLst>
              <a:ext uri="{FF2B5EF4-FFF2-40B4-BE49-F238E27FC236}">
                <a16:creationId xmlns:a16="http://schemas.microsoft.com/office/drawing/2014/main" id="{38E3F429-81F7-4B65-BCB4-B10F7B14AC2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1731" name="Notes Placeholder 2">
            <a:extLst>
              <a:ext uri="{FF2B5EF4-FFF2-40B4-BE49-F238E27FC236}">
                <a16:creationId xmlns:a16="http://schemas.microsoft.com/office/drawing/2014/main" id="{28131E03-C122-4D22-9AF2-2715D69E388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01732" name="Slide Number Placeholder 3">
            <a:extLst>
              <a:ext uri="{FF2B5EF4-FFF2-40B4-BE49-F238E27FC236}">
                <a16:creationId xmlns:a16="http://schemas.microsoft.com/office/drawing/2014/main" id="{08E10AB0-15E6-4A61-A33B-A1D512C532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B4F1453-21F8-49AE-8E8B-B7375F267B67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97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Slide Image Placeholder 1">
            <a:extLst>
              <a:ext uri="{FF2B5EF4-FFF2-40B4-BE49-F238E27FC236}">
                <a16:creationId xmlns:a16="http://schemas.microsoft.com/office/drawing/2014/main" id="{7049B59B-D0DF-4DB1-8F28-52FB5A028FF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3779" name="Notes Placeholder 2">
            <a:extLst>
              <a:ext uri="{FF2B5EF4-FFF2-40B4-BE49-F238E27FC236}">
                <a16:creationId xmlns:a16="http://schemas.microsoft.com/office/drawing/2014/main" id="{1B89C99F-19C2-45BF-BC0F-4199B19564B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03780" name="Slide Number Placeholder 3">
            <a:extLst>
              <a:ext uri="{FF2B5EF4-FFF2-40B4-BE49-F238E27FC236}">
                <a16:creationId xmlns:a16="http://schemas.microsoft.com/office/drawing/2014/main" id="{3E2B62A9-DF83-4F36-8328-27F8564BDA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47C5FD4-D7B9-4778-A77D-40482360CACE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98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Slide Image Placeholder 1">
            <a:extLst>
              <a:ext uri="{FF2B5EF4-FFF2-40B4-BE49-F238E27FC236}">
                <a16:creationId xmlns:a16="http://schemas.microsoft.com/office/drawing/2014/main" id="{E0E905E4-20D6-4815-924E-A2D203977B6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827" name="Notes Placeholder 2">
            <a:extLst>
              <a:ext uri="{FF2B5EF4-FFF2-40B4-BE49-F238E27FC236}">
                <a16:creationId xmlns:a16="http://schemas.microsoft.com/office/drawing/2014/main" id="{59F55B7A-CDBD-45F8-9D5C-1F7D3E620D5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05828" name="Slide Number Placeholder 3">
            <a:extLst>
              <a:ext uri="{FF2B5EF4-FFF2-40B4-BE49-F238E27FC236}">
                <a16:creationId xmlns:a16="http://schemas.microsoft.com/office/drawing/2014/main" id="{8D465B26-4FB9-4400-A5A0-5C5F890A6D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AC12FFE-E188-4C27-80A8-4F4B4C571EF9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99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Slide Image Placeholder 1">
            <a:extLst>
              <a:ext uri="{FF2B5EF4-FFF2-40B4-BE49-F238E27FC236}">
                <a16:creationId xmlns:a16="http://schemas.microsoft.com/office/drawing/2014/main" id="{D4FDFCA0-31E1-4C6C-A1BA-C103D1B8FEF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7875" name="Notes Placeholder 2">
            <a:extLst>
              <a:ext uri="{FF2B5EF4-FFF2-40B4-BE49-F238E27FC236}">
                <a16:creationId xmlns:a16="http://schemas.microsoft.com/office/drawing/2014/main" id="{8C08E49D-6B3A-46B8-BED5-69382C30FBE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07876" name="Slide Number Placeholder 3">
            <a:extLst>
              <a:ext uri="{FF2B5EF4-FFF2-40B4-BE49-F238E27FC236}">
                <a16:creationId xmlns:a16="http://schemas.microsoft.com/office/drawing/2014/main" id="{AB0E93E7-A0CC-43DC-80F4-D5AEF69D35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B68642F-7CE2-4FEB-B979-58836D1FAD05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100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Slide Image Placeholder 1">
            <a:extLst>
              <a:ext uri="{FF2B5EF4-FFF2-40B4-BE49-F238E27FC236}">
                <a16:creationId xmlns:a16="http://schemas.microsoft.com/office/drawing/2014/main" id="{ED6FD2D8-AFA3-4BC2-8944-769E216887F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9923" name="Notes Placeholder 2">
            <a:extLst>
              <a:ext uri="{FF2B5EF4-FFF2-40B4-BE49-F238E27FC236}">
                <a16:creationId xmlns:a16="http://schemas.microsoft.com/office/drawing/2014/main" id="{C2BF7C58-9E5E-42D8-A5A3-CB2C6FDE317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09924" name="Slide Number Placeholder 3">
            <a:extLst>
              <a:ext uri="{FF2B5EF4-FFF2-40B4-BE49-F238E27FC236}">
                <a16:creationId xmlns:a16="http://schemas.microsoft.com/office/drawing/2014/main" id="{2EB682D2-F430-448F-BE2D-0700576779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F7F4066-25EE-4083-B552-E36326F5A5BA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101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Slide Image Placeholder 1">
            <a:extLst>
              <a:ext uri="{FF2B5EF4-FFF2-40B4-BE49-F238E27FC236}">
                <a16:creationId xmlns:a16="http://schemas.microsoft.com/office/drawing/2014/main" id="{F3D11E7D-D358-45C8-88F5-A6AED004063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1971" name="Notes Placeholder 2">
            <a:extLst>
              <a:ext uri="{FF2B5EF4-FFF2-40B4-BE49-F238E27FC236}">
                <a16:creationId xmlns:a16="http://schemas.microsoft.com/office/drawing/2014/main" id="{4D51D5B4-E1A0-4353-BF4E-2C72728BC6C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11972" name="Slide Number Placeholder 3">
            <a:extLst>
              <a:ext uri="{FF2B5EF4-FFF2-40B4-BE49-F238E27FC236}">
                <a16:creationId xmlns:a16="http://schemas.microsoft.com/office/drawing/2014/main" id="{2DEA21C1-F382-47AF-9ED0-FEF1DE9D21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9EEB6A1-849C-4FB5-A6C6-82930020A565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102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Slide Image Placeholder 1">
            <a:extLst>
              <a:ext uri="{FF2B5EF4-FFF2-40B4-BE49-F238E27FC236}">
                <a16:creationId xmlns:a16="http://schemas.microsoft.com/office/drawing/2014/main" id="{C38555B4-CA82-4889-9A72-2EDA86DB0F4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4019" name="Notes Placeholder 2">
            <a:extLst>
              <a:ext uri="{FF2B5EF4-FFF2-40B4-BE49-F238E27FC236}">
                <a16:creationId xmlns:a16="http://schemas.microsoft.com/office/drawing/2014/main" id="{F1012ADE-6173-4935-A816-3B957A25059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14020" name="Slide Number Placeholder 3">
            <a:extLst>
              <a:ext uri="{FF2B5EF4-FFF2-40B4-BE49-F238E27FC236}">
                <a16:creationId xmlns:a16="http://schemas.microsoft.com/office/drawing/2014/main" id="{21C4CBD2-619E-49F8-B346-02B673A0A4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24B40AE-C377-4705-A878-1DF8A345CDD9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103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Slide Image Placeholder 1">
            <a:extLst>
              <a:ext uri="{FF2B5EF4-FFF2-40B4-BE49-F238E27FC236}">
                <a16:creationId xmlns:a16="http://schemas.microsoft.com/office/drawing/2014/main" id="{E871D52F-1FDC-43C7-9527-A6D74E91B9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6067" name="Notes Placeholder 2">
            <a:extLst>
              <a:ext uri="{FF2B5EF4-FFF2-40B4-BE49-F238E27FC236}">
                <a16:creationId xmlns:a16="http://schemas.microsoft.com/office/drawing/2014/main" id="{BAAB672C-853D-45FF-A9D1-44F2721A70D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16068" name="Slide Number Placeholder 3">
            <a:extLst>
              <a:ext uri="{FF2B5EF4-FFF2-40B4-BE49-F238E27FC236}">
                <a16:creationId xmlns:a16="http://schemas.microsoft.com/office/drawing/2014/main" id="{EE951AC0-29EA-442B-9190-6F6C88FB71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DC20CB4-1F56-44D4-874A-1A64DB2245DD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104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Slide Image Placeholder 1">
            <a:extLst>
              <a:ext uri="{FF2B5EF4-FFF2-40B4-BE49-F238E27FC236}">
                <a16:creationId xmlns:a16="http://schemas.microsoft.com/office/drawing/2014/main" id="{767D7895-8847-499C-B024-2A4DF96CD54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8115" name="Notes Placeholder 2">
            <a:extLst>
              <a:ext uri="{FF2B5EF4-FFF2-40B4-BE49-F238E27FC236}">
                <a16:creationId xmlns:a16="http://schemas.microsoft.com/office/drawing/2014/main" id="{D714F296-A12A-4804-9E71-09D0164B44E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18116" name="Slide Number Placeholder 3">
            <a:extLst>
              <a:ext uri="{FF2B5EF4-FFF2-40B4-BE49-F238E27FC236}">
                <a16:creationId xmlns:a16="http://schemas.microsoft.com/office/drawing/2014/main" id="{E6B9AF3A-670D-478B-BA0F-18C9FCD4A3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FC2937A-977C-4847-B8A4-BA15EEC67431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105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Slide Image Placeholder 1">
            <a:extLst>
              <a:ext uri="{FF2B5EF4-FFF2-40B4-BE49-F238E27FC236}">
                <a16:creationId xmlns:a16="http://schemas.microsoft.com/office/drawing/2014/main" id="{CA4C34E3-2D0B-406E-B859-ED3DF2AE6E7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0163" name="Notes Placeholder 2">
            <a:extLst>
              <a:ext uri="{FF2B5EF4-FFF2-40B4-BE49-F238E27FC236}">
                <a16:creationId xmlns:a16="http://schemas.microsoft.com/office/drawing/2014/main" id="{B35B8272-7307-4220-8147-56985A27F94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20164" name="Slide Number Placeholder 3">
            <a:extLst>
              <a:ext uri="{FF2B5EF4-FFF2-40B4-BE49-F238E27FC236}">
                <a16:creationId xmlns:a16="http://schemas.microsoft.com/office/drawing/2014/main" id="{27C61B8F-1D72-4252-99BD-26E9655297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5EBB085-23AE-4144-9542-726EF7FF15F9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106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Slide Image Placeholder 1">
            <a:extLst>
              <a:ext uri="{FF2B5EF4-FFF2-40B4-BE49-F238E27FC236}">
                <a16:creationId xmlns:a16="http://schemas.microsoft.com/office/drawing/2014/main" id="{B959E71E-23FA-4786-A55A-CA33365C3A4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2211" name="Notes Placeholder 2">
            <a:extLst>
              <a:ext uri="{FF2B5EF4-FFF2-40B4-BE49-F238E27FC236}">
                <a16:creationId xmlns:a16="http://schemas.microsoft.com/office/drawing/2014/main" id="{94C29738-E140-49A5-A081-4FD0D374701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22212" name="Slide Number Placeholder 3">
            <a:extLst>
              <a:ext uri="{FF2B5EF4-FFF2-40B4-BE49-F238E27FC236}">
                <a16:creationId xmlns:a16="http://schemas.microsoft.com/office/drawing/2014/main" id="{AEF0576B-F0BD-4722-9E7D-1637F6A881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9EF67CF-3B44-4A3C-BEB2-40605D22F70F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107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Slide Image Placeholder 1">
            <a:extLst>
              <a:ext uri="{FF2B5EF4-FFF2-40B4-BE49-F238E27FC236}">
                <a16:creationId xmlns:a16="http://schemas.microsoft.com/office/drawing/2014/main" id="{E7F495D1-9575-41B9-9CD7-5D7380511C0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4259" name="Notes Placeholder 2">
            <a:extLst>
              <a:ext uri="{FF2B5EF4-FFF2-40B4-BE49-F238E27FC236}">
                <a16:creationId xmlns:a16="http://schemas.microsoft.com/office/drawing/2014/main" id="{A896055F-DF24-48C4-9B51-141B754CCDA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24260" name="Slide Number Placeholder 3">
            <a:extLst>
              <a:ext uri="{FF2B5EF4-FFF2-40B4-BE49-F238E27FC236}">
                <a16:creationId xmlns:a16="http://schemas.microsoft.com/office/drawing/2014/main" id="{F2B6398A-5901-460E-ACF5-C59117237D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AB92688-68BE-4B18-ABD6-A7909CBF728D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108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Slide Image Placeholder 1">
            <a:extLst>
              <a:ext uri="{FF2B5EF4-FFF2-40B4-BE49-F238E27FC236}">
                <a16:creationId xmlns:a16="http://schemas.microsoft.com/office/drawing/2014/main" id="{A59E2676-EBA6-439D-8944-6EB7E38793C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6307" name="Notes Placeholder 2">
            <a:extLst>
              <a:ext uri="{FF2B5EF4-FFF2-40B4-BE49-F238E27FC236}">
                <a16:creationId xmlns:a16="http://schemas.microsoft.com/office/drawing/2014/main" id="{7AA65641-A4D3-4A36-B871-513347BCF65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26308" name="Slide Number Placeholder 3">
            <a:extLst>
              <a:ext uri="{FF2B5EF4-FFF2-40B4-BE49-F238E27FC236}">
                <a16:creationId xmlns:a16="http://schemas.microsoft.com/office/drawing/2014/main" id="{17728576-3D03-49F6-AFEB-C66889975A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11E239C-CC1A-4F88-BF91-C2836C9CA860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109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Slide Image Placeholder 1">
            <a:extLst>
              <a:ext uri="{FF2B5EF4-FFF2-40B4-BE49-F238E27FC236}">
                <a16:creationId xmlns:a16="http://schemas.microsoft.com/office/drawing/2014/main" id="{82CB9DEB-7E7A-48CF-9D81-F2DD686DFC5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8355" name="Notes Placeholder 2">
            <a:extLst>
              <a:ext uri="{FF2B5EF4-FFF2-40B4-BE49-F238E27FC236}">
                <a16:creationId xmlns:a16="http://schemas.microsoft.com/office/drawing/2014/main" id="{75B0F0DD-F432-4AC0-964E-5C07CAF7865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28356" name="Slide Number Placeholder 3">
            <a:extLst>
              <a:ext uri="{FF2B5EF4-FFF2-40B4-BE49-F238E27FC236}">
                <a16:creationId xmlns:a16="http://schemas.microsoft.com/office/drawing/2014/main" id="{BA807DEF-D6AC-4E4C-9856-CBE6BBC04C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1390386-D0A7-4325-B304-A15C48F31D60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110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Slide Image Placeholder 1">
            <a:extLst>
              <a:ext uri="{FF2B5EF4-FFF2-40B4-BE49-F238E27FC236}">
                <a16:creationId xmlns:a16="http://schemas.microsoft.com/office/drawing/2014/main" id="{3DFE22D8-B667-4DA8-B80A-99B961B0BBB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0403" name="Notes Placeholder 2">
            <a:extLst>
              <a:ext uri="{FF2B5EF4-FFF2-40B4-BE49-F238E27FC236}">
                <a16:creationId xmlns:a16="http://schemas.microsoft.com/office/drawing/2014/main" id="{1C9D7DBA-54B3-4020-9B97-AE93A85D86B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30404" name="Slide Number Placeholder 3">
            <a:extLst>
              <a:ext uri="{FF2B5EF4-FFF2-40B4-BE49-F238E27FC236}">
                <a16:creationId xmlns:a16="http://schemas.microsoft.com/office/drawing/2014/main" id="{3C91F95B-46E8-42DE-8C89-71A6CEA561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686B275-BE53-41AF-841F-3C744B1C86C3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111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Slide Image Placeholder 1">
            <a:extLst>
              <a:ext uri="{FF2B5EF4-FFF2-40B4-BE49-F238E27FC236}">
                <a16:creationId xmlns:a16="http://schemas.microsoft.com/office/drawing/2014/main" id="{B56D90BA-0F4B-49DC-A097-50429575AED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2451" name="Notes Placeholder 2">
            <a:extLst>
              <a:ext uri="{FF2B5EF4-FFF2-40B4-BE49-F238E27FC236}">
                <a16:creationId xmlns:a16="http://schemas.microsoft.com/office/drawing/2014/main" id="{D1F0D40E-BCC9-4628-9E2C-8A8D0DE4C14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32452" name="Slide Number Placeholder 3">
            <a:extLst>
              <a:ext uri="{FF2B5EF4-FFF2-40B4-BE49-F238E27FC236}">
                <a16:creationId xmlns:a16="http://schemas.microsoft.com/office/drawing/2014/main" id="{42693DB1-D039-4C34-8EE5-0F3F14D88C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92088F5-D9B0-403A-A3C0-B93FBEDFB903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112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Slide Image Placeholder 1">
            <a:extLst>
              <a:ext uri="{FF2B5EF4-FFF2-40B4-BE49-F238E27FC236}">
                <a16:creationId xmlns:a16="http://schemas.microsoft.com/office/drawing/2014/main" id="{65FAEC67-5036-4758-BA76-2B423D36252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4499" name="Notes Placeholder 2">
            <a:extLst>
              <a:ext uri="{FF2B5EF4-FFF2-40B4-BE49-F238E27FC236}">
                <a16:creationId xmlns:a16="http://schemas.microsoft.com/office/drawing/2014/main" id="{E482897C-FA32-45CB-AFEE-F23E370BBF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34500" name="Slide Number Placeholder 3">
            <a:extLst>
              <a:ext uri="{FF2B5EF4-FFF2-40B4-BE49-F238E27FC236}">
                <a16:creationId xmlns:a16="http://schemas.microsoft.com/office/drawing/2014/main" id="{F474809D-6CF7-4F05-892D-591FB1D15C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861A5D6-3CA1-4DD1-A1BF-E475FF207F90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113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Slide Image Placeholder 1">
            <a:extLst>
              <a:ext uri="{FF2B5EF4-FFF2-40B4-BE49-F238E27FC236}">
                <a16:creationId xmlns:a16="http://schemas.microsoft.com/office/drawing/2014/main" id="{9F47959F-7DE5-4BFE-9378-D88883A4E67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6547" name="Notes Placeholder 2">
            <a:extLst>
              <a:ext uri="{FF2B5EF4-FFF2-40B4-BE49-F238E27FC236}">
                <a16:creationId xmlns:a16="http://schemas.microsoft.com/office/drawing/2014/main" id="{9FC275A6-0D3D-4E09-9A88-9644667EA61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36548" name="Slide Number Placeholder 3">
            <a:extLst>
              <a:ext uri="{FF2B5EF4-FFF2-40B4-BE49-F238E27FC236}">
                <a16:creationId xmlns:a16="http://schemas.microsoft.com/office/drawing/2014/main" id="{CD958B10-47E5-4F4E-AD82-D67837C07C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6F9F694-0B17-4BF5-A55A-25842B8BB15C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114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Slide Image Placeholder 1">
            <a:extLst>
              <a:ext uri="{FF2B5EF4-FFF2-40B4-BE49-F238E27FC236}">
                <a16:creationId xmlns:a16="http://schemas.microsoft.com/office/drawing/2014/main" id="{BB32B088-B2E0-4968-9726-E7A32A8FD67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8595" name="Notes Placeholder 2">
            <a:extLst>
              <a:ext uri="{FF2B5EF4-FFF2-40B4-BE49-F238E27FC236}">
                <a16:creationId xmlns:a16="http://schemas.microsoft.com/office/drawing/2014/main" id="{44FF29FF-BC32-4191-AAB4-67BE1C14EE4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38596" name="Slide Number Placeholder 3">
            <a:extLst>
              <a:ext uri="{FF2B5EF4-FFF2-40B4-BE49-F238E27FC236}">
                <a16:creationId xmlns:a16="http://schemas.microsoft.com/office/drawing/2014/main" id="{2990A79F-E02E-4AD8-B97B-4BB2535BD9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FF36CB4-7552-493D-9CF6-3EBA933B4B2D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115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Slide Image Placeholder 1">
            <a:extLst>
              <a:ext uri="{FF2B5EF4-FFF2-40B4-BE49-F238E27FC236}">
                <a16:creationId xmlns:a16="http://schemas.microsoft.com/office/drawing/2014/main" id="{D8D3D88F-CE42-4024-B583-AAF4E5D4BEF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0643" name="Notes Placeholder 2">
            <a:extLst>
              <a:ext uri="{FF2B5EF4-FFF2-40B4-BE49-F238E27FC236}">
                <a16:creationId xmlns:a16="http://schemas.microsoft.com/office/drawing/2014/main" id="{B4E41670-DB11-41BB-A709-062B00A66A8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40644" name="Slide Number Placeholder 3">
            <a:extLst>
              <a:ext uri="{FF2B5EF4-FFF2-40B4-BE49-F238E27FC236}">
                <a16:creationId xmlns:a16="http://schemas.microsoft.com/office/drawing/2014/main" id="{4CF8DB21-F285-410C-9FAA-75296E30BF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C5A7A47-39F1-453D-A535-7740BC9886D5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116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0" name="Slide Image Placeholder 1">
            <a:extLst>
              <a:ext uri="{FF2B5EF4-FFF2-40B4-BE49-F238E27FC236}">
                <a16:creationId xmlns:a16="http://schemas.microsoft.com/office/drawing/2014/main" id="{084DA6A3-859A-4167-BD50-01224E792B4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2691" name="Notes Placeholder 2">
            <a:extLst>
              <a:ext uri="{FF2B5EF4-FFF2-40B4-BE49-F238E27FC236}">
                <a16:creationId xmlns:a16="http://schemas.microsoft.com/office/drawing/2014/main" id="{CEDAFF50-7713-449B-9C07-1781A64F96D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42692" name="Slide Number Placeholder 3">
            <a:extLst>
              <a:ext uri="{FF2B5EF4-FFF2-40B4-BE49-F238E27FC236}">
                <a16:creationId xmlns:a16="http://schemas.microsoft.com/office/drawing/2014/main" id="{E4FCFFD3-3A01-43A1-909F-5C87D09001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6770B24-1C84-48FE-A676-36DE91B277E1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117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Slide Image Placeholder 1">
            <a:extLst>
              <a:ext uri="{FF2B5EF4-FFF2-40B4-BE49-F238E27FC236}">
                <a16:creationId xmlns:a16="http://schemas.microsoft.com/office/drawing/2014/main" id="{CEC8737B-7A9C-454D-A283-7E51E54B076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4739" name="Notes Placeholder 2">
            <a:extLst>
              <a:ext uri="{FF2B5EF4-FFF2-40B4-BE49-F238E27FC236}">
                <a16:creationId xmlns:a16="http://schemas.microsoft.com/office/drawing/2014/main" id="{CE52E6E4-5D19-46F1-9795-73AE8705083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44740" name="Slide Number Placeholder 3">
            <a:extLst>
              <a:ext uri="{FF2B5EF4-FFF2-40B4-BE49-F238E27FC236}">
                <a16:creationId xmlns:a16="http://schemas.microsoft.com/office/drawing/2014/main" id="{A00D95E4-785D-4365-BF0A-A54F70E776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B7652D6-616E-4DD0-8D53-678B1CF0A063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118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Slide Image Placeholder 1">
            <a:extLst>
              <a:ext uri="{FF2B5EF4-FFF2-40B4-BE49-F238E27FC236}">
                <a16:creationId xmlns:a16="http://schemas.microsoft.com/office/drawing/2014/main" id="{0F287F2E-F728-48A3-9CAD-E4A250564DB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6787" name="Notes Placeholder 2">
            <a:extLst>
              <a:ext uri="{FF2B5EF4-FFF2-40B4-BE49-F238E27FC236}">
                <a16:creationId xmlns:a16="http://schemas.microsoft.com/office/drawing/2014/main" id="{5833FC91-EC23-4D36-99CA-86EDFC9BB86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46788" name="Slide Number Placeholder 3">
            <a:extLst>
              <a:ext uri="{FF2B5EF4-FFF2-40B4-BE49-F238E27FC236}">
                <a16:creationId xmlns:a16="http://schemas.microsoft.com/office/drawing/2014/main" id="{8DA9642B-F14D-47DA-81D0-A227249F74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F2F97EE-A551-46EF-BC3C-D8AF70E3F48B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119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4" name="Slide Image Placeholder 1">
            <a:extLst>
              <a:ext uri="{FF2B5EF4-FFF2-40B4-BE49-F238E27FC236}">
                <a16:creationId xmlns:a16="http://schemas.microsoft.com/office/drawing/2014/main" id="{C9AD0878-8EB0-40A5-91E2-05AE15C263B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8835" name="Notes Placeholder 2">
            <a:extLst>
              <a:ext uri="{FF2B5EF4-FFF2-40B4-BE49-F238E27FC236}">
                <a16:creationId xmlns:a16="http://schemas.microsoft.com/office/drawing/2014/main" id="{87D7037D-1B6A-4BFE-8BE2-65C87516FF0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48836" name="Slide Number Placeholder 3">
            <a:extLst>
              <a:ext uri="{FF2B5EF4-FFF2-40B4-BE49-F238E27FC236}">
                <a16:creationId xmlns:a16="http://schemas.microsoft.com/office/drawing/2014/main" id="{9B4B4CDF-9AC8-459A-B73D-FB6468878D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5734AA1-6608-4F9A-9B8B-1E3B3985331E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120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Slide Image Placeholder 1">
            <a:extLst>
              <a:ext uri="{FF2B5EF4-FFF2-40B4-BE49-F238E27FC236}">
                <a16:creationId xmlns:a16="http://schemas.microsoft.com/office/drawing/2014/main" id="{61879FAC-D943-49F9-A6C3-D02DEF079DC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0883" name="Notes Placeholder 2">
            <a:extLst>
              <a:ext uri="{FF2B5EF4-FFF2-40B4-BE49-F238E27FC236}">
                <a16:creationId xmlns:a16="http://schemas.microsoft.com/office/drawing/2014/main" id="{295EA908-D9EE-42CE-B249-A2C7F2EC976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50884" name="Slide Number Placeholder 3">
            <a:extLst>
              <a:ext uri="{FF2B5EF4-FFF2-40B4-BE49-F238E27FC236}">
                <a16:creationId xmlns:a16="http://schemas.microsoft.com/office/drawing/2014/main" id="{270AE732-8597-4DCE-89A5-FBA3F1AE70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4163A1C-F65F-4367-B6E7-B10B12E16E48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121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Slide Image Placeholder 1">
            <a:extLst>
              <a:ext uri="{FF2B5EF4-FFF2-40B4-BE49-F238E27FC236}">
                <a16:creationId xmlns:a16="http://schemas.microsoft.com/office/drawing/2014/main" id="{8D795F79-7C6D-41ED-B8EA-4FD691F3CC5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2931" name="Notes Placeholder 2">
            <a:extLst>
              <a:ext uri="{FF2B5EF4-FFF2-40B4-BE49-F238E27FC236}">
                <a16:creationId xmlns:a16="http://schemas.microsoft.com/office/drawing/2014/main" id="{F297BC4E-7F34-4149-9851-E2E99008113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52932" name="Slide Number Placeholder 3">
            <a:extLst>
              <a:ext uri="{FF2B5EF4-FFF2-40B4-BE49-F238E27FC236}">
                <a16:creationId xmlns:a16="http://schemas.microsoft.com/office/drawing/2014/main" id="{0DE7C07C-8EB0-4360-8BB1-310A4A3800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E783E64-255C-4883-B2AA-A149DB13EE9A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122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8" name="Slide Image Placeholder 1">
            <a:extLst>
              <a:ext uri="{FF2B5EF4-FFF2-40B4-BE49-F238E27FC236}">
                <a16:creationId xmlns:a16="http://schemas.microsoft.com/office/drawing/2014/main" id="{119BC56C-C581-4CA8-9B97-05E76A33436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4979" name="Notes Placeholder 2">
            <a:extLst>
              <a:ext uri="{FF2B5EF4-FFF2-40B4-BE49-F238E27FC236}">
                <a16:creationId xmlns:a16="http://schemas.microsoft.com/office/drawing/2014/main" id="{B6ECE7AE-E9F9-49B3-BA28-05D7439D25A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54980" name="Slide Number Placeholder 3">
            <a:extLst>
              <a:ext uri="{FF2B5EF4-FFF2-40B4-BE49-F238E27FC236}">
                <a16:creationId xmlns:a16="http://schemas.microsoft.com/office/drawing/2014/main" id="{BEE92EAE-6B84-4FC7-8591-8ECDA1CBD1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C8D6DA0-85DC-4290-A540-D78BFF02DFE1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123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26" name="Slide Image Placeholder 1">
            <a:extLst>
              <a:ext uri="{FF2B5EF4-FFF2-40B4-BE49-F238E27FC236}">
                <a16:creationId xmlns:a16="http://schemas.microsoft.com/office/drawing/2014/main" id="{D13FC441-8A76-47ED-A1EA-51A37A5A396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7027" name="Notes Placeholder 2">
            <a:extLst>
              <a:ext uri="{FF2B5EF4-FFF2-40B4-BE49-F238E27FC236}">
                <a16:creationId xmlns:a16="http://schemas.microsoft.com/office/drawing/2014/main" id="{135D5386-0DBA-4178-85AD-B7E25A1B80F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57028" name="Slide Number Placeholder 3">
            <a:extLst>
              <a:ext uri="{FF2B5EF4-FFF2-40B4-BE49-F238E27FC236}">
                <a16:creationId xmlns:a16="http://schemas.microsoft.com/office/drawing/2014/main" id="{F2725169-C7C6-4CA2-AEF0-1A799D051F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8A8C640-3E6A-4D78-AF3F-65C37D90BFE6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124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Slide Image Placeholder 1">
            <a:extLst>
              <a:ext uri="{FF2B5EF4-FFF2-40B4-BE49-F238E27FC236}">
                <a16:creationId xmlns:a16="http://schemas.microsoft.com/office/drawing/2014/main" id="{0213EE70-70AD-4A66-8F8A-81E6E711CB0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9075" name="Notes Placeholder 2">
            <a:extLst>
              <a:ext uri="{FF2B5EF4-FFF2-40B4-BE49-F238E27FC236}">
                <a16:creationId xmlns:a16="http://schemas.microsoft.com/office/drawing/2014/main" id="{DECDBDC7-44DF-43B7-B749-E0B71895BDB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59076" name="Slide Number Placeholder 3">
            <a:extLst>
              <a:ext uri="{FF2B5EF4-FFF2-40B4-BE49-F238E27FC236}">
                <a16:creationId xmlns:a16="http://schemas.microsoft.com/office/drawing/2014/main" id="{51416A2F-C40A-482F-9080-EABAFEE479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F6BACBE-86E8-4455-8A09-052C4334678C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125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2" name="Slide Image Placeholder 1">
            <a:extLst>
              <a:ext uri="{FF2B5EF4-FFF2-40B4-BE49-F238E27FC236}">
                <a16:creationId xmlns:a16="http://schemas.microsoft.com/office/drawing/2014/main" id="{66ED41C9-FAFB-40E4-9012-01CA5A14339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1123" name="Notes Placeholder 2">
            <a:extLst>
              <a:ext uri="{FF2B5EF4-FFF2-40B4-BE49-F238E27FC236}">
                <a16:creationId xmlns:a16="http://schemas.microsoft.com/office/drawing/2014/main" id="{DAAFDF5E-4874-476D-B01A-52C21B49833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61124" name="Slide Number Placeholder 3">
            <a:extLst>
              <a:ext uri="{FF2B5EF4-FFF2-40B4-BE49-F238E27FC236}">
                <a16:creationId xmlns:a16="http://schemas.microsoft.com/office/drawing/2014/main" id="{02DD52FC-E83E-4ED9-9295-401D451571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3F93301-93DB-4B45-B9F2-0DF1CF304DF5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126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0" name="Slide Image Placeholder 1">
            <a:extLst>
              <a:ext uri="{FF2B5EF4-FFF2-40B4-BE49-F238E27FC236}">
                <a16:creationId xmlns:a16="http://schemas.microsoft.com/office/drawing/2014/main" id="{592C03F0-FCFC-48E6-A6AA-78F459E2554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3171" name="Notes Placeholder 2">
            <a:extLst>
              <a:ext uri="{FF2B5EF4-FFF2-40B4-BE49-F238E27FC236}">
                <a16:creationId xmlns:a16="http://schemas.microsoft.com/office/drawing/2014/main" id="{9ACA9D46-C914-4DF8-B9FF-3040B244D18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63172" name="Slide Number Placeholder 3">
            <a:extLst>
              <a:ext uri="{FF2B5EF4-FFF2-40B4-BE49-F238E27FC236}">
                <a16:creationId xmlns:a16="http://schemas.microsoft.com/office/drawing/2014/main" id="{7CE2C83A-E893-4157-B665-2631A07B07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ACFB4AD-1100-41B6-82DD-4FDB6F21FBFE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127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18" name="Slide Image Placeholder 1">
            <a:extLst>
              <a:ext uri="{FF2B5EF4-FFF2-40B4-BE49-F238E27FC236}">
                <a16:creationId xmlns:a16="http://schemas.microsoft.com/office/drawing/2014/main" id="{C4A40D19-A373-4D53-B24F-6CDB65B46DC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5219" name="Notes Placeholder 2">
            <a:extLst>
              <a:ext uri="{FF2B5EF4-FFF2-40B4-BE49-F238E27FC236}">
                <a16:creationId xmlns:a16="http://schemas.microsoft.com/office/drawing/2014/main" id="{210FB79E-1EED-4CCC-9DE0-C39F75EE1E6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65220" name="Slide Number Placeholder 3">
            <a:extLst>
              <a:ext uri="{FF2B5EF4-FFF2-40B4-BE49-F238E27FC236}">
                <a16:creationId xmlns:a16="http://schemas.microsoft.com/office/drawing/2014/main" id="{3DCC6923-CCC2-4FA3-B8AF-1CCBD513E3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509C5FD-A4B5-4B36-BBD5-AB4143D9BECA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128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Slide Image Placeholder 1">
            <a:extLst>
              <a:ext uri="{FF2B5EF4-FFF2-40B4-BE49-F238E27FC236}">
                <a16:creationId xmlns:a16="http://schemas.microsoft.com/office/drawing/2014/main" id="{3BD33822-8A50-48AE-BE03-3A2A2C51DBB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7267" name="Notes Placeholder 2">
            <a:extLst>
              <a:ext uri="{FF2B5EF4-FFF2-40B4-BE49-F238E27FC236}">
                <a16:creationId xmlns:a16="http://schemas.microsoft.com/office/drawing/2014/main" id="{6002B6EE-713D-47F9-B118-A66E5A7C08E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67268" name="Slide Number Placeholder 3">
            <a:extLst>
              <a:ext uri="{FF2B5EF4-FFF2-40B4-BE49-F238E27FC236}">
                <a16:creationId xmlns:a16="http://schemas.microsoft.com/office/drawing/2014/main" id="{5771D634-310F-449D-B97B-02EC611321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A678697-95A6-48AB-8C2B-B2266F7FECC3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129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4" name="Slide Image Placeholder 1">
            <a:extLst>
              <a:ext uri="{FF2B5EF4-FFF2-40B4-BE49-F238E27FC236}">
                <a16:creationId xmlns:a16="http://schemas.microsoft.com/office/drawing/2014/main" id="{41BEB6CC-187C-4258-BA77-2A92172867A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9315" name="Notes Placeholder 2">
            <a:extLst>
              <a:ext uri="{FF2B5EF4-FFF2-40B4-BE49-F238E27FC236}">
                <a16:creationId xmlns:a16="http://schemas.microsoft.com/office/drawing/2014/main" id="{EF4DE9DA-BD53-43CB-BFE4-316165C1088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69316" name="Slide Number Placeholder 3">
            <a:extLst>
              <a:ext uri="{FF2B5EF4-FFF2-40B4-BE49-F238E27FC236}">
                <a16:creationId xmlns:a16="http://schemas.microsoft.com/office/drawing/2014/main" id="{2E8F6AD3-B7C4-419E-AC12-32C773F0C5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4751368-11EF-4A88-ACA3-AC42101B9037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130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Slide Image Placeholder 1">
            <a:extLst>
              <a:ext uri="{FF2B5EF4-FFF2-40B4-BE49-F238E27FC236}">
                <a16:creationId xmlns:a16="http://schemas.microsoft.com/office/drawing/2014/main" id="{EDE1F66A-1378-483C-B410-7286142611E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1363" name="Notes Placeholder 2">
            <a:extLst>
              <a:ext uri="{FF2B5EF4-FFF2-40B4-BE49-F238E27FC236}">
                <a16:creationId xmlns:a16="http://schemas.microsoft.com/office/drawing/2014/main" id="{FE4FEB25-41E0-4CFA-B057-E29EA2213E0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71364" name="Slide Number Placeholder 3">
            <a:extLst>
              <a:ext uri="{FF2B5EF4-FFF2-40B4-BE49-F238E27FC236}">
                <a16:creationId xmlns:a16="http://schemas.microsoft.com/office/drawing/2014/main" id="{C2663FF9-893F-423F-B3E7-CDD37C8FB7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697BF32-4EA4-40A1-AACF-9894AFA4298C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131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Slide Image Placeholder 1">
            <a:extLst>
              <a:ext uri="{FF2B5EF4-FFF2-40B4-BE49-F238E27FC236}">
                <a16:creationId xmlns:a16="http://schemas.microsoft.com/office/drawing/2014/main" id="{719C4F3A-E289-4E52-BC15-8B0D2C3C94E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3411" name="Notes Placeholder 2">
            <a:extLst>
              <a:ext uri="{FF2B5EF4-FFF2-40B4-BE49-F238E27FC236}">
                <a16:creationId xmlns:a16="http://schemas.microsoft.com/office/drawing/2014/main" id="{BE4FDA78-5EE6-416C-BDB5-66FF499547C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73412" name="Slide Number Placeholder 3">
            <a:extLst>
              <a:ext uri="{FF2B5EF4-FFF2-40B4-BE49-F238E27FC236}">
                <a16:creationId xmlns:a16="http://schemas.microsoft.com/office/drawing/2014/main" id="{9D2243E6-4A38-440C-AB1B-52B62E0718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D65F0C6-D9CD-4B6B-A05E-701B577168ED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132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Slide Image Placeholder 1">
            <a:extLst>
              <a:ext uri="{FF2B5EF4-FFF2-40B4-BE49-F238E27FC236}">
                <a16:creationId xmlns:a16="http://schemas.microsoft.com/office/drawing/2014/main" id="{3CCD6820-1683-4084-AB16-BF792C4121F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5459" name="Notes Placeholder 2">
            <a:extLst>
              <a:ext uri="{FF2B5EF4-FFF2-40B4-BE49-F238E27FC236}">
                <a16:creationId xmlns:a16="http://schemas.microsoft.com/office/drawing/2014/main" id="{2AF29898-BA25-4567-BD1E-C14F0BFA8CF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75460" name="Slide Number Placeholder 3">
            <a:extLst>
              <a:ext uri="{FF2B5EF4-FFF2-40B4-BE49-F238E27FC236}">
                <a16:creationId xmlns:a16="http://schemas.microsoft.com/office/drawing/2014/main" id="{E9CD014E-DE03-4626-AC31-18BDE4B649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CA5EC8A-40F1-4849-B632-FF9A0ED9F8B0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133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06" name="Slide Image Placeholder 1">
            <a:extLst>
              <a:ext uri="{FF2B5EF4-FFF2-40B4-BE49-F238E27FC236}">
                <a16:creationId xmlns:a16="http://schemas.microsoft.com/office/drawing/2014/main" id="{80D3ADF3-431F-472F-8FED-7159830C7C9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7507" name="Notes Placeholder 2">
            <a:extLst>
              <a:ext uri="{FF2B5EF4-FFF2-40B4-BE49-F238E27FC236}">
                <a16:creationId xmlns:a16="http://schemas.microsoft.com/office/drawing/2014/main" id="{BC73DF33-A670-43B0-A46F-3F37D9FAB03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77508" name="Slide Number Placeholder 3">
            <a:extLst>
              <a:ext uri="{FF2B5EF4-FFF2-40B4-BE49-F238E27FC236}">
                <a16:creationId xmlns:a16="http://schemas.microsoft.com/office/drawing/2014/main" id="{95C738EB-F56B-4399-99BD-E4D2C96025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C66F2CF-B669-4454-8A6F-41EAB8359D92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134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54" name="Slide Image Placeholder 1">
            <a:extLst>
              <a:ext uri="{FF2B5EF4-FFF2-40B4-BE49-F238E27FC236}">
                <a16:creationId xmlns:a16="http://schemas.microsoft.com/office/drawing/2014/main" id="{0EC6A709-7493-4EC5-8A19-148A83428B6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9555" name="Notes Placeholder 2">
            <a:extLst>
              <a:ext uri="{FF2B5EF4-FFF2-40B4-BE49-F238E27FC236}">
                <a16:creationId xmlns:a16="http://schemas.microsoft.com/office/drawing/2014/main" id="{C3883AB7-DA7B-4792-B8ED-2B4787E741A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79556" name="Slide Number Placeholder 3">
            <a:extLst>
              <a:ext uri="{FF2B5EF4-FFF2-40B4-BE49-F238E27FC236}">
                <a16:creationId xmlns:a16="http://schemas.microsoft.com/office/drawing/2014/main" id="{C507A179-8A04-4A4B-9C55-2E17DC1A77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806C632-EAF4-4F46-82C1-AA6F076EA7A0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135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602" name="Slide Image Placeholder 1">
            <a:extLst>
              <a:ext uri="{FF2B5EF4-FFF2-40B4-BE49-F238E27FC236}">
                <a16:creationId xmlns:a16="http://schemas.microsoft.com/office/drawing/2014/main" id="{C9F3A567-7E91-4512-B94A-B4F7DDE5FB0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1603" name="Notes Placeholder 2">
            <a:extLst>
              <a:ext uri="{FF2B5EF4-FFF2-40B4-BE49-F238E27FC236}">
                <a16:creationId xmlns:a16="http://schemas.microsoft.com/office/drawing/2014/main" id="{36D5606D-1FCC-4B87-AA67-1E934E6F2E9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81604" name="Slide Number Placeholder 3">
            <a:extLst>
              <a:ext uri="{FF2B5EF4-FFF2-40B4-BE49-F238E27FC236}">
                <a16:creationId xmlns:a16="http://schemas.microsoft.com/office/drawing/2014/main" id="{82E1EBDE-003E-49BA-BC34-4ECE9AB0D2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3316BAB-7518-4728-B8F8-23A4939E24A2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136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50" name="Slide Image Placeholder 1">
            <a:extLst>
              <a:ext uri="{FF2B5EF4-FFF2-40B4-BE49-F238E27FC236}">
                <a16:creationId xmlns:a16="http://schemas.microsoft.com/office/drawing/2014/main" id="{52826DFE-EA41-4DD5-9411-356069DB3C8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3651" name="Notes Placeholder 2">
            <a:extLst>
              <a:ext uri="{FF2B5EF4-FFF2-40B4-BE49-F238E27FC236}">
                <a16:creationId xmlns:a16="http://schemas.microsoft.com/office/drawing/2014/main" id="{C3A51421-7942-4B12-8134-C6222C7FD65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83652" name="Slide Number Placeholder 3">
            <a:extLst>
              <a:ext uri="{FF2B5EF4-FFF2-40B4-BE49-F238E27FC236}">
                <a16:creationId xmlns:a16="http://schemas.microsoft.com/office/drawing/2014/main" id="{06A16F6C-C967-4BA5-9301-93E90760A8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940FFDD-EA5A-4F23-A14E-B52B54680C63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137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8" name="Slide Image Placeholder 1">
            <a:extLst>
              <a:ext uri="{FF2B5EF4-FFF2-40B4-BE49-F238E27FC236}">
                <a16:creationId xmlns:a16="http://schemas.microsoft.com/office/drawing/2014/main" id="{F9CA54D2-3F83-4960-A966-EA1DFAAE153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5699" name="Notes Placeholder 2">
            <a:extLst>
              <a:ext uri="{FF2B5EF4-FFF2-40B4-BE49-F238E27FC236}">
                <a16:creationId xmlns:a16="http://schemas.microsoft.com/office/drawing/2014/main" id="{968DC104-7EB1-4D31-9ECE-29BCC90409B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85700" name="Slide Number Placeholder 3">
            <a:extLst>
              <a:ext uri="{FF2B5EF4-FFF2-40B4-BE49-F238E27FC236}">
                <a16:creationId xmlns:a16="http://schemas.microsoft.com/office/drawing/2014/main" id="{22E1ACF2-5BDB-417A-8661-FCF2ECD8C9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FD8E225-616E-4BDD-80DF-A83714FC2405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138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46" name="Slide Image Placeholder 1">
            <a:extLst>
              <a:ext uri="{FF2B5EF4-FFF2-40B4-BE49-F238E27FC236}">
                <a16:creationId xmlns:a16="http://schemas.microsoft.com/office/drawing/2014/main" id="{F39CE930-A409-4D77-80C7-221B33D0F2B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7747" name="Notes Placeholder 2">
            <a:extLst>
              <a:ext uri="{FF2B5EF4-FFF2-40B4-BE49-F238E27FC236}">
                <a16:creationId xmlns:a16="http://schemas.microsoft.com/office/drawing/2014/main" id="{1AE078E2-5689-4556-BEDD-33D2D4DF87B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87748" name="Slide Number Placeholder 3">
            <a:extLst>
              <a:ext uri="{FF2B5EF4-FFF2-40B4-BE49-F238E27FC236}">
                <a16:creationId xmlns:a16="http://schemas.microsoft.com/office/drawing/2014/main" id="{14706338-1801-4944-86CF-B006FC320B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7CB730-7C66-4E18-A022-68531D711469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139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94" name="Slide Image Placeholder 1">
            <a:extLst>
              <a:ext uri="{FF2B5EF4-FFF2-40B4-BE49-F238E27FC236}">
                <a16:creationId xmlns:a16="http://schemas.microsoft.com/office/drawing/2014/main" id="{CA0BFC46-02D8-4E5B-90C6-B1085056A27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9795" name="Notes Placeholder 2">
            <a:extLst>
              <a:ext uri="{FF2B5EF4-FFF2-40B4-BE49-F238E27FC236}">
                <a16:creationId xmlns:a16="http://schemas.microsoft.com/office/drawing/2014/main" id="{01268BAF-73CD-43D8-A588-768C23EAEE0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89796" name="Slide Number Placeholder 3">
            <a:extLst>
              <a:ext uri="{FF2B5EF4-FFF2-40B4-BE49-F238E27FC236}">
                <a16:creationId xmlns:a16="http://schemas.microsoft.com/office/drawing/2014/main" id="{2FAA9C5F-6ED5-422D-B903-29FB9B6CA3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76BB7A3-D63F-4EE6-990B-80611C9D874E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140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Slide Image Placeholder 1">
            <a:extLst>
              <a:ext uri="{FF2B5EF4-FFF2-40B4-BE49-F238E27FC236}">
                <a16:creationId xmlns:a16="http://schemas.microsoft.com/office/drawing/2014/main" id="{008646DD-C7F7-447D-A047-B7D361D6C20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1843" name="Notes Placeholder 2">
            <a:extLst>
              <a:ext uri="{FF2B5EF4-FFF2-40B4-BE49-F238E27FC236}">
                <a16:creationId xmlns:a16="http://schemas.microsoft.com/office/drawing/2014/main" id="{3D908CE8-2D1A-41AF-9D13-F59C2496F0C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91844" name="Slide Number Placeholder 3">
            <a:extLst>
              <a:ext uri="{FF2B5EF4-FFF2-40B4-BE49-F238E27FC236}">
                <a16:creationId xmlns:a16="http://schemas.microsoft.com/office/drawing/2014/main" id="{76040E34-8FA3-4D41-AE5C-EFE29A706B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116631F-34C3-4734-9145-3635427C43F1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141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90" name="Slide Image Placeholder 1">
            <a:extLst>
              <a:ext uri="{FF2B5EF4-FFF2-40B4-BE49-F238E27FC236}">
                <a16:creationId xmlns:a16="http://schemas.microsoft.com/office/drawing/2014/main" id="{FA3884F3-F7E7-4189-83C3-8EF5574B6A2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3891" name="Notes Placeholder 2">
            <a:extLst>
              <a:ext uri="{FF2B5EF4-FFF2-40B4-BE49-F238E27FC236}">
                <a16:creationId xmlns:a16="http://schemas.microsoft.com/office/drawing/2014/main" id="{D929057C-07DB-4153-8C05-5714EFB282E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93892" name="Slide Number Placeholder 3">
            <a:extLst>
              <a:ext uri="{FF2B5EF4-FFF2-40B4-BE49-F238E27FC236}">
                <a16:creationId xmlns:a16="http://schemas.microsoft.com/office/drawing/2014/main" id="{8603A322-6890-400D-90EE-5DD7C66688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EB2B491-CD8D-4F1A-AE1A-57C129596819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142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38" name="Slide Image Placeholder 1">
            <a:extLst>
              <a:ext uri="{FF2B5EF4-FFF2-40B4-BE49-F238E27FC236}">
                <a16:creationId xmlns:a16="http://schemas.microsoft.com/office/drawing/2014/main" id="{B168D222-BFC9-4C5F-A07D-747D47E9744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5939" name="Notes Placeholder 2">
            <a:extLst>
              <a:ext uri="{FF2B5EF4-FFF2-40B4-BE49-F238E27FC236}">
                <a16:creationId xmlns:a16="http://schemas.microsoft.com/office/drawing/2014/main" id="{56F06C7E-8629-4D6F-B4CB-E64A34A0216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95940" name="Slide Number Placeholder 3">
            <a:extLst>
              <a:ext uri="{FF2B5EF4-FFF2-40B4-BE49-F238E27FC236}">
                <a16:creationId xmlns:a16="http://schemas.microsoft.com/office/drawing/2014/main" id="{FA3719D0-AD94-470A-9EB7-8D3E304671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5E1A21F-F717-48C2-9C9C-9584EFD64028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143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6" name="Slide Image Placeholder 1">
            <a:extLst>
              <a:ext uri="{FF2B5EF4-FFF2-40B4-BE49-F238E27FC236}">
                <a16:creationId xmlns:a16="http://schemas.microsoft.com/office/drawing/2014/main" id="{FAB046ED-BC91-4742-9FC6-3C9E0EE8BF7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7987" name="Notes Placeholder 2">
            <a:extLst>
              <a:ext uri="{FF2B5EF4-FFF2-40B4-BE49-F238E27FC236}">
                <a16:creationId xmlns:a16="http://schemas.microsoft.com/office/drawing/2014/main" id="{B5016424-2338-44CF-A868-7B5A9E4DA7B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97988" name="Slide Number Placeholder 3">
            <a:extLst>
              <a:ext uri="{FF2B5EF4-FFF2-40B4-BE49-F238E27FC236}">
                <a16:creationId xmlns:a16="http://schemas.microsoft.com/office/drawing/2014/main" id="{07BE9D87-2EA7-410A-9F7B-11380F1A10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7046063-A106-4755-8A82-41E223A695CC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144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034" name="Slide Image Placeholder 1">
            <a:extLst>
              <a:ext uri="{FF2B5EF4-FFF2-40B4-BE49-F238E27FC236}">
                <a16:creationId xmlns:a16="http://schemas.microsoft.com/office/drawing/2014/main" id="{47491F07-FB12-4AE0-8CAA-6DFF64D38C9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0035" name="Notes Placeholder 2">
            <a:extLst>
              <a:ext uri="{FF2B5EF4-FFF2-40B4-BE49-F238E27FC236}">
                <a16:creationId xmlns:a16="http://schemas.microsoft.com/office/drawing/2014/main" id="{B18FA7E0-91DC-4428-9E5A-2618CADBA4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00036" name="Slide Number Placeholder 3">
            <a:extLst>
              <a:ext uri="{FF2B5EF4-FFF2-40B4-BE49-F238E27FC236}">
                <a16:creationId xmlns:a16="http://schemas.microsoft.com/office/drawing/2014/main" id="{0F47FB62-C48D-4F81-B0C0-260317B4C4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1D349B0-DD0C-4432-8415-D7E3ADB3201D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145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82" name="Slide Image Placeholder 1">
            <a:extLst>
              <a:ext uri="{FF2B5EF4-FFF2-40B4-BE49-F238E27FC236}">
                <a16:creationId xmlns:a16="http://schemas.microsoft.com/office/drawing/2014/main" id="{AE51EBF7-0FB5-451E-8413-A3D4B12C3FC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2083" name="Notes Placeholder 2">
            <a:extLst>
              <a:ext uri="{FF2B5EF4-FFF2-40B4-BE49-F238E27FC236}">
                <a16:creationId xmlns:a16="http://schemas.microsoft.com/office/drawing/2014/main" id="{074DB69A-2E57-4B51-B276-01E93CE8B98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02084" name="Slide Number Placeholder 3">
            <a:extLst>
              <a:ext uri="{FF2B5EF4-FFF2-40B4-BE49-F238E27FC236}">
                <a16:creationId xmlns:a16="http://schemas.microsoft.com/office/drawing/2014/main" id="{B273FAE5-9D9C-4E5C-853B-28F1FBAE1B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E58E191-78A6-4034-8323-A2B1DE9F126A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146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130" name="Slide Image Placeholder 1">
            <a:extLst>
              <a:ext uri="{FF2B5EF4-FFF2-40B4-BE49-F238E27FC236}">
                <a16:creationId xmlns:a16="http://schemas.microsoft.com/office/drawing/2014/main" id="{E25DB66C-68BD-4CCF-B76D-3F29034FC25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4131" name="Notes Placeholder 2">
            <a:extLst>
              <a:ext uri="{FF2B5EF4-FFF2-40B4-BE49-F238E27FC236}">
                <a16:creationId xmlns:a16="http://schemas.microsoft.com/office/drawing/2014/main" id="{C378354E-142B-451C-BF14-744E49E6007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04132" name="Slide Number Placeholder 3">
            <a:extLst>
              <a:ext uri="{FF2B5EF4-FFF2-40B4-BE49-F238E27FC236}">
                <a16:creationId xmlns:a16="http://schemas.microsoft.com/office/drawing/2014/main" id="{D273C777-8425-4D68-88B0-C17AD2BEA3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AB836A2-72FA-4F52-ACC5-36CF3375D5F0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147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178" name="Slide Image Placeholder 1">
            <a:extLst>
              <a:ext uri="{FF2B5EF4-FFF2-40B4-BE49-F238E27FC236}">
                <a16:creationId xmlns:a16="http://schemas.microsoft.com/office/drawing/2014/main" id="{CD9D1F5C-7046-4813-91C8-CC100AC586B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6179" name="Notes Placeholder 2">
            <a:extLst>
              <a:ext uri="{FF2B5EF4-FFF2-40B4-BE49-F238E27FC236}">
                <a16:creationId xmlns:a16="http://schemas.microsoft.com/office/drawing/2014/main" id="{6A5685F9-365A-49E4-94E4-C31A0D17A23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06180" name="Slide Number Placeholder 3">
            <a:extLst>
              <a:ext uri="{FF2B5EF4-FFF2-40B4-BE49-F238E27FC236}">
                <a16:creationId xmlns:a16="http://schemas.microsoft.com/office/drawing/2014/main" id="{B254BFED-4CA3-4269-98A4-0EA40181D3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A3DE218-1ED3-446A-A62D-F6E23847F007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148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26" name="Slide Image Placeholder 1">
            <a:extLst>
              <a:ext uri="{FF2B5EF4-FFF2-40B4-BE49-F238E27FC236}">
                <a16:creationId xmlns:a16="http://schemas.microsoft.com/office/drawing/2014/main" id="{2A7A1572-3350-477F-B541-713C69CDAE0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8227" name="Notes Placeholder 2">
            <a:extLst>
              <a:ext uri="{FF2B5EF4-FFF2-40B4-BE49-F238E27FC236}">
                <a16:creationId xmlns:a16="http://schemas.microsoft.com/office/drawing/2014/main" id="{ED3132DB-3BB1-4E48-8F34-EA4FA73713B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08228" name="Slide Number Placeholder 3">
            <a:extLst>
              <a:ext uri="{FF2B5EF4-FFF2-40B4-BE49-F238E27FC236}">
                <a16:creationId xmlns:a16="http://schemas.microsoft.com/office/drawing/2014/main" id="{8373AF02-EE56-41F9-A46B-B18644BA45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8A8C2D8-4FAF-4F71-A231-3ED67B8F7E2E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149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74" name="Slide Image Placeholder 1">
            <a:extLst>
              <a:ext uri="{FF2B5EF4-FFF2-40B4-BE49-F238E27FC236}">
                <a16:creationId xmlns:a16="http://schemas.microsoft.com/office/drawing/2014/main" id="{B129A6C7-5FF0-44D0-94AE-308B0E3A71F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0275" name="Notes Placeholder 2">
            <a:extLst>
              <a:ext uri="{FF2B5EF4-FFF2-40B4-BE49-F238E27FC236}">
                <a16:creationId xmlns:a16="http://schemas.microsoft.com/office/drawing/2014/main" id="{ED245D9A-4DED-4F86-ACCA-2807DC4C0EB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10276" name="Slide Number Placeholder 3">
            <a:extLst>
              <a:ext uri="{FF2B5EF4-FFF2-40B4-BE49-F238E27FC236}">
                <a16:creationId xmlns:a16="http://schemas.microsoft.com/office/drawing/2014/main" id="{2110D986-4B22-49E2-A2B4-1C50AFBFF4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7F96DAE-3872-4233-BE20-E57A91F5D4A7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150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322" name="Slide Image Placeholder 1">
            <a:extLst>
              <a:ext uri="{FF2B5EF4-FFF2-40B4-BE49-F238E27FC236}">
                <a16:creationId xmlns:a16="http://schemas.microsoft.com/office/drawing/2014/main" id="{2C009F93-F757-4B21-90EB-3D8106C57B9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2323" name="Notes Placeholder 2">
            <a:extLst>
              <a:ext uri="{FF2B5EF4-FFF2-40B4-BE49-F238E27FC236}">
                <a16:creationId xmlns:a16="http://schemas.microsoft.com/office/drawing/2014/main" id="{73837D01-0996-4ACC-AD15-1C36B841562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12324" name="Slide Number Placeholder 3">
            <a:extLst>
              <a:ext uri="{FF2B5EF4-FFF2-40B4-BE49-F238E27FC236}">
                <a16:creationId xmlns:a16="http://schemas.microsoft.com/office/drawing/2014/main" id="{D8B77DAA-939C-43C3-AF84-73531ECA20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31E93D0-0AD4-408E-A8AE-9DA45DFE35CB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151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370" name="Slide Image Placeholder 1">
            <a:extLst>
              <a:ext uri="{FF2B5EF4-FFF2-40B4-BE49-F238E27FC236}">
                <a16:creationId xmlns:a16="http://schemas.microsoft.com/office/drawing/2014/main" id="{98F26511-0FED-4973-A3A8-E4CFC34167C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4371" name="Notes Placeholder 2">
            <a:extLst>
              <a:ext uri="{FF2B5EF4-FFF2-40B4-BE49-F238E27FC236}">
                <a16:creationId xmlns:a16="http://schemas.microsoft.com/office/drawing/2014/main" id="{6A7E0D03-35AC-4678-9D7E-BD3A8E1BB92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14372" name="Slide Number Placeholder 3">
            <a:extLst>
              <a:ext uri="{FF2B5EF4-FFF2-40B4-BE49-F238E27FC236}">
                <a16:creationId xmlns:a16="http://schemas.microsoft.com/office/drawing/2014/main" id="{3C3959A7-7B86-4F19-8DD3-F9D1854517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BB752C2-4831-451B-BC96-12D79779AA12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152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18" name="Slide Image Placeholder 1">
            <a:extLst>
              <a:ext uri="{FF2B5EF4-FFF2-40B4-BE49-F238E27FC236}">
                <a16:creationId xmlns:a16="http://schemas.microsoft.com/office/drawing/2014/main" id="{1CD77EBA-10AA-47EC-941E-39E5FA27084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6419" name="Notes Placeholder 2">
            <a:extLst>
              <a:ext uri="{FF2B5EF4-FFF2-40B4-BE49-F238E27FC236}">
                <a16:creationId xmlns:a16="http://schemas.microsoft.com/office/drawing/2014/main" id="{4D4572A9-0583-4594-A70E-7BBF2907987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16420" name="Slide Number Placeholder 3">
            <a:extLst>
              <a:ext uri="{FF2B5EF4-FFF2-40B4-BE49-F238E27FC236}">
                <a16:creationId xmlns:a16="http://schemas.microsoft.com/office/drawing/2014/main" id="{E7EEBA6D-A6C7-4DD7-906B-CBB8F46041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9BF9272-0510-4BE0-9CEE-0C428164A83A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153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66" name="Slide Image Placeholder 1">
            <a:extLst>
              <a:ext uri="{FF2B5EF4-FFF2-40B4-BE49-F238E27FC236}">
                <a16:creationId xmlns:a16="http://schemas.microsoft.com/office/drawing/2014/main" id="{6171469F-8ABF-40CB-B873-2A5140275A0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8467" name="Notes Placeholder 2">
            <a:extLst>
              <a:ext uri="{FF2B5EF4-FFF2-40B4-BE49-F238E27FC236}">
                <a16:creationId xmlns:a16="http://schemas.microsoft.com/office/drawing/2014/main" id="{D37E8415-C8DB-48E4-801A-A584864866E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18468" name="Slide Number Placeholder 3">
            <a:extLst>
              <a:ext uri="{FF2B5EF4-FFF2-40B4-BE49-F238E27FC236}">
                <a16:creationId xmlns:a16="http://schemas.microsoft.com/office/drawing/2014/main" id="{8E0B323E-6AA7-41BF-B045-59FBE3B6B9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1782A6F-E733-451A-A730-068788C89051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154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14" name="Slide Image Placeholder 1">
            <a:extLst>
              <a:ext uri="{FF2B5EF4-FFF2-40B4-BE49-F238E27FC236}">
                <a16:creationId xmlns:a16="http://schemas.microsoft.com/office/drawing/2014/main" id="{50ED605C-D0EE-4EB7-A3C6-9961EF153BC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0515" name="Notes Placeholder 2">
            <a:extLst>
              <a:ext uri="{FF2B5EF4-FFF2-40B4-BE49-F238E27FC236}">
                <a16:creationId xmlns:a16="http://schemas.microsoft.com/office/drawing/2014/main" id="{3247DA02-9DF3-4B59-9D09-98585E05043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20516" name="Slide Number Placeholder 3">
            <a:extLst>
              <a:ext uri="{FF2B5EF4-FFF2-40B4-BE49-F238E27FC236}">
                <a16:creationId xmlns:a16="http://schemas.microsoft.com/office/drawing/2014/main" id="{9F28A922-9C0B-47AE-9BEC-F803A57C57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4F9EAAA-1974-4E7D-816E-26C2A9CA768F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155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562" name="Slide Image Placeholder 1">
            <a:extLst>
              <a:ext uri="{FF2B5EF4-FFF2-40B4-BE49-F238E27FC236}">
                <a16:creationId xmlns:a16="http://schemas.microsoft.com/office/drawing/2014/main" id="{45065FA5-0947-43D9-80F8-98E0A0D24B5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2563" name="Notes Placeholder 2">
            <a:extLst>
              <a:ext uri="{FF2B5EF4-FFF2-40B4-BE49-F238E27FC236}">
                <a16:creationId xmlns:a16="http://schemas.microsoft.com/office/drawing/2014/main" id="{5152B5E4-EB96-4FFD-9F80-0D7858964BD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22564" name="Slide Number Placeholder 3">
            <a:extLst>
              <a:ext uri="{FF2B5EF4-FFF2-40B4-BE49-F238E27FC236}">
                <a16:creationId xmlns:a16="http://schemas.microsoft.com/office/drawing/2014/main" id="{F7204D49-92AF-4A5A-8944-EA4FBCB75D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305629F-6385-467B-BCAF-75D2ED36D7BB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156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Slide Image Placeholder 1">
            <a:extLst>
              <a:ext uri="{FF2B5EF4-FFF2-40B4-BE49-F238E27FC236}">
                <a16:creationId xmlns:a16="http://schemas.microsoft.com/office/drawing/2014/main" id="{A528DD31-E013-458F-B749-DD24327A33F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4611" name="Notes Placeholder 2">
            <a:extLst>
              <a:ext uri="{FF2B5EF4-FFF2-40B4-BE49-F238E27FC236}">
                <a16:creationId xmlns:a16="http://schemas.microsoft.com/office/drawing/2014/main" id="{72C5CAE4-17B5-4BDC-9FB8-71E59E0DD29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24612" name="Slide Number Placeholder 3">
            <a:extLst>
              <a:ext uri="{FF2B5EF4-FFF2-40B4-BE49-F238E27FC236}">
                <a16:creationId xmlns:a16="http://schemas.microsoft.com/office/drawing/2014/main" id="{6200D17D-9BAA-4B7C-AB4A-3B7B9BBE01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DB335E9-58DB-4CF0-9BDC-D83EE066E066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157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58" name="Slide Image Placeholder 1">
            <a:extLst>
              <a:ext uri="{FF2B5EF4-FFF2-40B4-BE49-F238E27FC236}">
                <a16:creationId xmlns:a16="http://schemas.microsoft.com/office/drawing/2014/main" id="{F7081EE9-4BC1-441D-BF85-6C28F75DA8A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6659" name="Notes Placeholder 2">
            <a:extLst>
              <a:ext uri="{FF2B5EF4-FFF2-40B4-BE49-F238E27FC236}">
                <a16:creationId xmlns:a16="http://schemas.microsoft.com/office/drawing/2014/main" id="{8C53B273-D384-4EBB-9335-3A8C65AF856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26660" name="Slide Number Placeholder 3">
            <a:extLst>
              <a:ext uri="{FF2B5EF4-FFF2-40B4-BE49-F238E27FC236}">
                <a16:creationId xmlns:a16="http://schemas.microsoft.com/office/drawing/2014/main" id="{8EF7D9B8-34CA-4D2A-B762-81DDFC7046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ED5E1D2-E868-4715-9C2C-FBD9A1D9E4F9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158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706" name="Slide Image Placeholder 1">
            <a:extLst>
              <a:ext uri="{FF2B5EF4-FFF2-40B4-BE49-F238E27FC236}">
                <a16:creationId xmlns:a16="http://schemas.microsoft.com/office/drawing/2014/main" id="{511238B1-3D4B-4B7D-AB94-845C64AF27E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8707" name="Notes Placeholder 2">
            <a:extLst>
              <a:ext uri="{FF2B5EF4-FFF2-40B4-BE49-F238E27FC236}">
                <a16:creationId xmlns:a16="http://schemas.microsoft.com/office/drawing/2014/main" id="{D115224D-7544-4484-A7CF-F31D0D99517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28708" name="Slide Number Placeholder 3">
            <a:extLst>
              <a:ext uri="{FF2B5EF4-FFF2-40B4-BE49-F238E27FC236}">
                <a16:creationId xmlns:a16="http://schemas.microsoft.com/office/drawing/2014/main" id="{59F2B418-A9E0-4D57-AC08-533062E81B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78B4B99-0265-46BC-A750-9A3CF46949DD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159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754" name="Slide Image Placeholder 1">
            <a:extLst>
              <a:ext uri="{FF2B5EF4-FFF2-40B4-BE49-F238E27FC236}">
                <a16:creationId xmlns:a16="http://schemas.microsoft.com/office/drawing/2014/main" id="{5770F1F1-CFC7-4E11-B550-DD5E2B5E162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0755" name="Notes Placeholder 2">
            <a:extLst>
              <a:ext uri="{FF2B5EF4-FFF2-40B4-BE49-F238E27FC236}">
                <a16:creationId xmlns:a16="http://schemas.microsoft.com/office/drawing/2014/main" id="{E075F348-0E83-42E1-AD40-FAC6B8CABC6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30756" name="Slide Number Placeholder 3">
            <a:extLst>
              <a:ext uri="{FF2B5EF4-FFF2-40B4-BE49-F238E27FC236}">
                <a16:creationId xmlns:a16="http://schemas.microsoft.com/office/drawing/2014/main" id="{92EB25E7-E8BC-4EEA-9507-4AAD3D8D5E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91E9EEA-F429-46AF-8609-8E0F90891E9E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160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802" name="Slide Image Placeholder 1">
            <a:extLst>
              <a:ext uri="{FF2B5EF4-FFF2-40B4-BE49-F238E27FC236}">
                <a16:creationId xmlns:a16="http://schemas.microsoft.com/office/drawing/2014/main" id="{9948E85C-3794-43A2-80E0-1A50BCFF753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2803" name="Notes Placeholder 2">
            <a:extLst>
              <a:ext uri="{FF2B5EF4-FFF2-40B4-BE49-F238E27FC236}">
                <a16:creationId xmlns:a16="http://schemas.microsoft.com/office/drawing/2014/main" id="{ECCBDE3C-DDD7-4F41-9CA0-F2E8A4F5960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32804" name="Slide Number Placeholder 3">
            <a:extLst>
              <a:ext uri="{FF2B5EF4-FFF2-40B4-BE49-F238E27FC236}">
                <a16:creationId xmlns:a16="http://schemas.microsoft.com/office/drawing/2014/main" id="{B2173B6D-3141-46AF-8D9B-E17B7913DF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3DA96F2-CAFF-4B78-AE6C-5FC937D5AD8C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161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50" name="Slide Image Placeholder 1">
            <a:extLst>
              <a:ext uri="{FF2B5EF4-FFF2-40B4-BE49-F238E27FC236}">
                <a16:creationId xmlns:a16="http://schemas.microsoft.com/office/drawing/2014/main" id="{45C3CD2D-E1FC-4B08-9928-EC30CC49948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4851" name="Notes Placeholder 2">
            <a:extLst>
              <a:ext uri="{FF2B5EF4-FFF2-40B4-BE49-F238E27FC236}">
                <a16:creationId xmlns:a16="http://schemas.microsoft.com/office/drawing/2014/main" id="{3E044ACF-96B7-4BE3-A94A-52525EDB040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34852" name="Slide Number Placeholder 3">
            <a:extLst>
              <a:ext uri="{FF2B5EF4-FFF2-40B4-BE49-F238E27FC236}">
                <a16:creationId xmlns:a16="http://schemas.microsoft.com/office/drawing/2014/main" id="{93F1FC1A-B723-43C0-83E9-540188A691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90D06BC-78F3-4E2E-8A40-A75D10463FBF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162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898" name="Slide Image Placeholder 1">
            <a:extLst>
              <a:ext uri="{FF2B5EF4-FFF2-40B4-BE49-F238E27FC236}">
                <a16:creationId xmlns:a16="http://schemas.microsoft.com/office/drawing/2014/main" id="{55E9DF84-EFF7-4BE4-A6D1-A9A813B641E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6899" name="Notes Placeholder 2">
            <a:extLst>
              <a:ext uri="{FF2B5EF4-FFF2-40B4-BE49-F238E27FC236}">
                <a16:creationId xmlns:a16="http://schemas.microsoft.com/office/drawing/2014/main" id="{3FB48750-A1CA-4884-80A5-7F8786BBA2A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36900" name="Slide Number Placeholder 3">
            <a:extLst>
              <a:ext uri="{FF2B5EF4-FFF2-40B4-BE49-F238E27FC236}">
                <a16:creationId xmlns:a16="http://schemas.microsoft.com/office/drawing/2014/main" id="{9347A7F1-4CEE-4AD0-A70B-A7080A901C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6826225-E003-45CC-BB51-6BE499D65D76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163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946" name="Slide Image Placeholder 1">
            <a:extLst>
              <a:ext uri="{FF2B5EF4-FFF2-40B4-BE49-F238E27FC236}">
                <a16:creationId xmlns:a16="http://schemas.microsoft.com/office/drawing/2014/main" id="{B68C19A0-6AAD-4E30-8ACF-3D5765A30A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8947" name="Notes Placeholder 2">
            <a:extLst>
              <a:ext uri="{FF2B5EF4-FFF2-40B4-BE49-F238E27FC236}">
                <a16:creationId xmlns:a16="http://schemas.microsoft.com/office/drawing/2014/main" id="{47FCB3CC-BA01-4825-B533-497840A801E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38948" name="Slide Number Placeholder 3">
            <a:extLst>
              <a:ext uri="{FF2B5EF4-FFF2-40B4-BE49-F238E27FC236}">
                <a16:creationId xmlns:a16="http://schemas.microsoft.com/office/drawing/2014/main" id="{845F0E12-7AE0-48AA-81FD-0EA5358ADB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1F6A453-0421-4F8C-8706-2957422E4CB4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164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94" name="Slide Image Placeholder 1">
            <a:extLst>
              <a:ext uri="{FF2B5EF4-FFF2-40B4-BE49-F238E27FC236}">
                <a16:creationId xmlns:a16="http://schemas.microsoft.com/office/drawing/2014/main" id="{66AD17A3-A65C-4B2E-9589-B85088B9593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0995" name="Notes Placeholder 2">
            <a:extLst>
              <a:ext uri="{FF2B5EF4-FFF2-40B4-BE49-F238E27FC236}">
                <a16:creationId xmlns:a16="http://schemas.microsoft.com/office/drawing/2014/main" id="{863C4CB5-2079-466B-B964-81396E90C0E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40996" name="Slide Number Placeholder 3">
            <a:extLst>
              <a:ext uri="{FF2B5EF4-FFF2-40B4-BE49-F238E27FC236}">
                <a16:creationId xmlns:a16="http://schemas.microsoft.com/office/drawing/2014/main" id="{7F3A37A4-35C0-42A7-B5C0-D21BCF968E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420EF50-1B55-4606-9EE6-0CA4E8E74833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165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042" name="Slide Image Placeholder 1">
            <a:extLst>
              <a:ext uri="{FF2B5EF4-FFF2-40B4-BE49-F238E27FC236}">
                <a16:creationId xmlns:a16="http://schemas.microsoft.com/office/drawing/2014/main" id="{26363BB5-CBBF-41A3-853A-C60329B5A3F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3043" name="Notes Placeholder 2">
            <a:extLst>
              <a:ext uri="{FF2B5EF4-FFF2-40B4-BE49-F238E27FC236}">
                <a16:creationId xmlns:a16="http://schemas.microsoft.com/office/drawing/2014/main" id="{4CABA0E3-5420-4C35-AC4D-CE50BA2FA61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43044" name="Slide Number Placeholder 3">
            <a:extLst>
              <a:ext uri="{FF2B5EF4-FFF2-40B4-BE49-F238E27FC236}">
                <a16:creationId xmlns:a16="http://schemas.microsoft.com/office/drawing/2014/main" id="{82B16140-4BD2-45A8-AFFD-D578949940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AA3409A-6A0B-43FA-B6DA-C4E29763A414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166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90" name="Slide Image Placeholder 1">
            <a:extLst>
              <a:ext uri="{FF2B5EF4-FFF2-40B4-BE49-F238E27FC236}">
                <a16:creationId xmlns:a16="http://schemas.microsoft.com/office/drawing/2014/main" id="{ED1F4CA1-B315-4F2D-A75A-ED172D81DE5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5091" name="Notes Placeholder 2">
            <a:extLst>
              <a:ext uri="{FF2B5EF4-FFF2-40B4-BE49-F238E27FC236}">
                <a16:creationId xmlns:a16="http://schemas.microsoft.com/office/drawing/2014/main" id="{13C32872-DB82-4BB2-BD27-DA576E6C341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45092" name="Slide Number Placeholder 3">
            <a:extLst>
              <a:ext uri="{FF2B5EF4-FFF2-40B4-BE49-F238E27FC236}">
                <a16:creationId xmlns:a16="http://schemas.microsoft.com/office/drawing/2014/main" id="{D3D5FEFC-853D-46D6-886C-CC65D570CC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7FFEF1B-C3B5-4CF0-97EE-D73BDE6F97D4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167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>
            <a:extLst>
              <a:ext uri="{FF2B5EF4-FFF2-40B4-BE49-F238E27FC236}">
                <a16:creationId xmlns:a16="http://schemas.microsoft.com/office/drawing/2014/main" id="{513D0D68-8823-4793-8B05-00F9BEB5F48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85800" y="0"/>
            <a:ext cx="107442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6800"/>
            </a:lvl1pPr>
          </a:lstStyle>
          <a:p>
            <a:r>
              <a:rPr lang="en-US" altLang="en-US" dirty="0"/>
              <a:t>Click to edit Master title style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43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7A06A4-C595-44EC-B24F-F1E62917439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06CCFA-FED6-4BC5-A468-1AF8DB0928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CD788A-FB7B-43BF-87F0-AA42ABB2B97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BB616C-E052-4497-A870-A694E4C0FD0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83908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5CD6F2F-668D-42AB-B7F8-287E0BCE8B1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BBF4D2B-52BC-4CE7-B75D-02D505E45B1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9253F2B-6BDC-4FF2-984D-A813683E360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B324602-65EF-47F0-AD24-BE37B459A4F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8791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92BF99A-DB06-4AD8-A778-2209D2E7F50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C1A9BDF-C08B-4CE2-AAAA-1A8241627FE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97DA53F-7D86-41EE-A675-E4B9AE158D7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F6BB65-6A2C-4270-B72F-3895B9EBEEF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4510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EEBE39-2921-448D-AEFF-B868C715E57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1D810B-BFAD-4C7C-BB63-283A797A570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C326A6-B72B-414E-86CB-C55BB47BD47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911E374-E98B-44A8-899A-0B9F8990ABC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53084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5F4B727-F958-4A87-BECD-8E00DBAF982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A311B32-811F-4A94-99F8-98EAC466F32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2EB18F53-6BD5-45CC-94F2-859FEEB7D62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69752C-72A2-45AF-9062-7B9A83A5D07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1185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1F933060-87FD-43FB-BBBE-1B5154FA3B1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2E610C7-6DCC-4188-B236-416E44E7260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D63F800-E890-4E34-8AEF-1D23BCFEDFB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A7A6690-405A-4A0F-818F-4C30D05C751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4681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6802F207-802F-4AA1-8684-97F0EA36AB0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C1171A2-7D25-48AF-8AB8-7460D0D7CD8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A8C450F-9D71-45E4-BDD0-8E38B18690A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3B87810-158B-460A-8619-081C5C40E68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0697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F62F3B-F45C-448D-B14A-FD471DAB1CC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0EF6D1-FF0C-42BD-98D8-B128B208230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E619FE-7582-4061-B9E7-138574508F6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F82FD06-C666-4D72-A4EA-D7271B10E44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0873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4D8CCC-D777-44C8-AFE6-76282AFF7F9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406DAC-49B6-4D1A-9644-D2FACE4D91A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F38F24-1522-4D5B-AB37-E612ADFE0B6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2C9CC89-513C-4C4E-840D-5FB2814665F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11255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97AA45A-2E9F-464F-B332-9024C993CB7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76487C4-EB7B-479C-962F-72D5939D787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08A8CDB-A9AB-4CF5-8C88-2261F30A47A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7925214-714A-4CBA-BDCC-3068FA75D0B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0488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12B9BD2-0347-469D-9A5B-D671B679493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6F6E738-C9F5-4585-95DB-9A03F6BCFF0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1E16709-1F50-46A0-AC27-1037016CC4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638EE77-39FF-451A-A2D2-413F312E80F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774299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7E6408-7B77-4FE6-9B19-391ABE15935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01EBE9-4CE9-4DF2-9FB7-40B46DFE8FD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CEFD19-292E-4B78-BB6C-4A39079A466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459D54C-7126-4D25-AEF1-3C269F4C70B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28589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9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41763"/>
            <a:ext cx="4038600" cy="2189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11430F13-A204-4E54-A944-C2EE6E6A357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E6CCA5F4-AAAD-44AF-B443-D8173D7198A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8B242E17-E3D0-4BBD-B019-33FC4DC6C32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DE58865-835C-48D7-85A6-8BA4FBC053B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170523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0725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4F54EE3-9205-4E89-AF22-5555F176C00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913809E-4533-4E37-A03B-A2732EA6C3A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A606B15-A5A5-4F4F-9CA5-6CF8DA1ED88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69A1AEB-FDCF-4920-B045-FEE6DCCED56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75039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9">
            <a:extLst>
              <a:ext uri="{FF2B5EF4-FFF2-40B4-BE49-F238E27FC236}">
                <a16:creationId xmlns:a16="http://schemas.microsoft.com/office/drawing/2014/main" id="{9E97A671-4449-4A38-9436-F5B490BB680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85800" y="0"/>
            <a:ext cx="107442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>
            <a:extLst>
              <a:ext uri="{FF2B5EF4-FFF2-40B4-BE49-F238E27FC236}">
                <a16:creationId xmlns:a16="http://schemas.microsoft.com/office/drawing/2014/main" id="{B80EAC87-CD07-4052-9B8B-51C7719726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3">
            <a:extLst>
              <a:ext uri="{FF2B5EF4-FFF2-40B4-BE49-F238E27FC236}">
                <a16:creationId xmlns:a16="http://schemas.microsoft.com/office/drawing/2014/main" id="{5C89E20D-1C96-4A97-B588-9A1851B35E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2292" name="Rectangle 4">
            <a:extLst>
              <a:ext uri="{FF2B5EF4-FFF2-40B4-BE49-F238E27FC236}">
                <a16:creationId xmlns:a16="http://schemas.microsoft.com/office/drawing/2014/main" id="{9585DA5D-6B62-4691-AF51-A1DB5ABB544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Garamond" pitchFamily="18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2293" name="Rectangle 5">
            <a:extLst>
              <a:ext uri="{FF2B5EF4-FFF2-40B4-BE49-F238E27FC236}">
                <a16:creationId xmlns:a16="http://schemas.microsoft.com/office/drawing/2014/main" id="{AFF8526D-3F63-4CEF-9E8A-9D6F0F6BA48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Garamond" pitchFamily="18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2294" name="Rectangle 6">
            <a:extLst>
              <a:ext uri="{FF2B5EF4-FFF2-40B4-BE49-F238E27FC236}">
                <a16:creationId xmlns:a16="http://schemas.microsoft.com/office/drawing/2014/main" id="{F2670EFC-22B0-4DE4-83B7-11EED3CDF53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Garamond" panose="02020404030301010803" pitchFamily="18" charset="0"/>
              </a:defRPr>
            </a:lvl1pPr>
          </a:lstStyle>
          <a:p>
            <a:fld id="{229299BD-73B5-408E-96CF-3FE75F38DC90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  <p:sldLayoutId id="2147483741" r:id="rId12"/>
    <p:sldLayoutId id="2147483742" r:id="rId13"/>
    <p:sldLayoutId id="2147483743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5600">
          <a:solidFill>
            <a:schemeClr val="bg1"/>
          </a:solidFill>
          <a:latin typeface="TH Sarabun New" panose="020B0500040200020003" pitchFamily="34" charset="-34"/>
          <a:ea typeface="Angsana New" pitchFamily="18" charset="-120"/>
          <a:cs typeface="TH Sarabun New" panose="020B0500040200020003" pitchFamily="34" charset="-34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600">
          <a:solidFill>
            <a:schemeClr val="bg1"/>
          </a:solidFill>
          <a:latin typeface="TH Sarabun New" pitchFamily="34" charset="-34"/>
          <a:ea typeface="Angsana New" pitchFamily="18" charset="-120"/>
          <a:cs typeface="TH Sarabun New" pitchFamily="34" charset="-34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600">
          <a:solidFill>
            <a:schemeClr val="bg1"/>
          </a:solidFill>
          <a:latin typeface="TH Sarabun New" pitchFamily="34" charset="-34"/>
          <a:ea typeface="Angsana New" pitchFamily="18" charset="-120"/>
          <a:cs typeface="TH Sarabun New" pitchFamily="34" charset="-34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600">
          <a:solidFill>
            <a:schemeClr val="bg1"/>
          </a:solidFill>
          <a:latin typeface="TH Sarabun New" pitchFamily="34" charset="-34"/>
          <a:ea typeface="Angsana New" pitchFamily="18" charset="-120"/>
          <a:cs typeface="TH Sarabun New" pitchFamily="34" charset="-34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600">
          <a:solidFill>
            <a:schemeClr val="bg1"/>
          </a:solidFill>
          <a:latin typeface="TH Sarabun New" pitchFamily="34" charset="-34"/>
          <a:ea typeface="Angsana New" pitchFamily="18" charset="-120"/>
          <a:cs typeface="TH Sarabun New" pitchFamily="34" charset="-34"/>
        </a:defRPr>
      </a:lvl5pPr>
      <a:lvl6pPr marL="457200" algn="l" rtl="0" fontAlgn="base">
        <a:spcBef>
          <a:spcPct val="0"/>
        </a:spcBef>
        <a:spcAft>
          <a:spcPct val="0"/>
        </a:spcAft>
        <a:defRPr sz="5600">
          <a:solidFill>
            <a:schemeClr val="tx2"/>
          </a:solidFill>
          <a:latin typeface="Angsana New" pitchFamily="18" charset="-34"/>
          <a:cs typeface="Angsana New" pitchFamily="18" charset="-34"/>
        </a:defRPr>
      </a:lvl6pPr>
      <a:lvl7pPr marL="914400" algn="l" rtl="0" fontAlgn="base">
        <a:spcBef>
          <a:spcPct val="0"/>
        </a:spcBef>
        <a:spcAft>
          <a:spcPct val="0"/>
        </a:spcAft>
        <a:defRPr sz="5600">
          <a:solidFill>
            <a:schemeClr val="tx2"/>
          </a:solidFill>
          <a:latin typeface="Angsana New" pitchFamily="18" charset="-34"/>
          <a:cs typeface="Angsana New" pitchFamily="18" charset="-34"/>
        </a:defRPr>
      </a:lvl7pPr>
      <a:lvl8pPr marL="1371600" algn="l" rtl="0" fontAlgn="base">
        <a:spcBef>
          <a:spcPct val="0"/>
        </a:spcBef>
        <a:spcAft>
          <a:spcPct val="0"/>
        </a:spcAft>
        <a:defRPr sz="5600">
          <a:solidFill>
            <a:schemeClr val="tx2"/>
          </a:solidFill>
          <a:latin typeface="Angsana New" pitchFamily="18" charset="-34"/>
          <a:cs typeface="Angsana New" pitchFamily="18" charset="-34"/>
        </a:defRPr>
      </a:lvl8pPr>
      <a:lvl9pPr marL="1828800" algn="l" rtl="0" fontAlgn="base">
        <a:spcBef>
          <a:spcPct val="0"/>
        </a:spcBef>
        <a:spcAft>
          <a:spcPct val="0"/>
        </a:spcAft>
        <a:defRPr sz="5600">
          <a:solidFill>
            <a:schemeClr val="tx2"/>
          </a:solidFill>
          <a:latin typeface="Angsana New" pitchFamily="18" charset="-34"/>
          <a:cs typeface="Angsana New" pitchFamily="18" charset="-34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4600">
          <a:solidFill>
            <a:schemeClr val="bg1"/>
          </a:solidFill>
          <a:latin typeface="TH Sarabun New" panose="020B0500040200020003" pitchFamily="34" charset="-34"/>
          <a:ea typeface="Angsana New" pitchFamily="18" charset="-120"/>
          <a:cs typeface="TH Sarabun New" panose="020B0500040200020003" pitchFamily="34" charset="-34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4200">
          <a:solidFill>
            <a:schemeClr val="bg1"/>
          </a:solidFill>
          <a:latin typeface="TH Sarabun New" panose="020B0500040200020003" pitchFamily="34" charset="-34"/>
          <a:ea typeface="Angsana New" pitchFamily="18" charset="-120"/>
          <a:cs typeface="TH Sarabun New" panose="020B0500040200020003" pitchFamily="34" charset="-34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3800">
          <a:solidFill>
            <a:schemeClr val="bg1"/>
          </a:solidFill>
          <a:latin typeface="TH Sarabun New" panose="020B0500040200020003" pitchFamily="34" charset="-34"/>
          <a:ea typeface="Angsana New" pitchFamily="18" charset="-120"/>
          <a:cs typeface="TH Sarabun New" panose="020B0500040200020003" pitchFamily="34" charset="-34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 sz="3600">
          <a:solidFill>
            <a:schemeClr val="bg1"/>
          </a:solidFill>
          <a:latin typeface="TH Sarabun New" panose="020B0500040200020003" pitchFamily="34" charset="-34"/>
          <a:ea typeface="Angsana New" pitchFamily="18" charset="-120"/>
          <a:cs typeface="TH Sarabun New" panose="020B0500040200020003" pitchFamily="34" charset="-34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3600">
          <a:solidFill>
            <a:schemeClr val="bg1"/>
          </a:solidFill>
          <a:latin typeface="TH Sarabun New" panose="020B0500040200020003" pitchFamily="34" charset="-34"/>
          <a:ea typeface="Angsana New" pitchFamily="18" charset="-120"/>
          <a:cs typeface="TH Sarabun New" panose="020B0500040200020003" pitchFamily="34" charset="-34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3600">
          <a:solidFill>
            <a:schemeClr val="tx1"/>
          </a:solidFill>
          <a:latin typeface="+mn-lt"/>
          <a:cs typeface="+mn-cs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3600">
          <a:solidFill>
            <a:schemeClr val="tx1"/>
          </a:solidFill>
          <a:latin typeface="+mn-lt"/>
          <a:cs typeface="+mn-cs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3600">
          <a:solidFill>
            <a:schemeClr val="tx1"/>
          </a:solidFill>
          <a:latin typeface="+mn-lt"/>
          <a:cs typeface="+mn-cs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36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4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4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4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4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3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3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3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3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3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3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13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1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1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1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1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1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1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13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4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1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1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1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12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12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12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12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12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12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3.xml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4.xml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5.xml"/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6.xml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7.xml"/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8.xml"/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9.xml"/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0.xml"/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1.xml"/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2.xml"/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3.xml"/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4.xml"/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5.xml"/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6.xml"/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5CF8523C-D281-4E01-B994-8CA956482EB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sz="6200">
                <a:ea typeface="Angsana New" panose="02020603050405020304" pitchFamily="18" charset="-34"/>
              </a:rPr>
              <a:t>Relational Algebra &amp; Relational Calculus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956D7930-4AA4-4A1A-A4A6-6230E247622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sz="4000">
                <a:ea typeface="Angsana New" panose="02020603050405020304" pitchFamily="18" charset="-34"/>
              </a:rPr>
              <a:t>1101171-522209-214201 </a:t>
            </a:r>
            <a:br>
              <a:rPr lang="en-US" altLang="en-US" sz="4000">
                <a:ea typeface="Angsana New" panose="02020603050405020304" pitchFamily="18" charset="-34"/>
              </a:rPr>
            </a:br>
            <a:r>
              <a:rPr lang="en-US" altLang="en-US" sz="4000">
                <a:ea typeface="Angsana New" panose="02020603050405020304" pitchFamily="18" charset="-34"/>
              </a:rPr>
              <a:t>Database </a:t>
            </a:r>
            <a:r>
              <a:rPr lang="en-US" altLang="en-US" sz="4000" dirty="0">
                <a:ea typeface="Angsana New" panose="02020603050405020304" pitchFamily="18" charset="-34"/>
              </a:rPr>
              <a:t>Design and Development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496265A-24F3-4A8F-9894-51002E7955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h-TH" altLang="en-US">
                <a:ea typeface="Angsana New" panose="02020603050405020304" pitchFamily="18" charset="-34"/>
              </a:rPr>
              <a:t>วัตถุประสงค์</a:t>
            </a:r>
            <a:endParaRPr lang="en-US" altLang="en-US">
              <a:ea typeface="Angsana New" panose="02020603050405020304" pitchFamily="18" charset="-34"/>
            </a:endParaRP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D70E0235-97A9-480F-81EC-F556D58487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th-TH" altLang="en-US" sz="4900">
                <a:ea typeface="Angsana New" panose="02020603050405020304" pitchFamily="18" charset="-34"/>
              </a:rPr>
              <a:t>อธิบายแนวคิดของพีชคณิตเชิงสัมพันธ์ได้</a:t>
            </a:r>
            <a:endParaRPr lang="en-US" altLang="en-US" sz="4900">
              <a:ea typeface="Angsana New" panose="02020603050405020304" pitchFamily="18" charset="-34"/>
            </a:endParaRPr>
          </a:p>
          <a:p>
            <a:pPr eaLnBrk="1" hangingPunct="1"/>
            <a:r>
              <a:rPr lang="th-TH" altLang="en-US" sz="4900">
                <a:ea typeface="Angsana New" panose="02020603050405020304" pitchFamily="18" charset="-34"/>
              </a:rPr>
              <a:t>อธิบายแนวคิดของแคลคูลัสเชิงสัมพันธ์ที่สำคัญได้</a:t>
            </a:r>
          </a:p>
          <a:p>
            <a:pPr eaLnBrk="1" hangingPunct="1"/>
            <a:r>
              <a:rPr lang="th-TH" altLang="en-US" sz="4900">
                <a:ea typeface="Angsana New" panose="02020603050405020304" pitchFamily="18" charset="-34"/>
              </a:rPr>
              <a:t>แสดงข้อมูลจากความสัมพันธ์โดยใช้พีชคณิตเชิงสัมพันธ์และแคลคูลัสเชิงสัมพันธ์ได้</a:t>
            </a:r>
            <a:endParaRPr lang="en-US" altLang="en-US" sz="4900">
              <a:ea typeface="Angsana New" panose="02020603050405020304" pitchFamily="18" charset="-3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9DC68066-0D33-462F-AB47-D703DDA023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h-TH" altLang="en-US">
                <a:ea typeface="Angsana New" panose="02020603050405020304" pitchFamily="18" charset="-34"/>
              </a:rPr>
              <a:t>หัวข้อบรรยาย</a:t>
            </a:r>
            <a:endParaRPr lang="en-US" altLang="en-US">
              <a:ea typeface="Angsana New" panose="02020603050405020304" pitchFamily="18" charset="-34"/>
            </a:endParaRP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ABFAE36C-DE09-492F-A327-9CE37CCF20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th-TH" altLang="en-US" sz="4900">
                <a:ea typeface="Angsana New" panose="02020603050405020304" pitchFamily="18" charset="-34"/>
              </a:rPr>
              <a:t>พีชคณิตเชิงสัมพันธ์ </a:t>
            </a:r>
            <a:r>
              <a:rPr lang="en-US" altLang="en-US" sz="4900">
                <a:ea typeface="Angsana New" panose="02020603050405020304" pitchFamily="18" charset="-34"/>
              </a:rPr>
              <a:t>(Relational Algebra)</a:t>
            </a:r>
          </a:p>
          <a:p>
            <a:pPr eaLnBrk="1" hangingPunct="1"/>
            <a:r>
              <a:rPr lang="th-TH" altLang="en-US" sz="4900">
                <a:ea typeface="Angsana New" panose="02020603050405020304" pitchFamily="18" charset="-34"/>
              </a:rPr>
              <a:t>แคลคูลัสเชิงสัมพันธ์ </a:t>
            </a:r>
            <a:r>
              <a:rPr lang="en-US" altLang="en-US" sz="4900">
                <a:ea typeface="Angsana New" panose="02020603050405020304" pitchFamily="18" charset="-34"/>
              </a:rPr>
              <a:t>(Relational Calculus)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481B3F61-03CD-4766-8815-83DC8B35D9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h-TH" altLang="en-US">
                <a:ea typeface="Angsana New" panose="02020603050405020304" pitchFamily="18" charset="-34"/>
              </a:rPr>
              <a:t>พีชคณิตเชิงสัมพันธ์</a:t>
            </a:r>
            <a:r>
              <a:rPr lang="en-US" altLang="en-US">
                <a:ea typeface="Angsana New" panose="02020603050405020304" pitchFamily="18" charset="-34"/>
              </a:rPr>
              <a:t> (Relational Algebra)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19331BB4-6F15-4102-AE5A-651EA5900B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th-TH" altLang="en-US" sz="5000">
                <a:ea typeface="Angsana New" panose="02020603050405020304" pitchFamily="18" charset="-34"/>
              </a:rPr>
              <a:t>เป็นการกระทำพื้นฐานที่เกิดขึ้นในฐานข้อมูลแบบ </a:t>
            </a:r>
            <a:r>
              <a:rPr lang="en-US" altLang="en-US" sz="5000">
                <a:ea typeface="Angsana New" panose="02020603050405020304" pitchFamily="18" charset="-34"/>
              </a:rPr>
              <a:t>Relational</a:t>
            </a:r>
            <a:endParaRPr lang="th-TH" altLang="en-US" sz="5000">
              <a:ea typeface="Angsana New" panose="02020603050405020304" pitchFamily="18" charset="-34"/>
            </a:endParaRPr>
          </a:p>
          <a:p>
            <a:pPr eaLnBrk="1" hangingPunct="1"/>
            <a:r>
              <a:rPr lang="th-TH" altLang="en-US" sz="5000">
                <a:ea typeface="Angsana New" panose="02020603050405020304" pitchFamily="18" charset="-34"/>
              </a:rPr>
              <a:t>นำไปประกอบกันเป็น</a:t>
            </a:r>
            <a:r>
              <a:rPr lang="en-US" altLang="en-US" sz="5000">
                <a:ea typeface="Angsana New" panose="02020603050405020304" pitchFamily="18" charset="-34"/>
              </a:rPr>
              <a:t> Procedure</a:t>
            </a:r>
          </a:p>
          <a:p>
            <a:pPr eaLnBrk="1" hangingPunct="1"/>
            <a:r>
              <a:rPr lang="th-TH" altLang="en-US" sz="5000">
                <a:ea typeface="Angsana New" panose="02020603050405020304" pitchFamily="18" charset="-34"/>
              </a:rPr>
              <a:t>ถูกเรียกว่า</a:t>
            </a:r>
            <a:r>
              <a:rPr lang="en-US" altLang="en-US" sz="5000">
                <a:ea typeface="Angsana New" panose="02020603050405020304" pitchFamily="18" charset="-34"/>
              </a:rPr>
              <a:t> Procedural Query Language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99513C80-0684-4600-9DAB-64D32D4B02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h-TH" altLang="en-US">
                <a:ea typeface="Angsana New" panose="02020603050405020304" pitchFamily="18" charset="-34"/>
              </a:rPr>
              <a:t>พีชคณิตเชิงสัมพันธ์</a:t>
            </a:r>
            <a:r>
              <a:rPr lang="en-US" altLang="en-US">
                <a:ea typeface="Angsana New" panose="02020603050405020304" pitchFamily="18" charset="-34"/>
              </a:rPr>
              <a:t> (Relational Algebra)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52FE145A-ED44-41C3-AA2E-433516DB3A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5000">
                <a:ea typeface="Angsana New" panose="02020603050405020304" pitchFamily="18" charset="-34"/>
              </a:rPr>
              <a:t>Selection (Restrict)</a:t>
            </a:r>
          </a:p>
          <a:p>
            <a:pPr eaLnBrk="1" hangingPunct="1"/>
            <a:r>
              <a:rPr lang="en-US" altLang="en-US" sz="5000">
                <a:ea typeface="Angsana New" panose="02020603050405020304" pitchFamily="18" charset="-34"/>
              </a:rPr>
              <a:t>Project</a:t>
            </a:r>
          </a:p>
          <a:p>
            <a:pPr eaLnBrk="1" hangingPunct="1"/>
            <a:r>
              <a:rPr lang="en-US" altLang="en-US" sz="5000">
                <a:ea typeface="Angsana New" panose="02020603050405020304" pitchFamily="18" charset="-34"/>
              </a:rPr>
              <a:t>Product</a:t>
            </a:r>
          </a:p>
          <a:p>
            <a:pPr eaLnBrk="1" hangingPunct="1"/>
            <a:endParaRPr lang="en-US" altLang="en-US" sz="5000">
              <a:ea typeface="Angsana New" panose="02020603050405020304" pitchFamily="18" charset="-3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1E10D382-3D96-4727-9E74-70F094107F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h-TH" altLang="en-US">
                <a:ea typeface="Angsana New" panose="02020603050405020304" pitchFamily="18" charset="-34"/>
              </a:rPr>
              <a:t>พีชคณิตเชิงสัมพันธ์</a:t>
            </a:r>
            <a:r>
              <a:rPr lang="en-US" altLang="en-US">
                <a:ea typeface="Angsana New" panose="02020603050405020304" pitchFamily="18" charset="-34"/>
              </a:rPr>
              <a:t> (Relational Algebra)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3A84F353-4844-454E-92BB-7F90E5CC68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5000">
                <a:ea typeface="Angsana New" panose="02020603050405020304" pitchFamily="18" charset="-34"/>
              </a:rPr>
              <a:t>Union</a:t>
            </a:r>
          </a:p>
          <a:p>
            <a:pPr eaLnBrk="1" hangingPunct="1"/>
            <a:r>
              <a:rPr lang="en-US" altLang="en-US" sz="5000">
                <a:ea typeface="Angsana New" panose="02020603050405020304" pitchFamily="18" charset="-34"/>
              </a:rPr>
              <a:t>Intersection</a:t>
            </a:r>
          </a:p>
          <a:p>
            <a:pPr eaLnBrk="1" hangingPunct="1"/>
            <a:r>
              <a:rPr lang="en-US" altLang="en-US" sz="5000">
                <a:ea typeface="Angsana New" panose="02020603050405020304" pitchFamily="18" charset="-34"/>
              </a:rPr>
              <a:t>Difference</a:t>
            </a:r>
          </a:p>
          <a:p>
            <a:pPr eaLnBrk="1" hangingPunct="1"/>
            <a:endParaRPr lang="en-US" altLang="en-US" sz="5000">
              <a:ea typeface="Angsana New" panose="02020603050405020304" pitchFamily="18" charset="-3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416CCA7C-E7ED-4001-B454-49DAB9CEB4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h-TH" altLang="en-US">
                <a:ea typeface="Angsana New" panose="02020603050405020304" pitchFamily="18" charset="-34"/>
              </a:rPr>
              <a:t>พีชคณิตเชิงสัมพันธ์</a:t>
            </a:r>
            <a:r>
              <a:rPr lang="en-US" altLang="en-US">
                <a:ea typeface="Angsana New" panose="02020603050405020304" pitchFamily="18" charset="-34"/>
              </a:rPr>
              <a:t> (Relational Algebra)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3F717F1B-6D0F-4902-B232-46229523C2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5000">
                <a:ea typeface="Angsana New" panose="02020603050405020304" pitchFamily="18" charset="-34"/>
              </a:rPr>
              <a:t>Join</a:t>
            </a:r>
          </a:p>
          <a:p>
            <a:pPr eaLnBrk="1" hangingPunct="1"/>
            <a:r>
              <a:rPr lang="en-US" altLang="en-US" sz="5000">
                <a:ea typeface="Angsana New" panose="02020603050405020304" pitchFamily="18" charset="-34"/>
              </a:rPr>
              <a:t>Division</a:t>
            </a:r>
          </a:p>
          <a:p>
            <a:pPr eaLnBrk="1" hangingPunct="1"/>
            <a:endParaRPr lang="en-US" altLang="en-US" sz="5000">
              <a:ea typeface="Angsana New" panose="02020603050405020304" pitchFamily="18" charset="-3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DEE6707B-16AD-478D-9258-4E905F284B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Selection (Restrict)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E213825C-124C-4D5A-9B40-3BB50C967B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th-TH" altLang="en-US" sz="5000">
                <a:ea typeface="Angsana New" panose="02020603050405020304" pitchFamily="18" charset="-34"/>
              </a:rPr>
              <a:t>เป็นโอเปอเรเตอร์ทางคณิตศาสตร์ที่ใช้ในการเลือกข้อมูลจากรีเลชั่นหนึ่ง ที่มีเงื่อนไขตามที่ระบุไว้</a:t>
            </a:r>
            <a:endParaRPr lang="en-US" altLang="en-US" sz="5000">
              <a:ea typeface="Angsana New" panose="02020603050405020304" pitchFamily="18" charset="-34"/>
            </a:endParaRPr>
          </a:p>
          <a:p>
            <a:pPr eaLnBrk="1" hangingPunct="1"/>
            <a:r>
              <a:rPr lang="th-TH" altLang="en-US" sz="5000">
                <a:ea typeface="Angsana New" panose="02020603050405020304" pitchFamily="18" charset="-34"/>
              </a:rPr>
              <a:t>แสดงข้อมูลของทูเพิลที่เป็นไปตามเงื่อนไขที่ระบุ</a:t>
            </a:r>
            <a:endParaRPr lang="en-US" altLang="en-US" sz="5000">
              <a:ea typeface="Angsana New" panose="02020603050405020304" pitchFamily="18" charset="-3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07C29646-5D67-457F-9608-E6D79C95D4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Selection (Restrict)</a:t>
            </a:r>
          </a:p>
        </p:txBody>
      </p:sp>
      <p:graphicFrame>
        <p:nvGraphicFramePr>
          <p:cNvPr id="26670" name="Group 46">
            <a:extLst>
              <a:ext uri="{FF2B5EF4-FFF2-40B4-BE49-F238E27FC236}">
                <a16:creationId xmlns:a16="http://schemas.microsoft.com/office/drawing/2014/main" id="{D9555047-050F-4ADF-8841-5C2E64E75EAA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590800" y="1828800"/>
          <a:ext cx="4114800" cy="3840163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485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th-TH" sz="3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gsana New" pitchFamily="18" charset="-34"/>
                        <a:cs typeface="Angsana New" pitchFamily="18" charset="-34"/>
                      </a:endParaRP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5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th-TH" sz="3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gsana New" pitchFamily="18" charset="-34"/>
                        <a:cs typeface="Angsana New" pitchFamily="18" charset="-34"/>
                      </a:endParaRP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5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th-TH" sz="3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gsana New" pitchFamily="18" charset="-34"/>
                        <a:cs typeface="Angsana New" pitchFamily="18" charset="-34"/>
                      </a:endParaRP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5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th-TH" sz="3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gsana New" pitchFamily="18" charset="-34"/>
                        <a:cs typeface="Angsana New" pitchFamily="18" charset="-34"/>
                      </a:endParaRP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5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th-TH" sz="3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gsana New" pitchFamily="18" charset="-34"/>
                        <a:cs typeface="Angsana New" pitchFamily="18" charset="-34"/>
                      </a:endParaRP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5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th-TH" sz="3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gsana New" pitchFamily="18" charset="-34"/>
                        <a:cs typeface="Angsana New" pitchFamily="18" charset="-34"/>
                      </a:endParaRP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5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th-TH" sz="3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gsana New" pitchFamily="18" charset="-34"/>
                        <a:cs typeface="Angsana New" pitchFamily="18" charset="-34"/>
                      </a:endParaRP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D9BD9B88-E6BA-4DB0-9D10-995407D1F4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Selection (Restrict)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59FD6DCE-2A21-46D9-AD76-46E732EE9B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 sz="5000">
                <a:ea typeface="Angsana New" panose="02020603050405020304" pitchFamily="18" charset="-34"/>
              </a:rPr>
              <a:t>รูปแบบ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sp>
        <p:nvSpPr>
          <p:cNvPr id="22532" name="Text Box 4">
            <a:extLst>
              <a:ext uri="{FF2B5EF4-FFF2-40B4-BE49-F238E27FC236}">
                <a16:creationId xmlns:a16="http://schemas.microsoft.com/office/drawing/2014/main" id="{C9AE2103-049B-492C-97C8-E6909C096B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2667000"/>
            <a:ext cx="5486400" cy="71437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rgbClr val="FFD55D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th-TH" altLang="en-US" sz="4000">
                <a:solidFill>
                  <a:schemeClr val="tx1"/>
                </a:solidFill>
              </a:rPr>
              <a:t>ชื่อรีเลชั่น</a:t>
            </a:r>
            <a:r>
              <a:rPr lang="en-US" altLang="en-US" sz="4000">
                <a:solidFill>
                  <a:schemeClr val="tx1"/>
                </a:solidFill>
              </a:rPr>
              <a:t> WHERE</a:t>
            </a:r>
            <a:r>
              <a:rPr lang="th-TH" altLang="en-US" sz="4000">
                <a:solidFill>
                  <a:schemeClr val="tx1"/>
                </a:solidFill>
              </a:rPr>
              <a:t> </a:t>
            </a:r>
            <a:r>
              <a:rPr lang="en-US" altLang="en-US" sz="4000">
                <a:solidFill>
                  <a:schemeClr val="tx1"/>
                </a:solidFill>
              </a:rPr>
              <a:t>&lt;CONDITION&gt;</a:t>
            </a:r>
          </a:p>
        </p:txBody>
      </p:sp>
      <p:sp>
        <p:nvSpPr>
          <p:cNvPr id="22533" name="Text Box 5">
            <a:extLst>
              <a:ext uri="{FF2B5EF4-FFF2-40B4-BE49-F238E27FC236}">
                <a16:creationId xmlns:a16="http://schemas.microsoft.com/office/drawing/2014/main" id="{B43E41EC-1D22-4D64-842F-47FE244EFA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4038600"/>
            <a:ext cx="5486400" cy="71437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rgbClr val="FFD55D"/>
              </a:gs>
            </a:gsLst>
            <a:lin ang="5400000" scaled="1"/>
          </a:gra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th-TH" altLang="en-US" sz="4000">
                <a:solidFill>
                  <a:schemeClr val="tx1"/>
                </a:solidFill>
                <a:sym typeface="Symbol" panose="05050102010706020507" pitchFamily="18" charset="2"/>
              </a:rPr>
              <a:t></a:t>
            </a:r>
            <a:r>
              <a:rPr lang="en-US" altLang="en-US" sz="4000" baseline="-25000">
                <a:solidFill>
                  <a:schemeClr val="tx1"/>
                </a:solidFill>
                <a:sym typeface="Symbol" panose="05050102010706020507" pitchFamily="18" charset="2"/>
              </a:rPr>
              <a:t>condition</a:t>
            </a:r>
            <a:r>
              <a:rPr lang="en-US" altLang="en-US" sz="4000">
                <a:solidFill>
                  <a:schemeClr val="tx1"/>
                </a:solidFill>
                <a:sym typeface="Symbol" panose="05050102010706020507" pitchFamily="18" charset="2"/>
              </a:rPr>
              <a:t>(Relation)</a:t>
            </a:r>
            <a:endParaRPr lang="th-TH" altLang="en-US" sz="400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DA16671E-4822-4A50-A72D-96A2395C22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Selection (Restrict)</a:t>
            </a:r>
          </a:p>
        </p:txBody>
      </p:sp>
      <p:graphicFrame>
        <p:nvGraphicFramePr>
          <p:cNvPr id="30774" name="Group 54">
            <a:extLst>
              <a:ext uri="{FF2B5EF4-FFF2-40B4-BE49-F238E27FC236}">
                <a16:creationId xmlns:a16="http://schemas.microsoft.com/office/drawing/2014/main" id="{E1B68A16-0E06-4412-88DC-8D572550691F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514600" y="2286000"/>
          <a:ext cx="4114800" cy="2438400"/>
        </p:xfrm>
        <a:graphic>
          <a:graphicData uri="http://schemas.openxmlformats.org/drawingml/2006/table">
            <a:tbl>
              <a:tblPr/>
              <a:tblGrid>
                <a:gridCol w="1006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4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4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1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รหัส</a:t>
                      </a:r>
                      <a:endParaRPr kumimoji="0" lang="en-US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ชื่อ</a:t>
                      </a:r>
                      <a:endParaRPr kumimoji="0" lang="en-US" sz="26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จังหวัด</a:t>
                      </a:r>
                      <a:endParaRPr kumimoji="0" lang="en-US" sz="26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แดง</a:t>
                      </a:r>
                      <a:endParaRPr kumimoji="0" lang="en-US" sz="2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ดำ</a:t>
                      </a:r>
                      <a:endParaRPr kumimoji="0" lang="en-US" sz="2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กรุงเทพฯ</a:t>
                      </a:r>
                      <a:endParaRPr kumimoji="0" lang="en-US" sz="2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เขียว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สระบุรี</a:t>
                      </a:r>
                      <a:endParaRPr kumimoji="0" lang="en-US" sz="2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ขาว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605" name="Rectangle 52">
            <a:extLst>
              <a:ext uri="{FF2B5EF4-FFF2-40B4-BE49-F238E27FC236}">
                <a16:creationId xmlns:a16="http://schemas.microsoft.com/office/drawing/2014/main" id="{1ECE9B6F-3041-4ACF-9F6D-051D63A1E0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>
                <a:ea typeface="Angsana New" panose="02020603050405020304" pitchFamily="18" charset="-34"/>
              </a:rPr>
              <a:t>ตัวอย่าง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sp>
        <p:nvSpPr>
          <p:cNvPr id="24606" name="Text Box 53">
            <a:extLst>
              <a:ext uri="{FF2B5EF4-FFF2-40B4-BE49-F238E27FC236}">
                <a16:creationId xmlns:a16="http://schemas.microsoft.com/office/drawing/2014/main" id="{D96FE2C1-B3C5-43CC-B48B-B6C5B09FFE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1711325"/>
            <a:ext cx="11779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th-TH" altLang="en-US" sz="3200" b="1" i="1">
                <a:solidFill>
                  <a:schemeClr val="tx1"/>
                </a:solidFill>
              </a:rPr>
              <a:t>นักศึกษา</a:t>
            </a:r>
            <a:endParaRPr lang="en-US" altLang="en-US" sz="3200" b="1" i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365825ED-60D3-422E-99E9-D9BA57A822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Selection (Restrict)</a:t>
            </a:r>
          </a:p>
        </p:txBody>
      </p:sp>
      <p:graphicFrame>
        <p:nvGraphicFramePr>
          <p:cNvPr id="38915" name="Group 3">
            <a:extLst>
              <a:ext uri="{FF2B5EF4-FFF2-40B4-BE49-F238E27FC236}">
                <a16:creationId xmlns:a16="http://schemas.microsoft.com/office/drawing/2014/main" id="{465B44BD-AC4E-41CB-82B8-2286A24C35F2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514600" y="2286000"/>
          <a:ext cx="4114800" cy="2438400"/>
        </p:xfrm>
        <a:graphic>
          <a:graphicData uri="http://schemas.openxmlformats.org/drawingml/2006/table">
            <a:tbl>
              <a:tblPr/>
              <a:tblGrid>
                <a:gridCol w="1006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4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4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1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รหัส</a:t>
                      </a:r>
                      <a:endParaRPr kumimoji="0" lang="en-US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ชื่อ</a:t>
                      </a:r>
                      <a:endParaRPr kumimoji="0" lang="en-US" sz="26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จังหวัด</a:t>
                      </a:r>
                      <a:endParaRPr kumimoji="0" lang="en-US" sz="26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แดง</a:t>
                      </a:r>
                      <a:endParaRPr kumimoji="0" lang="en-US" sz="2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ดำ</a:t>
                      </a:r>
                      <a:endParaRPr kumimoji="0" lang="en-US" sz="2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กรุงเทพฯ</a:t>
                      </a:r>
                      <a:endParaRPr kumimoji="0" lang="en-US" sz="2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เขียว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สระบุรี</a:t>
                      </a:r>
                      <a:endParaRPr kumimoji="0" lang="en-US" sz="2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ขาว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653" name="Rectangle 29">
            <a:extLst>
              <a:ext uri="{FF2B5EF4-FFF2-40B4-BE49-F238E27FC236}">
                <a16:creationId xmlns:a16="http://schemas.microsoft.com/office/drawing/2014/main" id="{5A36CD38-F478-4CB1-BF68-30401E6C96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>
                <a:ea typeface="Angsana New" panose="02020603050405020304" pitchFamily="18" charset="-34"/>
              </a:rPr>
              <a:t>ตัวอย่าง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sp>
        <p:nvSpPr>
          <p:cNvPr id="26654" name="Text Box 30">
            <a:extLst>
              <a:ext uri="{FF2B5EF4-FFF2-40B4-BE49-F238E27FC236}">
                <a16:creationId xmlns:a16="http://schemas.microsoft.com/office/drawing/2014/main" id="{5FE78E22-E3D9-411B-A464-749C129243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1711325"/>
            <a:ext cx="11779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th-TH" altLang="en-US" sz="3200" b="1" i="1">
                <a:solidFill>
                  <a:schemeClr val="tx1"/>
                </a:solidFill>
              </a:rPr>
              <a:t>นักศึกษา</a:t>
            </a:r>
            <a:endParaRPr lang="en-US" altLang="en-US" sz="3200" b="1" i="1">
              <a:solidFill>
                <a:schemeClr val="tx1"/>
              </a:solidFill>
            </a:endParaRPr>
          </a:p>
        </p:txBody>
      </p:sp>
      <p:sp>
        <p:nvSpPr>
          <p:cNvPr id="26655" name="Text Box 31">
            <a:extLst>
              <a:ext uri="{FF2B5EF4-FFF2-40B4-BE49-F238E27FC236}">
                <a16:creationId xmlns:a16="http://schemas.microsoft.com/office/drawing/2014/main" id="{F95C7E45-9FE4-4440-BB97-E6AD89D0C4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4876800"/>
            <a:ext cx="5562600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th-TH" altLang="en-US" sz="4800">
                <a:sym typeface="Symbol" panose="05050102010706020507" pitchFamily="18" charset="2"/>
              </a:rPr>
              <a:t></a:t>
            </a:r>
            <a:r>
              <a:rPr lang="th-TH" altLang="en-US" sz="4800" baseline="-25000">
                <a:sym typeface="Symbol" panose="05050102010706020507" pitchFamily="18" charset="2"/>
              </a:rPr>
              <a:t>จังหวัด</a:t>
            </a:r>
            <a:r>
              <a:rPr lang="en-US" altLang="en-US" sz="4800" baseline="-25000">
                <a:sym typeface="Symbol" panose="05050102010706020507" pitchFamily="18" charset="2"/>
              </a:rPr>
              <a:t>=‘</a:t>
            </a:r>
            <a:r>
              <a:rPr lang="th-TH" altLang="en-US" sz="4800" baseline="-25000">
                <a:sym typeface="Symbol" panose="05050102010706020507" pitchFamily="18" charset="2"/>
              </a:rPr>
              <a:t>นครราชสีมา</a:t>
            </a:r>
            <a:r>
              <a:rPr lang="en-US" altLang="en-US" sz="4800" baseline="-25000">
                <a:sym typeface="Symbol" panose="05050102010706020507" pitchFamily="18" charset="2"/>
              </a:rPr>
              <a:t>’</a:t>
            </a:r>
            <a:r>
              <a:rPr lang="en-US" altLang="en-US" sz="4800">
                <a:sym typeface="Symbol" panose="05050102010706020507" pitchFamily="18" charset="2"/>
              </a:rPr>
              <a:t>(</a:t>
            </a:r>
            <a:r>
              <a:rPr lang="th-TH" altLang="en-US" sz="4800">
                <a:sym typeface="Symbol" panose="05050102010706020507" pitchFamily="18" charset="2"/>
              </a:rPr>
              <a:t>นักศึกษา</a:t>
            </a:r>
            <a:r>
              <a:rPr lang="en-US" altLang="en-US" sz="4800">
                <a:sym typeface="Symbol" panose="05050102010706020507" pitchFamily="18" charset="2"/>
              </a:rPr>
              <a:t>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E1311838-FECF-4BE3-8A13-ED2B5CD9A4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Selection (Restrict)</a:t>
            </a:r>
          </a:p>
        </p:txBody>
      </p:sp>
      <p:graphicFrame>
        <p:nvGraphicFramePr>
          <p:cNvPr id="33824" name="Group 32">
            <a:extLst>
              <a:ext uri="{FF2B5EF4-FFF2-40B4-BE49-F238E27FC236}">
                <a16:creationId xmlns:a16="http://schemas.microsoft.com/office/drawing/2014/main" id="{3889E118-EA06-426B-A5D7-FE80458FB4EB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514600" y="2286000"/>
          <a:ext cx="4114800" cy="2438400"/>
        </p:xfrm>
        <a:graphic>
          <a:graphicData uri="http://schemas.openxmlformats.org/drawingml/2006/table">
            <a:tbl>
              <a:tblPr/>
              <a:tblGrid>
                <a:gridCol w="1006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4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4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1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รหัส</a:t>
                      </a:r>
                      <a:endParaRPr kumimoji="0" lang="en-US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ชื่อ</a:t>
                      </a:r>
                      <a:endParaRPr kumimoji="0" lang="en-US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1" i="0" u="sng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จังหวัด</a:t>
                      </a:r>
                      <a:endParaRPr kumimoji="0" lang="en-US" sz="2600" b="1" i="0" u="sng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แดง</a:t>
                      </a:r>
                      <a:endParaRPr kumimoji="0" lang="en-US" sz="2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ดำ</a:t>
                      </a:r>
                      <a:endParaRPr kumimoji="0" lang="en-US" sz="2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กรุงเทพฯ</a:t>
                      </a:r>
                      <a:endParaRPr kumimoji="0" lang="en-US" sz="2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เขียว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สระบุรี</a:t>
                      </a:r>
                      <a:endParaRPr kumimoji="0" lang="en-US" sz="2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ขาว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701" name="Rectangle 29">
            <a:extLst>
              <a:ext uri="{FF2B5EF4-FFF2-40B4-BE49-F238E27FC236}">
                <a16:creationId xmlns:a16="http://schemas.microsoft.com/office/drawing/2014/main" id="{0D745212-E420-4EFE-BFFC-6EB2F1395D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>
                <a:ea typeface="Angsana New" panose="02020603050405020304" pitchFamily="18" charset="-34"/>
              </a:rPr>
              <a:t>ตัวอย่าง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sp>
        <p:nvSpPr>
          <p:cNvPr id="28702" name="Text Box 30">
            <a:extLst>
              <a:ext uri="{FF2B5EF4-FFF2-40B4-BE49-F238E27FC236}">
                <a16:creationId xmlns:a16="http://schemas.microsoft.com/office/drawing/2014/main" id="{81B13C8E-403D-4F65-8D2D-FC0A1F0788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1711325"/>
            <a:ext cx="11779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th-TH" altLang="en-US" sz="3200" b="1" i="1">
                <a:solidFill>
                  <a:schemeClr val="tx1"/>
                </a:solidFill>
              </a:rPr>
              <a:t>นักศึกษา</a:t>
            </a:r>
            <a:endParaRPr lang="en-US" altLang="en-US" sz="3200" b="1" i="1">
              <a:solidFill>
                <a:schemeClr val="tx1"/>
              </a:solidFill>
            </a:endParaRPr>
          </a:p>
        </p:txBody>
      </p:sp>
      <p:sp>
        <p:nvSpPr>
          <p:cNvPr id="28703" name="Text Box 31">
            <a:extLst>
              <a:ext uri="{FF2B5EF4-FFF2-40B4-BE49-F238E27FC236}">
                <a16:creationId xmlns:a16="http://schemas.microsoft.com/office/drawing/2014/main" id="{1D5404CA-03F5-425B-AF87-40433CDAF0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4876800"/>
            <a:ext cx="5562600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th-TH" altLang="en-US" sz="4800">
                <a:sym typeface="Symbol" panose="05050102010706020507" pitchFamily="18" charset="2"/>
              </a:rPr>
              <a:t></a:t>
            </a:r>
            <a:r>
              <a:rPr lang="th-TH" altLang="en-US" sz="4800" baseline="-25000">
                <a:sym typeface="Symbol" panose="05050102010706020507" pitchFamily="18" charset="2"/>
              </a:rPr>
              <a:t>จังหวัด</a:t>
            </a:r>
            <a:r>
              <a:rPr lang="en-US" altLang="en-US" sz="4800" baseline="-25000">
                <a:sym typeface="Symbol" panose="05050102010706020507" pitchFamily="18" charset="2"/>
              </a:rPr>
              <a:t>=‘</a:t>
            </a:r>
            <a:r>
              <a:rPr lang="th-TH" altLang="en-US" sz="4800" baseline="-25000">
                <a:sym typeface="Symbol" panose="05050102010706020507" pitchFamily="18" charset="2"/>
              </a:rPr>
              <a:t>นครราชสีมา</a:t>
            </a:r>
            <a:r>
              <a:rPr lang="en-US" altLang="en-US" sz="4800" baseline="-25000">
                <a:sym typeface="Symbol" panose="05050102010706020507" pitchFamily="18" charset="2"/>
              </a:rPr>
              <a:t>’</a:t>
            </a:r>
            <a:r>
              <a:rPr lang="en-US" altLang="en-US" sz="4800">
                <a:sym typeface="Symbol" panose="05050102010706020507" pitchFamily="18" charset="2"/>
              </a:rPr>
              <a:t>(</a:t>
            </a:r>
            <a:r>
              <a:rPr lang="th-TH" altLang="en-US" sz="4800">
                <a:sym typeface="Symbol" panose="05050102010706020507" pitchFamily="18" charset="2"/>
              </a:rPr>
              <a:t>นักศึกษา</a:t>
            </a:r>
            <a:r>
              <a:rPr lang="en-US" altLang="en-US" sz="4800">
                <a:sym typeface="Symbol" panose="05050102010706020507" pitchFamily="18" charset="2"/>
              </a:rPr>
              <a:t>)</a:t>
            </a:r>
          </a:p>
        </p:txBody>
      </p:sp>
      <p:sp>
        <p:nvSpPr>
          <p:cNvPr id="28704" name="Line 33">
            <a:extLst>
              <a:ext uri="{FF2B5EF4-FFF2-40B4-BE49-F238E27FC236}">
                <a16:creationId xmlns:a16="http://schemas.microsoft.com/office/drawing/2014/main" id="{E9B64AD0-18B2-4988-85B2-A93567F62206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2971800"/>
            <a:ext cx="3810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28705" name="Line 34">
            <a:extLst>
              <a:ext uri="{FF2B5EF4-FFF2-40B4-BE49-F238E27FC236}">
                <a16:creationId xmlns:a16="http://schemas.microsoft.com/office/drawing/2014/main" id="{5CF13867-DB19-4C14-84F1-87539EC17F5C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4495800"/>
            <a:ext cx="3810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0931939B-648E-4352-BC99-4C33350A9E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Selection (Restrict)</a:t>
            </a:r>
          </a:p>
        </p:txBody>
      </p:sp>
      <p:graphicFrame>
        <p:nvGraphicFramePr>
          <p:cNvPr id="34851" name="Group 35">
            <a:extLst>
              <a:ext uri="{FF2B5EF4-FFF2-40B4-BE49-F238E27FC236}">
                <a16:creationId xmlns:a16="http://schemas.microsoft.com/office/drawing/2014/main" id="{510302E1-3476-4830-BEB1-EC05CB83E9EA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514600" y="2286000"/>
          <a:ext cx="4114800" cy="2438400"/>
        </p:xfrm>
        <a:graphic>
          <a:graphicData uri="http://schemas.openxmlformats.org/drawingml/2006/table">
            <a:tbl>
              <a:tblPr/>
              <a:tblGrid>
                <a:gridCol w="1006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4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4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1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รหัส</a:t>
                      </a:r>
                      <a:endParaRPr kumimoji="0" lang="en-US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ชื่อ</a:t>
                      </a:r>
                      <a:endParaRPr kumimoji="0" lang="en-US" sz="26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1" i="0" u="sng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จังหวัด</a:t>
                      </a:r>
                      <a:endParaRPr kumimoji="0" lang="en-US" sz="2600" b="1" i="0" u="sng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แดง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ดำ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กรุงเทพฯ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เขียว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สระบุรี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ขาว</a:t>
                      </a:r>
                      <a:endParaRPr kumimoji="0" lang="en-US" sz="2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749" name="Rectangle 29">
            <a:extLst>
              <a:ext uri="{FF2B5EF4-FFF2-40B4-BE49-F238E27FC236}">
                <a16:creationId xmlns:a16="http://schemas.microsoft.com/office/drawing/2014/main" id="{10C4F1C9-D0C7-4FAF-805B-32C29BB43C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>
                <a:ea typeface="Angsana New" panose="02020603050405020304" pitchFamily="18" charset="-34"/>
              </a:rPr>
              <a:t>ตัวอย่าง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sp>
        <p:nvSpPr>
          <p:cNvPr id="30750" name="Text Box 30">
            <a:extLst>
              <a:ext uri="{FF2B5EF4-FFF2-40B4-BE49-F238E27FC236}">
                <a16:creationId xmlns:a16="http://schemas.microsoft.com/office/drawing/2014/main" id="{82AA5EB8-3DF2-4E5E-AD86-12D6F36E20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1711325"/>
            <a:ext cx="11779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th-TH" altLang="en-US" sz="3200" b="1" i="1">
                <a:solidFill>
                  <a:schemeClr val="tx1"/>
                </a:solidFill>
              </a:rPr>
              <a:t>นักศึกษา</a:t>
            </a:r>
            <a:endParaRPr lang="en-US" altLang="en-US" sz="3200" b="1" i="1">
              <a:solidFill>
                <a:schemeClr val="tx1"/>
              </a:solidFill>
            </a:endParaRPr>
          </a:p>
        </p:txBody>
      </p:sp>
      <p:sp>
        <p:nvSpPr>
          <p:cNvPr id="30751" name="Text Box 31">
            <a:extLst>
              <a:ext uri="{FF2B5EF4-FFF2-40B4-BE49-F238E27FC236}">
                <a16:creationId xmlns:a16="http://schemas.microsoft.com/office/drawing/2014/main" id="{A753FE62-C469-4F9B-BF42-428629E54A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4876800"/>
            <a:ext cx="5562600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th-TH" altLang="en-US" sz="4800">
                <a:sym typeface="Symbol" panose="05050102010706020507" pitchFamily="18" charset="2"/>
              </a:rPr>
              <a:t></a:t>
            </a:r>
            <a:r>
              <a:rPr lang="th-TH" altLang="en-US" sz="4800" baseline="-25000">
                <a:sym typeface="Symbol" panose="05050102010706020507" pitchFamily="18" charset="2"/>
              </a:rPr>
              <a:t>จังหวัด</a:t>
            </a:r>
            <a:r>
              <a:rPr lang="en-US" altLang="en-US" sz="4800" baseline="-25000">
                <a:sym typeface="Symbol" panose="05050102010706020507" pitchFamily="18" charset="2"/>
              </a:rPr>
              <a:t>=‘</a:t>
            </a:r>
            <a:r>
              <a:rPr lang="th-TH" altLang="en-US" sz="4800" baseline="-25000">
                <a:sym typeface="Symbol" panose="05050102010706020507" pitchFamily="18" charset="2"/>
              </a:rPr>
              <a:t>นคราชสีมา</a:t>
            </a:r>
            <a:r>
              <a:rPr lang="en-US" altLang="en-US" sz="4800" baseline="-25000">
                <a:sym typeface="Symbol" panose="05050102010706020507" pitchFamily="18" charset="2"/>
              </a:rPr>
              <a:t>’</a:t>
            </a:r>
            <a:r>
              <a:rPr lang="en-US" altLang="en-US" sz="4800">
                <a:sym typeface="Symbol" panose="05050102010706020507" pitchFamily="18" charset="2"/>
              </a:rPr>
              <a:t>(</a:t>
            </a:r>
            <a:r>
              <a:rPr lang="th-TH" altLang="en-US" sz="4800">
                <a:sym typeface="Symbol" panose="05050102010706020507" pitchFamily="18" charset="2"/>
              </a:rPr>
              <a:t>นักศึกษา</a:t>
            </a:r>
            <a:r>
              <a:rPr lang="en-US" altLang="en-US" sz="4800">
                <a:sym typeface="Symbol" panose="05050102010706020507" pitchFamily="18" charset="2"/>
              </a:rPr>
              <a:t>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BA8F7A33-1BC1-43A3-87E5-C55FF4B772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Selection (Restrict)</a:t>
            </a:r>
          </a:p>
        </p:txBody>
      </p:sp>
      <p:graphicFrame>
        <p:nvGraphicFramePr>
          <p:cNvPr id="35872" name="Group 32">
            <a:extLst>
              <a:ext uri="{FF2B5EF4-FFF2-40B4-BE49-F238E27FC236}">
                <a16:creationId xmlns:a16="http://schemas.microsoft.com/office/drawing/2014/main" id="{DC9C1682-10E2-4372-A7D1-42006854B0EA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514600" y="2286000"/>
          <a:ext cx="4114800" cy="1463675"/>
        </p:xfrm>
        <a:graphic>
          <a:graphicData uri="http://schemas.openxmlformats.org/drawingml/2006/table">
            <a:tbl>
              <a:tblPr/>
              <a:tblGrid>
                <a:gridCol w="1006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4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4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8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รหัส</a:t>
                      </a:r>
                      <a:endParaRPr kumimoji="0" lang="en-US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ชื่อ</a:t>
                      </a:r>
                      <a:endParaRPr kumimoji="0" lang="en-US" sz="26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จังหวัด</a:t>
                      </a:r>
                      <a:endParaRPr kumimoji="0" lang="en-US" sz="26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8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แดง</a:t>
                      </a:r>
                      <a:endParaRPr kumimoji="0" lang="en-US" sz="2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6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8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B004</a:t>
                      </a: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ขาว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6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2789" name="Rectangle 29">
            <a:extLst>
              <a:ext uri="{FF2B5EF4-FFF2-40B4-BE49-F238E27FC236}">
                <a16:creationId xmlns:a16="http://schemas.microsoft.com/office/drawing/2014/main" id="{28EB4032-BA0E-4E47-AF26-A2CAC14B2D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>
                <a:ea typeface="Angsana New" panose="02020603050405020304" pitchFamily="18" charset="-34"/>
              </a:rPr>
              <a:t>ตัวอย่าง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sp>
        <p:nvSpPr>
          <p:cNvPr id="32790" name="Text Box 30">
            <a:extLst>
              <a:ext uri="{FF2B5EF4-FFF2-40B4-BE49-F238E27FC236}">
                <a16:creationId xmlns:a16="http://schemas.microsoft.com/office/drawing/2014/main" id="{897DAE09-E52A-4808-A3B5-BD74D10475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1711325"/>
            <a:ext cx="11779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th-TH" altLang="en-US" sz="3200" b="1" i="1">
                <a:solidFill>
                  <a:schemeClr val="tx1"/>
                </a:solidFill>
              </a:rPr>
              <a:t>นักศึกษา</a:t>
            </a:r>
            <a:endParaRPr lang="en-US" altLang="en-US" sz="3200" b="1" i="1">
              <a:solidFill>
                <a:schemeClr val="tx1"/>
              </a:solidFill>
            </a:endParaRPr>
          </a:p>
        </p:txBody>
      </p:sp>
      <p:sp>
        <p:nvSpPr>
          <p:cNvPr id="32791" name="Text Box 31">
            <a:extLst>
              <a:ext uri="{FF2B5EF4-FFF2-40B4-BE49-F238E27FC236}">
                <a16:creationId xmlns:a16="http://schemas.microsoft.com/office/drawing/2014/main" id="{69FFB076-EB0D-4312-8C79-D40AF75FD8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4876800"/>
            <a:ext cx="5562600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th-TH" altLang="en-US" sz="4800">
                <a:sym typeface="Symbol" panose="05050102010706020507" pitchFamily="18" charset="2"/>
              </a:rPr>
              <a:t></a:t>
            </a:r>
            <a:r>
              <a:rPr lang="th-TH" altLang="en-US" sz="4800" baseline="-25000">
                <a:sym typeface="Symbol" panose="05050102010706020507" pitchFamily="18" charset="2"/>
              </a:rPr>
              <a:t>จังหวัด</a:t>
            </a:r>
            <a:r>
              <a:rPr lang="en-US" altLang="en-US" sz="4800" baseline="-25000">
                <a:sym typeface="Symbol" panose="05050102010706020507" pitchFamily="18" charset="2"/>
              </a:rPr>
              <a:t>=‘</a:t>
            </a:r>
            <a:r>
              <a:rPr lang="th-TH" altLang="en-US" sz="4800" baseline="-25000">
                <a:sym typeface="Symbol" panose="05050102010706020507" pitchFamily="18" charset="2"/>
              </a:rPr>
              <a:t>นคราชสีมา</a:t>
            </a:r>
            <a:r>
              <a:rPr lang="en-US" altLang="en-US" sz="4800" baseline="-25000">
                <a:sym typeface="Symbol" panose="05050102010706020507" pitchFamily="18" charset="2"/>
              </a:rPr>
              <a:t>’</a:t>
            </a:r>
            <a:r>
              <a:rPr lang="en-US" altLang="en-US" sz="4800">
                <a:sym typeface="Symbol" panose="05050102010706020507" pitchFamily="18" charset="2"/>
              </a:rPr>
              <a:t>(</a:t>
            </a:r>
            <a:r>
              <a:rPr lang="th-TH" altLang="en-US" sz="4800">
                <a:sym typeface="Symbol" panose="05050102010706020507" pitchFamily="18" charset="2"/>
              </a:rPr>
              <a:t>นักศึกษา</a:t>
            </a:r>
            <a:r>
              <a:rPr lang="en-US" altLang="en-US" sz="4800">
                <a:sym typeface="Symbol" panose="05050102010706020507" pitchFamily="18" charset="2"/>
              </a:rPr>
              <a:t>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9C9E6995-DE1F-4C40-A93F-ECCBD068EE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Selection (Restrict)</a:t>
            </a:r>
          </a:p>
        </p:txBody>
      </p:sp>
      <p:graphicFrame>
        <p:nvGraphicFramePr>
          <p:cNvPr id="40963" name="Group 3">
            <a:extLst>
              <a:ext uri="{FF2B5EF4-FFF2-40B4-BE49-F238E27FC236}">
                <a16:creationId xmlns:a16="http://schemas.microsoft.com/office/drawing/2014/main" id="{44679546-6FA2-481C-8DD6-A9B09ACA3C5A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514600" y="2286000"/>
          <a:ext cx="4114800" cy="2438400"/>
        </p:xfrm>
        <a:graphic>
          <a:graphicData uri="http://schemas.openxmlformats.org/drawingml/2006/table">
            <a:tbl>
              <a:tblPr/>
              <a:tblGrid>
                <a:gridCol w="1006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4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4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1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รหัส</a:t>
                      </a:r>
                      <a:endParaRPr kumimoji="0" lang="en-US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ชื่อ</a:t>
                      </a:r>
                      <a:endParaRPr kumimoji="0" lang="en-US" sz="26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จังหวัด</a:t>
                      </a:r>
                      <a:endParaRPr kumimoji="0" lang="en-US" sz="26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แดง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ดำ</a:t>
                      </a:r>
                      <a:endParaRPr kumimoji="0" lang="en-US" sz="2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กรุงเทพฯ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เขียว</a:t>
                      </a:r>
                      <a:endParaRPr kumimoji="0" lang="en-US" sz="2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สระบุรี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ขาว</a:t>
                      </a:r>
                      <a:endParaRPr kumimoji="0" lang="en-US" sz="2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4845" name="Rectangle 29">
            <a:extLst>
              <a:ext uri="{FF2B5EF4-FFF2-40B4-BE49-F238E27FC236}">
                <a16:creationId xmlns:a16="http://schemas.microsoft.com/office/drawing/2014/main" id="{03CF8919-A575-4753-9A15-D037EB00DD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>
                <a:ea typeface="Angsana New" panose="02020603050405020304" pitchFamily="18" charset="-34"/>
              </a:rPr>
              <a:t>ตัวอย่าง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sp>
        <p:nvSpPr>
          <p:cNvPr id="34846" name="Text Box 30">
            <a:extLst>
              <a:ext uri="{FF2B5EF4-FFF2-40B4-BE49-F238E27FC236}">
                <a16:creationId xmlns:a16="http://schemas.microsoft.com/office/drawing/2014/main" id="{53F0A5EC-4B51-4171-8D7B-E3EB7CB9E9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1711325"/>
            <a:ext cx="11779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th-TH" altLang="en-US" sz="3200" b="1" i="1">
                <a:solidFill>
                  <a:schemeClr val="tx1"/>
                </a:solidFill>
              </a:rPr>
              <a:t>นักศึกษา</a:t>
            </a:r>
            <a:endParaRPr lang="en-US" altLang="en-US" sz="3200" b="1" i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3D794B6F-9076-40D6-A8FD-A77FCBF64D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Selection (Restrict)</a:t>
            </a:r>
          </a:p>
        </p:txBody>
      </p:sp>
      <p:graphicFrame>
        <p:nvGraphicFramePr>
          <p:cNvPr id="41987" name="Group 3">
            <a:extLst>
              <a:ext uri="{FF2B5EF4-FFF2-40B4-BE49-F238E27FC236}">
                <a16:creationId xmlns:a16="http://schemas.microsoft.com/office/drawing/2014/main" id="{659E116F-3471-4FF8-8B07-C189E141F4BD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514600" y="2286000"/>
          <a:ext cx="4114800" cy="2438400"/>
        </p:xfrm>
        <a:graphic>
          <a:graphicData uri="http://schemas.openxmlformats.org/drawingml/2006/table">
            <a:tbl>
              <a:tblPr/>
              <a:tblGrid>
                <a:gridCol w="1006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4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4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1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รหัส</a:t>
                      </a:r>
                      <a:endParaRPr kumimoji="0" lang="en-US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ชื่อ</a:t>
                      </a:r>
                      <a:endParaRPr kumimoji="0" lang="en-US" sz="26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จังหวัด</a:t>
                      </a:r>
                      <a:endParaRPr kumimoji="0" lang="en-US" sz="26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แดง</a:t>
                      </a:r>
                      <a:endParaRPr kumimoji="0" lang="en-US" sz="2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ดำ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กรุงเทพฯ</a:t>
                      </a:r>
                      <a:endParaRPr kumimoji="0" lang="en-US" sz="2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เขียว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สระบุรี</a:t>
                      </a:r>
                      <a:endParaRPr kumimoji="0" lang="en-US" sz="2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ขาว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6893" name="Rectangle 29">
            <a:extLst>
              <a:ext uri="{FF2B5EF4-FFF2-40B4-BE49-F238E27FC236}">
                <a16:creationId xmlns:a16="http://schemas.microsoft.com/office/drawing/2014/main" id="{A394D2CE-43A4-47F2-8658-AE73C99C93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>
                <a:ea typeface="Angsana New" panose="02020603050405020304" pitchFamily="18" charset="-34"/>
              </a:rPr>
              <a:t>ตัวอย่าง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sp>
        <p:nvSpPr>
          <p:cNvPr id="36894" name="Text Box 30">
            <a:extLst>
              <a:ext uri="{FF2B5EF4-FFF2-40B4-BE49-F238E27FC236}">
                <a16:creationId xmlns:a16="http://schemas.microsoft.com/office/drawing/2014/main" id="{8CC3DD7B-932E-4C9D-9F9B-82D3FE8B0F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1711325"/>
            <a:ext cx="11779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th-TH" altLang="en-US" sz="3200" b="1" i="1">
                <a:solidFill>
                  <a:schemeClr val="tx1"/>
                </a:solidFill>
              </a:rPr>
              <a:t>นักศึกษา</a:t>
            </a:r>
            <a:endParaRPr lang="en-US" altLang="en-US" sz="3200" b="1" i="1">
              <a:solidFill>
                <a:schemeClr val="tx1"/>
              </a:solidFill>
            </a:endParaRPr>
          </a:p>
        </p:txBody>
      </p:sp>
      <p:sp>
        <p:nvSpPr>
          <p:cNvPr id="36895" name="Text Box 31">
            <a:extLst>
              <a:ext uri="{FF2B5EF4-FFF2-40B4-BE49-F238E27FC236}">
                <a16:creationId xmlns:a16="http://schemas.microsoft.com/office/drawing/2014/main" id="{8FBFB9E9-4390-40D7-82AD-EA23F718F4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4876800"/>
            <a:ext cx="5562600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th-TH" altLang="en-US" sz="4800">
                <a:sym typeface="Symbol" panose="05050102010706020507" pitchFamily="18" charset="2"/>
              </a:rPr>
              <a:t></a:t>
            </a:r>
            <a:r>
              <a:rPr lang="th-TH" altLang="en-US" sz="4800" baseline="-25000">
                <a:sym typeface="Symbol" panose="05050102010706020507" pitchFamily="18" charset="2"/>
              </a:rPr>
              <a:t>ชื่อ</a:t>
            </a:r>
            <a:r>
              <a:rPr lang="en-US" altLang="en-US" sz="4800" baseline="-25000">
                <a:sym typeface="Symbol" panose="05050102010706020507" pitchFamily="18" charset="2"/>
              </a:rPr>
              <a:t>=‘</a:t>
            </a:r>
            <a:r>
              <a:rPr lang="th-TH" altLang="en-US" sz="4800" baseline="-25000">
                <a:sym typeface="Symbol" panose="05050102010706020507" pitchFamily="18" charset="2"/>
              </a:rPr>
              <a:t>แดง</a:t>
            </a:r>
            <a:r>
              <a:rPr lang="en-US" altLang="en-US" sz="4800" baseline="-25000">
                <a:sym typeface="Symbol" panose="05050102010706020507" pitchFamily="18" charset="2"/>
              </a:rPr>
              <a:t>’</a:t>
            </a:r>
            <a:r>
              <a:rPr lang="en-US" altLang="en-US" sz="4800">
                <a:sym typeface="Symbol" panose="05050102010706020507" pitchFamily="18" charset="2"/>
              </a:rPr>
              <a:t>(</a:t>
            </a:r>
            <a:r>
              <a:rPr lang="th-TH" altLang="en-US" sz="4800">
                <a:sym typeface="Symbol" panose="05050102010706020507" pitchFamily="18" charset="2"/>
              </a:rPr>
              <a:t>นักศึกษา</a:t>
            </a:r>
            <a:r>
              <a:rPr lang="en-US" altLang="en-US" sz="4800">
                <a:sym typeface="Symbol" panose="05050102010706020507" pitchFamily="18" charset="2"/>
              </a:rPr>
              <a:t>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77B5D9A9-3104-44B0-953A-A949C3B427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Selection (Restrict)</a:t>
            </a:r>
          </a:p>
        </p:txBody>
      </p:sp>
      <p:graphicFrame>
        <p:nvGraphicFramePr>
          <p:cNvPr id="48131" name="Group 3">
            <a:extLst>
              <a:ext uri="{FF2B5EF4-FFF2-40B4-BE49-F238E27FC236}">
                <a16:creationId xmlns:a16="http://schemas.microsoft.com/office/drawing/2014/main" id="{747852B0-0184-4AAC-84A2-ED47EE3FFAA2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514600" y="2286000"/>
          <a:ext cx="4114800" cy="2438400"/>
        </p:xfrm>
        <a:graphic>
          <a:graphicData uri="http://schemas.openxmlformats.org/drawingml/2006/table">
            <a:tbl>
              <a:tblPr/>
              <a:tblGrid>
                <a:gridCol w="1006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4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4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1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รหัส</a:t>
                      </a:r>
                      <a:endParaRPr kumimoji="0" lang="en-US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1" i="0" u="sng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ชื่อ</a:t>
                      </a:r>
                      <a:endParaRPr kumimoji="0" lang="en-US" sz="2600" b="1" i="0" u="sng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จังหวัด</a:t>
                      </a:r>
                      <a:endParaRPr kumimoji="0" lang="en-US" sz="26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แดง</a:t>
                      </a:r>
                      <a:endParaRPr kumimoji="0" lang="en-US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ดำ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กรุงเทพฯ</a:t>
                      </a:r>
                      <a:endParaRPr kumimoji="0" lang="en-US" sz="2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เขียว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สระบุรี</a:t>
                      </a:r>
                      <a:endParaRPr kumimoji="0" lang="en-US" sz="2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ขาว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8941" name="Rectangle 29">
            <a:extLst>
              <a:ext uri="{FF2B5EF4-FFF2-40B4-BE49-F238E27FC236}">
                <a16:creationId xmlns:a16="http://schemas.microsoft.com/office/drawing/2014/main" id="{C09B86D4-6A28-42C2-81DC-519A8445FF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>
                <a:ea typeface="Angsana New" panose="02020603050405020304" pitchFamily="18" charset="-34"/>
              </a:rPr>
              <a:t>ตัวอย่าง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sp>
        <p:nvSpPr>
          <p:cNvPr id="38942" name="Text Box 30">
            <a:extLst>
              <a:ext uri="{FF2B5EF4-FFF2-40B4-BE49-F238E27FC236}">
                <a16:creationId xmlns:a16="http://schemas.microsoft.com/office/drawing/2014/main" id="{F1E162C0-73D4-414D-B64C-EBF3C86CB5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1711325"/>
            <a:ext cx="11779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th-TH" altLang="en-US" sz="3200" b="1" i="1">
                <a:solidFill>
                  <a:schemeClr val="tx1"/>
                </a:solidFill>
              </a:rPr>
              <a:t>นักศึกษา</a:t>
            </a:r>
            <a:endParaRPr lang="en-US" altLang="en-US" sz="3200" b="1" i="1">
              <a:solidFill>
                <a:schemeClr val="tx1"/>
              </a:solidFill>
            </a:endParaRPr>
          </a:p>
        </p:txBody>
      </p:sp>
      <p:sp>
        <p:nvSpPr>
          <p:cNvPr id="38943" name="Text Box 31">
            <a:extLst>
              <a:ext uri="{FF2B5EF4-FFF2-40B4-BE49-F238E27FC236}">
                <a16:creationId xmlns:a16="http://schemas.microsoft.com/office/drawing/2014/main" id="{49F441F9-D012-4E6B-85BD-06ECD15D80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4876800"/>
            <a:ext cx="5562600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th-TH" altLang="en-US" sz="4800">
                <a:sym typeface="Symbol" panose="05050102010706020507" pitchFamily="18" charset="2"/>
              </a:rPr>
              <a:t></a:t>
            </a:r>
            <a:r>
              <a:rPr lang="th-TH" altLang="en-US" sz="4800" baseline="-25000">
                <a:sym typeface="Symbol" panose="05050102010706020507" pitchFamily="18" charset="2"/>
              </a:rPr>
              <a:t>ชื่อ</a:t>
            </a:r>
            <a:r>
              <a:rPr lang="en-US" altLang="en-US" sz="4800" baseline="-25000">
                <a:sym typeface="Symbol" panose="05050102010706020507" pitchFamily="18" charset="2"/>
              </a:rPr>
              <a:t>=‘</a:t>
            </a:r>
            <a:r>
              <a:rPr lang="th-TH" altLang="en-US" sz="4800" baseline="-25000">
                <a:sym typeface="Symbol" panose="05050102010706020507" pitchFamily="18" charset="2"/>
              </a:rPr>
              <a:t>แดง</a:t>
            </a:r>
            <a:r>
              <a:rPr lang="en-US" altLang="en-US" sz="4800" baseline="-25000">
                <a:sym typeface="Symbol" panose="05050102010706020507" pitchFamily="18" charset="2"/>
              </a:rPr>
              <a:t>’</a:t>
            </a:r>
            <a:r>
              <a:rPr lang="en-US" altLang="en-US" sz="4800">
                <a:sym typeface="Symbol" panose="05050102010706020507" pitchFamily="18" charset="2"/>
              </a:rPr>
              <a:t>(</a:t>
            </a:r>
            <a:r>
              <a:rPr lang="th-TH" altLang="en-US" sz="4800">
                <a:sym typeface="Symbol" panose="05050102010706020507" pitchFamily="18" charset="2"/>
              </a:rPr>
              <a:t>นักศึกษา</a:t>
            </a:r>
            <a:r>
              <a:rPr lang="en-US" altLang="en-US" sz="4800">
                <a:sym typeface="Symbol" panose="05050102010706020507" pitchFamily="18" charset="2"/>
              </a:rPr>
              <a:t>)</a:t>
            </a:r>
          </a:p>
        </p:txBody>
      </p:sp>
      <p:sp>
        <p:nvSpPr>
          <p:cNvPr id="38944" name="Line 32">
            <a:extLst>
              <a:ext uri="{FF2B5EF4-FFF2-40B4-BE49-F238E27FC236}">
                <a16:creationId xmlns:a16="http://schemas.microsoft.com/office/drawing/2014/main" id="{74EDCEB6-39F0-436A-A912-13078904CCB2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2971800"/>
            <a:ext cx="3810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BB549713-C107-448F-B26D-4E82F64BC4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Selection (Restrict)</a:t>
            </a:r>
          </a:p>
        </p:txBody>
      </p:sp>
      <p:graphicFrame>
        <p:nvGraphicFramePr>
          <p:cNvPr id="43041" name="Group 33">
            <a:extLst>
              <a:ext uri="{FF2B5EF4-FFF2-40B4-BE49-F238E27FC236}">
                <a16:creationId xmlns:a16="http://schemas.microsoft.com/office/drawing/2014/main" id="{DE1B79AC-CC80-4FA6-921E-FE51D0BE9D2C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514600" y="2286000"/>
          <a:ext cx="4114800" cy="2438400"/>
        </p:xfrm>
        <a:graphic>
          <a:graphicData uri="http://schemas.openxmlformats.org/drawingml/2006/table">
            <a:tbl>
              <a:tblPr/>
              <a:tblGrid>
                <a:gridCol w="1006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4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4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1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รหัส</a:t>
                      </a:r>
                      <a:endParaRPr kumimoji="0" lang="en-US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ชื่อ</a:t>
                      </a:r>
                      <a:endParaRPr kumimoji="0" lang="en-US" sz="26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จังหวัด</a:t>
                      </a:r>
                      <a:endParaRPr kumimoji="0" lang="en-US" sz="26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แดง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ดำ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กรุงเทพฯ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เขียว</a:t>
                      </a:r>
                      <a:endParaRPr kumimoji="0" lang="en-US" sz="2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สระบุรี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ขาว</a:t>
                      </a:r>
                      <a:endParaRPr kumimoji="0" lang="en-US" sz="2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0989" name="Rectangle 29">
            <a:extLst>
              <a:ext uri="{FF2B5EF4-FFF2-40B4-BE49-F238E27FC236}">
                <a16:creationId xmlns:a16="http://schemas.microsoft.com/office/drawing/2014/main" id="{F6E826A4-CC2E-4DB2-AD98-70825D3ABF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>
                <a:ea typeface="Angsana New" panose="02020603050405020304" pitchFamily="18" charset="-34"/>
              </a:rPr>
              <a:t>ตัวอย่าง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sp>
        <p:nvSpPr>
          <p:cNvPr id="40990" name="Text Box 30">
            <a:extLst>
              <a:ext uri="{FF2B5EF4-FFF2-40B4-BE49-F238E27FC236}">
                <a16:creationId xmlns:a16="http://schemas.microsoft.com/office/drawing/2014/main" id="{AD82484E-B8D4-4062-992B-731AE66307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1711325"/>
            <a:ext cx="11779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th-TH" altLang="en-US" sz="3200" b="1" i="1">
                <a:solidFill>
                  <a:schemeClr val="tx1"/>
                </a:solidFill>
              </a:rPr>
              <a:t>นักศึกษา</a:t>
            </a:r>
            <a:endParaRPr lang="en-US" altLang="en-US" sz="3200" b="1" i="1">
              <a:solidFill>
                <a:schemeClr val="tx1"/>
              </a:solidFill>
            </a:endParaRPr>
          </a:p>
        </p:txBody>
      </p:sp>
      <p:sp>
        <p:nvSpPr>
          <p:cNvPr id="40991" name="Text Box 31">
            <a:extLst>
              <a:ext uri="{FF2B5EF4-FFF2-40B4-BE49-F238E27FC236}">
                <a16:creationId xmlns:a16="http://schemas.microsoft.com/office/drawing/2014/main" id="{46ECD8A4-B6A2-4366-88E5-3E32E10E83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4876800"/>
            <a:ext cx="5562600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th-TH" altLang="en-US" sz="4800">
                <a:sym typeface="Symbol" panose="05050102010706020507" pitchFamily="18" charset="2"/>
              </a:rPr>
              <a:t></a:t>
            </a:r>
            <a:r>
              <a:rPr lang="th-TH" altLang="en-US" sz="4800" baseline="-25000">
                <a:sym typeface="Symbol" panose="05050102010706020507" pitchFamily="18" charset="2"/>
              </a:rPr>
              <a:t>ชื่อ</a:t>
            </a:r>
            <a:r>
              <a:rPr lang="en-US" altLang="en-US" sz="4800" baseline="-25000">
                <a:sym typeface="Symbol" panose="05050102010706020507" pitchFamily="18" charset="2"/>
              </a:rPr>
              <a:t>=‘</a:t>
            </a:r>
            <a:r>
              <a:rPr lang="th-TH" altLang="en-US" sz="4800" baseline="-25000">
                <a:sym typeface="Symbol" panose="05050102010706020507" pitchFamily="18" charset="2"/>
              </a:rPr>
              <a:t>แดง</a:t>
            </a:r>
            <a:r>
              <a:rPr lang="en-US" altLang="en-US" sz="4800" baseline="-25000">
                <a:sym typeface="Symbol" panose="05050102010706020507" pitchFamily="18" charset="2"/>
              </a:rPr>
              <a:t>’</a:t>
            </a:r>
            <a:r>
              <a:rPr lang="en-US" altLang="en-US" sz="4800">
                <a:sym typeface="Symbol" panose="05050102010706020507" pitchFamily="18" charset="2"/>
              </a:rPr>
              <a:t>(</a:t>
            </a:r>
            <a:r>
              <a:rPr lang="th-TH" altLang="en-US" sz="4800">
                <a:sym typeface="Symbol" panose="05050102010706020507" pitchFamily="18" charset="2"/>
              </a:rPr>
              <a:t>นักศึกษา</a:t>
            </a:r>
            <a:r>
              <a:rPr lang="en-US" altLang="en-US" sz="4800">
                <a:sym typeface="Symbol" panose="05050102010706020507" pitchFamily="18" charset="2"/>
              </a:rPr>
              <a:t>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E4226755-6672-4403-9A3A-080024C682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Selection (Restrict)</a:t>
            </a:r>
          </a:p>
        </p:txBody>
      </p:sp>
      <p:graphicFrame>
        <p:nvGraphicFramePr>
          <p:cNvPr id="47136" name="Group 32">
            <a:extLst>
              <a:ext uri="{FF2B5EF4-FFF2-40B4-BE49-F238E27FC236}">
                <a16:creationId xmlns:a16="http://schemas.microsoft.com/office/drawing/2014/main" id="{42405B4D-4EDA-4789-B1B6-36B8586557F8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514600" y="2286000"/>
          <a:ext cx="4114800" cy="974725"/>
        </p:xfrm>
        <a:graphic>
          <a:graphicData uri="http://schemas.openxmlformats.org/drawingml/2006/table">
            <a:tbl>
              <a:tblPr/>
              <a:tblGrid>
                <a:gridCol w="1006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4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4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รหัส</a:t>
                      </a:r>
                      <a:endParaRPr kumimoji="0" lang="en-US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45646" marB="4564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ชื่อ</a:t>
                      </a:r>
                      <a:endParaRPr kumimoji="0" lang="en-US" sz="26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45646" marB="456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จังหวัด</a:t>
                      </a:r>
                      <a:endParaRPr kumimoji="0" lang="en-US" sz="26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45646" marB="456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marT="45646" marB="4564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แดง</a:t>
                      </a:r>
                      <a:endParaRPr kumimoji="0" lang="en-US" sz="2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45646" marB="456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45646" marB="456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3025" name="Rectangle 29">
            <a:extLst>
              <a:ext uri="{FF2B5EF4-FFF2-40B4-BE49-F238E27FC236}">
                <a16:creationId xmlns:a16="http://schemas.microsoft.com/office/drawing/2014/main" id="{F7262B7C-53E5-4C89-8D69-05DF56F38D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>
                <a:ea typeface="Angsana New" panose="02020603050405020304" pitchFamily="18" charset="-34"/>
              </a:rPr>
              <a:t>ตัวอย่าง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sp>
        <p:nvSpPr>
          <p:cNvPr id="43026" name="Text Box 30">
            <a:extLst>
              <a:ext uri="{FF2B5EF4-FFF2-40B4-BE49-F238E27FC236}">
                <a16:creationId xmlns:a16="http://schemas.microsoft.com/office/drawing/2014/main" id="{4B5936DB-0B44-4B29-A976-332D3F4B4E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1711325"/>
            <a:ext cx="11779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th-TH" altLang="en-US" sz="3200" b="1" i="1">
                <a:solidFill>
                  <a:schemeClr val="tx1"/>
                </a:solidFill>
              </a:rPr>
              <a:t>นักศึกษา</a:t>
            </a:r>
            <a:endParaRPr lang="en-US" altLang="en-US" sz="3200" b="1" i="1">
              <a:solidFill>
                <a:schemeClr val="tx1"/>
              </a:solidFill>
            </a:endParaRPr>
          </a:p>
        </p:txBody>
      </p:sp>
      <p:sp>
        <p:nvSpPr>
          <p:cNvPr id="43027" name="Text Box 31">
            <a:extLst>
              <a:ext uri="{FF2B5EF4-FFF2-40B4-BE49-F238E27FC236}">
                <a16:creationId xmlns:a16="http://schemas.microsoft.com/office/drawing/2014/main" id="{1F9DC15D-EC62-4038-8B2E-5413106469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4876800"/>
            <a:ext cx="5562600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th-TH" altLang="en-US" sz="4800">
                <a:sym typeface="Symbol" panose="05050102010706020507" pitchFamily="18" charset="2"/>
              </a:rPr>
              <a:t></a:t>
            </a:r>
            <a:r>
              <a:rPr lang="th-TH" altLang="en-US" sz="4800" baseline="-25000">
                <a:sym typeface="Symbol" panose="05050102010706020507" pitchFamily="18" charset="2"/>
              </a:rPr>
              <a:t>ชื่อ</a:t>
            </a:r>
            <a:r>
              <a:rPr lang="en-US" altLang="en-US" sz="4800" baseline="-25000">
                <a:sym typeface="Symbol" panose="05050102010706020507" pitchFamily="18" charset="2"/>
              </a:rPr>
              <a:t>=‘</a:t>
            </a:r>
            <a:r>
              <a:rPr lang="th-TH" altLang="en-US" sz="4800" baseline="-25000">
                <a:sym typeface="Symbol" panose="05050102010706020507" pitchFamily="18" charset="2"/>
              </a:rPr>
              <a:t>แดง</a:t>
            </a:r>
            <a:r>
              <a:rPr lang="en-US" altLang="en-US" sz="4800" baseline="-25000">
                <a:sym typeface="Symbol" panose="05050102010706020507" pitchFamily="18" charset="2"/>
              </a:rPr>
              <a:t>’</a:t>
            </a:r>
            <a:r>
              <a:rPr lang="en-US" altLang="en-US" sz="4800">
                <a:sym typeface="Symbol" panose="05050102010706020507" pitchFamily="18" charset="2"/>
              </a:rPr>
              <a:t>(</a:t>
            </a:r>
            <a:r>
              <a:rPr lang="th-TH" altLang="en-US" sz="4800">
                <a:sym typeface="Symbol" panose="05050102010706020507" pitchFamily="18" charset="2"/>
              </a:rPr>
              <a:t>นักศึกษา</a:t>
            </a:r>
            <a:r>
              <a:rPr lang="en-US" altLang="en-US" sz="4800">
                <a:sym typeface="Symbol" panose="05050102010706020507" pitchFamily="18" charset="2"/>
              </a:rPr>
              <a:t>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CDCEB3B1-3170-414E-9EED-DAD412527B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Selection (Restrict)</a:t>
            </a:r>
          </a:p>
        </p:txBody>
      </p:sp>
      <p:graphicFrame>
        <p:nvGraphicFramePr>
          <p:cNvPr id="50208" name="Group 32">
            <a:extLst>
              <a:ext uri="{FF2B5EF4-FFF2-40B4-BE49-F238E27FC236}">
                <a16:creationId xmlns:a16="http://schemas.microsoft.com/office/drawing/2014/main" id="{B1DED7F0-1942-4E18-9F65-153DDF3A021A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514600" y="2286000"/>
          <a:ext cx="4114800" cy="2438400"/>
        </p:xfrm>
        <a:graphic>
          <a:graphicData uri="http://schemas.openxmlformats.org/drawingml/2006/table">
            <a:tbl>
              <a:tblPr/>
              <a:tblGrid>
                <a:gridCol w="1006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4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4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1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รหัส</a:t>
                      </a:r>
                      <a:endParaRPr kumimoji="0" lang="en-US" sz="2600" b="1" i="0" u="sng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ชื่อ</a:t>
                      </a:r>
                      <a:endParaRPr kumimoji="0" lang="en-US" sz="26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จังหวัด</a:t>
                      </a:r>
                      <a:endParaRPr kumimoji="0" lang="en-US" sz="26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แดง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ดำ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กรุงเทพฯ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เขียว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สระบุรี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ขาว</a:t>
                      </a:r>
                      <a:endParaRPr kumimoji="0" lang="en-US" sz="2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5085" name="Rectangle 29">
            <a:extLst>
              <a:ext uri="{FF2B5EF4-FFF2-40B4-BE49-F238E27FC236}">
                <a16:creationId xmlns:a16="http://schemas.microsoft.com/office/drawing/2014/main" id="{69EDE970-0CC1-45D8-969A-F788D1CC83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>
                <a:ea typeface="Angsana New" panose="02020603050405020304" pitchFamily="18" charset="-34"/>
              </a:rPr>
              <a:t>ตัวอย่าง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sp>
        <p:nvSpPr>
          <p:cNvPr id="45086" name="Text Box 30">
            <a:extLst>
              <a:ext uri="{FF2B5EF4-FFF2-40B4-BE49-F238E27FC236}">
                <a16:creationId xmlns:a16="http://schemas.microsoft.com/office/drawing/2014/main" id="{E09F03C0-50B6-4DF2-9AD6-D97B82A936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1711325"/>
            <a:ext cx="11779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th-TH" altLang="en-US" sz="3200" b="1" i="1">
                <a:solidFill>
                  <a:schemeClr val="tx1"/>
                </a:solidFill>
              </a:rPr>
              <a:t>นักศึกษา</a:t>
            </a:r>
            <a:endParaRPr lang="en-US" altLang="en-US" sz="3200" b="1" i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420F7CDC-E00D-4246-B157-EBE549665F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Selection (Restrict)</a:t>
            </a:r>
          </a:p>
        </p:txBody>
      </p:sp>
      <p:graphicFrame>
        <p:nvGraphicFramePr>
          <p:cNvPr id="51203" name="Group 3">
            <a:extLst>
              <a:ext uri="{FF2B5EF4-FFF2-40B4-BE49-F238E27FC236}">
                <a16:creationId xmlns:a16="http://schemas.microsoft.com/office/drawing/2014/main" id="{34ACF72D-C567-4971-9AAE-B078AA54F5CA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514600" y="2286000"/>
          <a:ext cx="4114800" cy="2438400"/>
        </p:xfrm>
        <a:graphic>
          <a:graphicData uri="http://schemas.openxmlformats.org/drawingml/2006/table">
            <a:tbl>
              <a:tblPr/>
              <a:tblGrid>
                <a:gridCol w="1006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4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4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1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รหัส</a:t>
                      </a:r>
                      <a:endParaRPr kumimoji="0" lang="en-US" sz="2600" b="1" i="0" u="sng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ชื่อ</a:t>
                      </a:r>
                      <a:endParaRPr kumimoji="0" lang="en-US" sz="26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จังหวัด</a:t>
                      </a:r>
                      <a:endParaRPr kumimoji="0" lang="en-US" sz="26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แดง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ดำ</a:t>
                      </a:r>
                      <a:endParaRPr kumimoji="0" lang="en-US" sz="2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กรุงเทพฯ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เขียว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สระบุรี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ขาว</a:t>
                      </a:r>
                      <a:endParaRPr kumimoji="0" lang="en-US" sz="2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7133" name="Rectangle 29">
            <a:extLst>
              <a:ext uri="{FF2B5EF4-FFF2-40B4-BE49-F238E27FC236}">
                <a16:creationId xmlns:a16="http://schemas.microsoft.com/office/drawing/2014/main" id="{B697FBD5-951E-4E07-8770-DD94171FD6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>
                <a:ea typeface="Angsana New" panose="02020603050405020304" pitchFamily="18" charset="-34"/>
              </a:rPr>
              <a:t>ตัวอย่าง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sp>
        <p:nvSpPr>
          <p:cNvPr id="47134" name="Text Box 30">
            <a:extLst>
              <a:ext uri="{FF2B5EF4-FFF2-40B4-BE49-F238E27FC236}">
                <a16:creationId xmlns:a16="http://schemas.microsoft.com/office/drawing/2014/main" id="{E6C3F413-E4D2-4CA9-B5E5-BC3C2453D1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1711325"/>
            <a:ext cx="11779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th-TH" altLang="en-US" sz="3200" b="1" i="1">
                <a:solidFill>
                  <a:schemeClr val="tx1"/>
                </a:solidFill>
              </a:rPr>
              <a:t>นักศึกษา</a:t>
            </a:r>
            <a:endParaRPr lang="en-US" altLang="en-US" sz="3200" b="1" i="1">
              <a:solidFill>
                <a:schemeClr val="tx1"/>
              </a:solidFill>
            </a:endParaRPr>
          </a:p>
        </p:txBody>
      </p:sp>
      <p:sp>
        <p:nvSpPr>
          <p:cNvPr id="47135" name="Text Box 31">
            <a:extLst>
              <a:ext uri="{FF2B5EF4-FFF2-40B4-BE49-F238E27FC236}">
                <a16:creationId xmlns:a16="http://schemas.microsoft.com/office/drawing/2014/main" id="{526FAD50-6F51-492C-8A6E-D89D43AD79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4876800"/>
            <a:ext cx="5562600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th-TH" altLang="en-US" sz="4800">
                <a:sym typeface="Symbol" panose="05050102010706020507" pitchFamily="18" charset="2"/>
              </a:rPr>
              <a:t></a:t>
            </a:r>
            <a:r>
              <a:rPr lang="th-TH" altLang="en-US" sz="4800" baseline="-25000">
                <a:sym typeface="Symbol" panose="05050102010706020507" pitchFamily="18" charset="2"/>
              </a:rPr>
              <a:t>รหัส</a:t>
            </a:r>
            <a:r>
              <a:rPr lang="en-US" altLang="en-US" sz="4800" baseline="-25000">
                <a:sym typeface="Symbol" panose="05050102010706020507" pitchFamily="18" charset="2"/>
              </a:rPr>
              <a:t>=‘B001’</a:t>
            </a:r>
            <a:r>
              <a:rPr lang="en-US" altLang="en-US" sz="4800">
                <a:sym typeface="Symbol" panose="05050102010706020507" pitchFamily="18" charset="2"/>
              </a:rPr>
              <a:t>(</a:t>
            </a:r>
            <a:r>
              <a:rPr lang="th-TH" altLang="en-US" sz="4800">
                <a:sym typeface="Symbol" panose="05050102010706020507" pitchFamily="18" charset="2"/>
              </a:rPr>
              <a:t>นักศึกษา</a:t>
            </a:r>
            <a:r>
              <a:rPr lang="en-US" altLang="en-US" sz="4800">
                <a:sym typeface="Symbol" panose="05050102010706020507" pitchFamily="18" charset="2"/>
              </a:rPr>
              <a:t>)/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1997376B-4911-4222-9E54-14474BA6AC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Selection (Restrict)</a:t>
            </a:r>
          </a:p>
        </p:txBody>
      </p:sp>
      <p:graphicFrame>
        <p:nvGraphicFramePr>
          <p:cNvPr id="53293" name="Group 45">
            <a:extLst>
              <a:ext uri="{FF2B5EF4-FFF2-40B4-BE49-F238E27FC236}">
                <a16:creationId xmlns:a16="http://schemas.microsoft.com/office/drawing/2014/main" id="{FC5D57A5-4F2B-4C30-9326-2B16C393F8CE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514600" y="2286000"/>
          <a:ext cx="4114800" cy="2438400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2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22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รหัส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ชื่อ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จังหวัด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สาขาวิชา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แดง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โยธา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B002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ดำ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กรุงเทพฯ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โทรคมนาคม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B003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เขียว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สระบุรี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โยธา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B004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ขาว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คอมพิวเตอร์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9187" name="Rectangle 29">
            <a:extLst>
              <a:ext uri="{FF2B5EF4-FFF2-40B4-BE49-F238E27FC236}">
                <a16:creationId xmlns:a16="http://schemas.microsoft.com/office/drawing/2014/main" id="{2F6D06B1-5119-4522-9366-10D14E3C9B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>
                <a:ea typeface="Angsana New" panose="02020603050405020304" pitchFamily="18" charset="-34"/>
              </a:rPr>
              <a:t>ตัวอย่าง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sp>
        <p:nvSpPr>
          <p:cNvPr id="49188" name="Text Box 30">
            <a:extLst>
              <a:ext uri="{FF2B5EF4-FFF2-40B4-BE49-F238E27FC236}">
                <a16:creationId xmlns:a16="http://schemas.microsoft.com/office/drawing/2014/main" id="{F957CE2A-737F-4C4D-9B0C-347C7C0C46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1711325"/>
            <a:ext cx="11779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th-TH" altLang="en-US" sz="3200" b="1" i="1">
                <a:solidFill>
                  <a:schemeClr val="tx1"/>
                </a:solidFill>
              </a:rPr>
              <a:t>นักศึกษา</a:t>
            </a:r>
            <a:endParaRPr lang="en-US" altLang="en-US" sz="3200" b="1" i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82B47DE3-F9D0-41D0-9ECE-C9DCAFE37A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Selection (Restrict)</a:t>
            </a:r>
          </a:p>
        </p:txBody>
      </p:sp>
      <p:graphicFrame>
        <p:nvGraphicFramePr>
          <p:cNvPr id="54275" name="Group 3">
            <a:extLst>
              <a:ext uri="{FF2B5EF4-FFF2-40B4-BE49-F238E27FC236}">
                <a16:creationId xmlns:a16="http://schemas.microsoft.com/office/drawing/2014/main" id="{222F58A4-9AA4-42CB-B141-849B463B043D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514600" y="2286000"/>
          <a:ext cx="4114800" cy="2438400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2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22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รหัส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ชื่อ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จังหวัด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สาขาวิชา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แดง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โยธา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B002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ดำ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กรุงเทพฯ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โทรคมนาคม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B003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เขียว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สระบุรี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โยธา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B004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ขาว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คอมพิวเตอร์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1235" name="Rectangle 35">
            <a:extLst>
              <a:ext uri="{FF2B5EF4-FFF2-40B4-BE49-F238E27FC236}">
                <a16:creationId xmlns:a16="http://schemas.microsoft.com/office/drawing/2014/main" id="{FCF54C03-12C2-4FAB-B989-557C1E57C2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>
                <a:ea typeface="Angsana New" panose="02020603050405020304" pitchFamily="18" charset="-34"/>
              </a:rPr>
              <a:t>ตัวอย่าง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sp>
        <p:nvSpPr>
          <p:cNvPr id="51236" name="Text Box 36">
            <a:extLst>
              <a:ext uri="{FF2B5EF4-FFF2-40B4-BE49-F238E27FC236}">
                <a16:creationId xmlns:a16="http://schemas.microsoft.com/office/drawing/2014/main" id="{4647A09C-0AF4-4E96-89BC-40C32EC492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1711325"/>
            <a:ext cx="11779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th-TH" altLang="en-US" sz="3200" b="1" i="1">
                <a:solidFill>
                  <a:schemeClr val="tx1"/>
                </a:solidFill>
              </a:rPr>
              <a:t>นักศึกษา</a:t>
            </a:r>
            <a:endParaRPr lang="en-US" altLang="en-US" sz="3200" b="1" i="1">
              <a:solidFill>
                <a:schemeClr val="tx1"/>
              </a:solidFill>
            </a:endParaRPr>
          </a:p>
        </p:txBody>
      </p:sp>
      <p:sp>
        <p:nvSpPr>
          <p:cNvPr id="51237" name="Text Box 37">
            <a:extLst>
              <a:ext uri="{FF2B5EF4-FFF2-40B4-BE49-F238E27FC236}">
                <a16:creationId xmlns:a16="http://schemas.microsoft.com/office/drawing/2014/main" id="{E029E33B-B8D8-4D27-A63D-234A150608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4876800"/>
            <a:ext cx="7772400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th-TH" altLang="en-US" sz="4800">
                <a:sym typeface="Symbol" panose="05050102010706020507" pitchFamily="18" charset="2"/>
              </a:rPr>
              <a:t> </a:t>
            </a:r>
            <a:r>
              <a:rPr lang="th-TH" altLang="en-US" sz="4800" baseline="-25000">
                <a:sym typeface="Symbol" panose="05050102010706020507" pitchFamily="18" charset="2"/>
              </a:rPr>
              <a:t>จังหวัด</a:t>
            </a:r>
            <a:r>
              <a:rPr lang="th-TH" altLang="en-US" sz="2000">
                <a:sym typeface="Symbol" panose="05050102010706020507" pitchFamily="18" charset="2"/>
              </a:rPr>
              <a:t> </a:t>
            </a:r>
            <a:r>
              <a:rPr lang="en-US" altLang="en-US" sz="4800" baseline="-25000">
                <a:sym typeface="Symbol" panose="05050102010706020507" pitchFamily="18" charset="2"/>
              </a:rPr>
              <a:t>=‘</a:t>
            </a:r>
            <a:r>
              <a:rPr lang="th-TH" altLang="en-US" sz="4800" baseline="-25000">
                <a:sym typeface="Symbol" panose="05050102010706020507" pitchFamily="18" charset="2"/>
              </a:rPr>
              <a:t>นครราชสีมา</a:t>
            </a:r>
            <a:r>
              <a:rPr lang="en-US" altLang="en-US" sz="4800" baseline="-25000">
                <a:sym typeface="Symbol" panose="05050102010706020507" pitchFamily="18" charset="2"/>
              </a:rPr>
              <a:t>’</a:t>
            </a:r>
            <a:r>
              <a:rPr lang="th-TH" altLang="en-US" sz="4800" baseline="-25000">
                <a:sym typeface="Symbol" panose="05050102010706020507" pitchFamily="18" charset="2"/>
              </a:rPr>
              <a:t> </a:t>
            </a:r>
            <a:r>
              <a:rPr lang="en-US" altLang="en-US" sz="4800" baseline="-25000">
                <a:sym typeface="Symbol" panose="05050102010706020507" pitchFamily="18" charset="2"/>
              </a:rPr>
              <a:t>AND </a:t>
            </a:r>
            <a:r>
              <a:rPr lang="th-TH" altLang="en-US" sz="4800" baseline="-25000">
                <a:sym typeface="Symbol" panose="05050102010706020507" pitchFamily="18" charset="2"/>
              </a:rPr>
              <a:t>สาขาวิชา</a:t>
            </a:r>
            <a:r>
              <a:rPr lang="en-US" altLang="en-US" sz="4800" baseline="-25000">
                <a:sym typeface="Symbol" panose="05050102010706020507" pitchFamily="18" charset="2"/>
              </a:rPr>
              <a:t>=‘</a:t>
            </a:r>
            <a:r>
              <a:rPr lang="th-TH" altLang="en-US" sz="4800" baseline="-25000">
                <a:sym typeface="Symbol" panose="05050102010706020507" pitchFamily="18" charset="2"/>
              </a:rPr>
              <a:t>โยธา</a:t>
            </a:r>
            <a:r>
              <a:rPr lang="en-US" altLang="en-US" sz="4800" baseline="-25000">
                <a:sym typeface="Symbol" panose="05050102010706020507" pitchFamily="18" charset="2"/>
              </a:rPr>
              <a:t>’</a:t>
            </a:r>
            <a:r>
              <a:rPr lang="en-US" altLang="en-US" sz="4800">
                <a:sym typeface="Symbol" panose="05050102010706020507" pitchFamily="18" charset="2"/>
              </a:rPr>
              <a:t>(</a:t>
            </a:r>
            <a:r>
              <a:rPr lang="th-TH" altLang="en-US" sz="4800">
                <a:sym typeface="Symbol" panose="05050102010706020507" pitchFamily="18" charset="2"/>
              </a:rPr>
              <a:t>นักศึกษา</a:t>
            </a:r>
            <a:r>
              <a:rPr lang="en-US" altLang="en-US" sz="4800">
                <a:sym typeface="Symbol" panose="05050102010706020507" pitchFamily="18" charset="2"/>
              </a:rPr>
              <a:t>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A059C574-594A-4A97-A213-9489D7273F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Selection (Restrict)</a:t>
            </a:r>
          </a:p>
        </p:txBody>
      </p:sp>
      <p:graphicFrame>
        <p:nvGraphicFramePr>
          <p:cNvPr id="55299" name="Group 3">
            <a:extLst>
              <a:ext uri="{FF2B5EF4-FFF2-40B4-BE49-F238E27FC236}">
                <a16:creationId xmlns:a16="http://schemas.microsoft.com/office/drawing/2014/main" id="{8E7D1C6B-2CB4-4C92-87F5-2000D5B8EEE0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514600" y="2286000"/>
          <a:ext cx="4114800" cy="2438400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2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22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รหัส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ชื่อ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sng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จังหวัด</a:t>
                      </a:r>
                      <a:endParaRPr kumimoji="0" lang="en-US" sz="2400" b="1" i="0" u="sng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สาขาวิชา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แดง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โยธา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B002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ดำ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กรุงเทพฯ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โทรคมนาคม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B003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เขียว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สระบุรี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โยธา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B004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ขาว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คอมพิวเตอร์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3283" name="Rectangle 35">
            <a:extLst>
              <a:ext uri="{FF2B5EF4-FFF2-40B4-BE49-F238E27FC236}">
                <a16:creationId xmlns:a16="http://schemas.microsoft.com/office/drawing/2014/main" id="{B77D88DC-D8BA-4EDE-A689-D455DA91B4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>
                <a:ea typeface="Angsana New" panose="02020603050405020304" pitchFamily="18" charset="-34"/>
              </a:rPr>
              <a:t>ตัวอย่าง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sp>
        <p:nvSpPr>
          <p:cNvPr id="53284" name="Text Box 36">
            <a:extLst>
              <a:ext uri="{FF2B5EF4-FFF2-40B4-BE49-F238E27FC236}">
                <a16:creationId xmlns:a16="http://schemas.microsoft.com/office/drawing/2014/main" id="{2FBB126B-DE52-4BE5-B288-6F16BA57CC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1711325"/>
            <a:ext cx="11779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th-TH" altLang="en-US" sz="3200" b="1" i="1">
                <a:solidFill>
                  <a:schemeClr val="tx1"/>
                </a:solidFill>
              </a:rPr>
              <a:t>นักศึกษา</a:t>
            </a:r>
            <a:endParaRPr lang="en-US" altLang="en-US" sz="3200" b="1" i="1">
              <a:solidFill>
                <a:schemeClr val="tx1"/>
              </a:solidFill>
            </a:endParaRPr>
          </a:p>
        </p:txBody>
      </p:sp>
      <p:sp>
        <p:nvSpPr>
          <p:cNvPr id="53285" name="Text Box 37">
            <a:extLst>
              <a:ext uri="{FF2B5EF4-FFF2-40B4-BE49-F238E27FC236}">
                <a16:creationId xmlns:a16="http://schemas.microsoft.com/office/drawing/2014/main" id="{E745193C-DD04-4223-B15D-557088539E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4876800"/>
            <a:ext cx="7772400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th-TH" altLang="en-US" sz="4800">
                <a:sym typeface="Symbol" panose="05050102010706020507" pitchFamily="18" charset="2"/>
              </a:rPr>
              <a:t></a:t>
            </a:r>
            <a:r>
              <a:rPr lang="th-TH" altLang="en-US" sz="4800" b="1" baseline="-25000">
                <a:sym typeface="Symbol" panose="05050102010706020507" pitchFamily="18" charset="2"/>
              </a:rPr>
              <a:t>จังหวัด</a:t>
            </a:r>
            <a:r>
              <a:rPr lang="en-US" altLang="en-US" sz="4800" b="1" baseline="-25000">
                <a:sym typeface="Symbol" panose="05050102010706020507" pitchFamily="18" charset="2"/>
              </a:rPr>
              <a:t>=‘</a:t>
            </a:r>
            <a:r>
              <a:rPr lang="th-TH" altLang="en-US" sz="4800" b="1" baseline="-25000">
                <a:sym typeface="Symbol" panose="05050102010706020507" pitchFamily="18" charset="2"/>
              </a:rPr>
              <a:t>นครราชสีมา</a:t>
            </a:r>
            <a:r>
              <a:rPr lang="en-US" altLang="en-US" sz="4800" b="1" baseline="-25000">
                <a:sym typeface="Symbol" panose="05050102010706020507" pitchFamily="18" charset="2"/>
              </a:rPr>
              <a:t>’</a:t>
            </a:r>
            <a:r>
              <a:rPr lang="th-TH" altLang="en-US" sz="4800" baseline="-25000">
                <a:sym typeface="Symbol" panose="05050102010706020507" pitchFamily="18" charset="2"/>
              </a:rPr>
              <a:t> </a:t>
            </a:r>
            <a:r>
              <a:rPr lang="en-US" altLang="en-US" sz="4800" baseline="-25000">
                <a:sym typeface="Symbol" panose="05050102010706020507" pitchFamily="18" charset="2"/>
              </a:rPr>
              <a:t>AND </a:t>
            </a:r>
            <a:r>
              <a:rPr lang="th-TH" altLang="en-US" sz="4800" baseline="-25000">
                <a:sym typeface="Symbol" panose="05050102010706020507" pitchFamily="18" charset="2"/>
              </a:rPr>
              <a:t>สาขาวิชา</a:t>
            </a:r>
            <a:r>
              <a:rPr lang="en-US" altLang="en-US" sz="4800" baseline="-25000">
                <a:sym typeface="Symbol" panose="05050102010706020507" pitchFamily="18" charset="2"/>
              </a:rPr>
              <a:t>=‘</a:t>
            </a:r>
            <a:r>
              <a:rPr lang="th-TH" altLang="en-US" sz="4800" baseline="-25000">
                <a:sym typeface="Symbol" panose="05050102010706020507" pitchFamily="18" charset="2"/>
              </a:rPr>
              <a:t>โยธา</a:t>
            </a:r>
            <a:r>
              <a:rPr lang="en-US" altLang="en-US" sz="4800" baseline="-25000">
                <a:sym typeface="Symbol" panose="05050102010706020507" pitchFamily="18" charset="2"/>
              </a:rPr>
              <a:t>’</a:t>
            </a:r>
            <a:r>
              <a:rPr lang="en-US" altLang="en-US" sz="4800">
                <a:sym typeface="Symbol" panose="05050102010706020507" pitchFamily="18" charset="2"/>
              </a:rPr>
              <a:t>(</a:t>
            </a:r>
            <a:r>
              <a:rPr lang="th-TH" altLang="en-US" sz="4800">
                <a:sym typeface="Symbol" panose="05050102010706020507" pitchFamily="18" charset="2"/>
              </a:rPr>
              <a:t>นักศึกษา</a:t>
            </a:r>
            <a:r>
              <a:rPr lang="en-US" altLang="en-US" sz="4800">
                <a:sym typeface="Symbol" panose="05050102010706020507" pitchFamily="18" charset="2"/>
              </a:rPr>
              <a:t>)</a:t>
            </a:r>
          </a:p>
        </p:txBody>
      </p:sp>
      <p:sp>
        <p:nvSpPr>
          <p:cNvPr id="53286" name="Line 38">
            <a:extLst>
              <a:ext uri="{FF2B5EF4-FFF2-40B4-BE49-F238E27FC236}">
                <a16:creationId xmlns:a16="http://schemas.microsoft.com/office/drawing/2014/main" id="{C58FDCFA-3573-4B44-981B-487E07227B53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2971800"/>
            <a:ext cx="3810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53287" name="Line 40">
            <a:extLst>
              <a:ext uri="{FF2B5EF4-FFF2-40B4-BE49-F238E27FC236}">
                <a16:creationId xmlns:a16="http://schemas.microsoft.com/office/drawing/2014/main" id="{8084240F-A523-4044-BDB2-4480F5123CCB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4495800"/>
            <a:ext cx="3810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89825748-7D4D-46FE-8611-CB4D571DAE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Selection (Restrict)</a:t>
            </a:r>
          </a:p>
        </p:txBody>
      </p:sp>
      <p:graphicFrame>
        <p:nvGraphicFramePr>
          <p:cNvPr id="56361" name="Group 41">
            <a:extLst>
              <a:ext uri="{FF2B5EF4-FFF2-40B4-BE49-F238E27FC236}">
                <a16:creationId xmlns:a16="http://schemas.microsoft.com/office/drawing/2014/main" id="{09CB8A87-F881-4E4E-AB2F-74E7C035FD8B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514600" y="2286000"/>
          <a:ext cx="4114800" cy="2438400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2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22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รหัส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ชื่อ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จังหวัด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sng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สาขาวิชา</a:t>
                      </a:r>
                      <a:endParaRPr kumimoji="0" lang="en-US" sz="2400" b="1" i="0" u="sng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แดง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โยธา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B002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ดำ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กรุงเทพฯ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โทรคมนาคม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B003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เขียว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สระบุรี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โยธา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B004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ขาว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คอมพิวเตอร์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5331" name="Rectangle 35">
            <a:extLst>
              <a:ext uri="{FF2B5EF4-FFF2-40B4-BE49-F238E27FC236}">
                <a16:creationId xmlns:a16="http://schemas.microsoft.com/office/drawing/2014/main" id="{9E4976A3-90F1-486C-9314-413A97752C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>
                <a:ea typeface="Angsana New" panose="02020603050405020304" pitchFamily="18" charset="-34"/>
              </a:rPr>
              <a:t>ตัวอย่าง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sp>
        <p:nvSpPr>
          <p:cNvPr id="55332" name="Text Box 36">
            <a:extLst>
              <a:ext uri="{FF2B5EF4-FFF2-40B4-BE49-F238E27FC236}">
                <a16:creationId xmlns:a16="http://schemas.microsoft.com/office/drawing/2014/main" id="{3FDD5F69-EF3F-40B3-8FEB-E287F1BA42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1711325"/>
            <a:ext cx="11779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th-TH" altLang="en-US" sz="3200" b="1" i="1">
                <a:solidFill>
                  <a:schemeClr val="tx1"/>
                </a:solidFill>
              </a:rPr>
              <a:t>นักศึกษา</a:t>
            </a:r>
            <a:endParaRPr lang="en-US" altLang="en-US" sz="3200" b="1" i="1">
              <a:solidFill>
                <a:schemeClr val="tx1"/>
              </a:solidFill>
            </a:endParaRPr>
          </a:p>
        </p:txBody>
      </p:sp>
      <p:sp>
        <p:nvSpPr>
          <p:cNvPr id="55333" name="Text Box 37">
            <a:extLst>
              <a:ext uri="{FF2B5EF4-FFF2-40B4-BE49-F238E27FC236}">
                <a16:creationId xmlns:a16="http://schemas.microsoft.com/office/drawing/2014/main" id="{9C706F75-4090-4E7E-9E60-32FF8491B5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4876800"/>
            <a:ext cx="7772400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th-TH" altLang="en-US" sz="4800">
                <a:sym typeface="Symbol" panose="05050102010706020507" pitchFamily="18" charset="2"/>
              </a:rPr>
              <a:t></a:t>
            </a:r>
            <a:r>
              <a:rPr lang="th-TH" altLang="en-US" sz="4800" baseline="-25000">
                <a:sym typeface="Symbol" panose="05050102010706020507" pitchFamily="18" charset="2"/>
              </a:rPr>
              <a:t>จังหวัด</a:t>
            </a:r>
            <a:r>
              <a:rPr lang="en-US" altLang="en-US" sz="4800" baseline="-25000">
                <a:sym typeface="Symbol" panose="05050102010706020507" pitchFamily="18" charset="2"/>
              </a:rPr>
              <a:t>=‘</a:t>
            </a:r>
            <a:r>
              <a:rPr lang="th-TH" altLang="en-US" sz="4800" baseline="-25000">
                <a:sym typeface="Symbol" panose="05050102010706020507" pitchFamily="18" charset="2"/>
              </a:rPr>
              <a:t>นครราชสีมา</a:t>
            </a:r>
            <a:r>
              <a:rPr lang="en-US" altLang="en-US" sz="4800" baseline="-25000">
                <a:sym typeface="Symbol" panose="05050102010706020507" pitchFamily="18" charset="2"/>
              </a:rPr>
              <a:t>’</a:t>
            </a:r>
            <a:r>
              <a:rPr lang="th-TH" altLang="en-US" sz="4800" baseline="-25000">
                <a:sym typeface="Symbol" panose="05050102010706020507" pitchFamily="18" charset="2"/>
              </a:rPr>
              <a:t> </a:t>
            </a:r>
            <a:r>
              <a:rPr lang="en-US" altLang="en-US" sz="4800" baseline="-25000">
                <a:sym typeface="Symbol" panose="05050102010706020507" pitchFamily="18" charset="2"/>
              </a:rPr>
              <a:t>AND </a:t>
            </a:r>
            <a:r>
              <a:rPr lang="th-TH" altLang="en-US" sz="4800" b="1" baseline="-25000">
                <a:sym typeface="Symbol" panose="05050102010706020507" pitchFamily="18" charset="2"/>
              </a:rPr>
              <a:t>สาขาวิชา</a:t>
            </a:r>
            <a:r>
              <a:rPr lang="en-US" altLang="en-US" sz="4800" b="1" baseline="-25000">
                <a:sym typeface="Symbol" panose="05050102010706020507" pitchFamily="18" charset="2"/>
              </a:rPr>
              <a:t>=‘</a:t>
            </a:r>
            <a:r>
              <a:rPr lang="th-TH" altLang="en-US" sz="4800" b="1" baseline="-25000">
                <a:sym typeface="Symbol" panose="05050102010706020507" pitchFamily="18" charset="2"/>
              </a:rPr>
              <a:t>โยธา</a:t>
            </a:r>
            <a:r>
              <a:rPr lang="en-US" altLang="en-US" sz="4800" b="1" baseline="-25000">
                <a:sym typeface="Symbol" panose="05050102010706020507" pitchFamily="18" charset="2"/>
              </a:rPr>
              <a:t>’</a:t>
            </a:r>
            <a:r>
              <a:rPr lang="en-US" altLang="en-US" sz="4800">
                <a:sym typeface="Symbol" panose="05050102010706020507" pitchFamily="18" charset="2"/>
              </a:rPr>
              <a:t>(</a:t>
            </a:r>
            <a:r>
              <a:rPr lang="th-TH" altLang="en-US" sz="4800">
                <a:sym typeface="Symbol" panose="05050102010706020507" pitchFamily="18" charset="2"/>
              </a:rPr>
              <a:t>นักศึกษา</a:t>
            </a:r>
            <a:r>
              <a:rPr lang="en-US" altLang="en-US" sz="4800">
                <a:sym typeface="Symbol" panose="05050102010706020507" pitchFamily="18" charset="2"/>
              </a:rPr>
              <a:t>)</a:t>
            </a:r>
          </a:p>
        </p:txBody>
      </p:sp>
      <p:sp>
        <p:nvSpPr>
          <p:cNvPr id="55334" name="Line 42">
            <a:extLst>
              <a:ext uri="{FF2B5EF4-FFF2-40B4-BE49-F238E27FC236}">
                <a16:creationId xmlns:a16="http://schemas.microsoft.com/office/drawing/2014/main" id="{ED54E147-EF33-4A0D-B26E-8F64B1EFD122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3048000"/>
            <a:ext cx="3810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7D3A3E28-E5F6-4D22-8136-43DF3FE356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Selection (Restrict)</a:t>
            </a:r>
          </a:p>
        </p:txBody>
      </p:sp>
      <p:graphicFrame>
        <p:nvGraphicFramePr>
          <p:cNvPr id="57386" name="Group 42">
            <a:extLst>
              <a:ext uri="{FF2B5EF4-FFF2-40B4-BE49-F238E27FC236}">
                <a16:creationId xmlns:a16="http://schemas.microsoft.com/office/drawing/2014/main" id="{9C9A34CD-47F9-4032-8EFC-AF4538FED96E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514600" y="2286000"/>
          <a:ext cx="4114800" cy="2438400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2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22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รหัส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ชื่อ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จังหวัด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sng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สาขาวิชา</a:t>
                      </a:r>
                      <a:endParaRPr kumimoji="0" lang="en-US" sz="2400" b="1" i="0" u="sng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แดง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โยธา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B002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ดำ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กรุงเทพฯ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โทรคมนาคม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B003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เขียว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สระบุรี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โยธา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B004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ขาว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คอมพิวเตอร์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7379" name="Rectangle 35">
            <a:extLst>
              <a:ext uri="{FF2B5EF4-FFF2-40B4-BE49-F238E27FC236}">
                <a16:creationId xmlns:a16="http://schemas.microsoft.com/office/drawing/2014/main" id="{BA375BC9-3A9F-4C5F-BD30-C17EFDB123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>
                <a:ea typeface="Angsana New" panose="02020603050405020304" pitchFamily="18" charset="-34"/>
              </a:rPr>
              <a:t>ตัวอย่าง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sp>
        <p:nvSpPr>
          <p:cNvPr id="57380" name="Text Box 36">
            <a:extLst>
              <a:ext uri="{FF2B5EF4-FFF2-40B4-BE49-F238E27FC236}">
                <a16:creationId xmlns:a16="http://schemas.microsoft.com/office/drawing/2014/main" id="{1AC50CD3-CAE4-4AE1-ACEC-7EAFCE7150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1711325"/>
            <a:ext cx="11779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th-TH" altLang="en-US" sz="3200" b="1" i="1">
                <a:solidFill>
                  <a:schemeClr val="tx1"/>
                </a:solidFill>
              </a:rPr>
              <a:t>นักศึกษา</a:t>
            </a:r>
            <a:endParaRPr lang="en-US" altLang="en-US" sz="3200" b="1" i="1">
              <a:solidFill>
                <a:schemeClr val="tx1"/>
              </a:solidFill>
            </a:endParaRPr>
          </a:p>
        </p:txBody>
      </p:sp>
      <p:sp>
        <p:nvSpPr>
          <p:cNvPr id="57381" name="Text Box 37">
            <a:extLst>
              <a:ext uri="{FF2B5EF4-FFF2-40B4-BE49-F238E27FC236}">
                <a16:creationId xmlns:a16="http://schemas.microsoft.com/office/drawing/2014/main" id="{894242AA-C4E2-42AD-B6B5-58E928D9B8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4876800"/>
            <a:ext cx="7772400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th-TH" altLang="en-US" sz="4800">
                <a:sym typeface="Symbol" panose="05050102010706020507" pitchFamily="18" charset="2"/>
              </a:rPr>
              <a:t></a:t>
            </a:r>
            <a:r>
              <a:rPr lang="th-TH" altLang="en-US" sz="4800" baseline="-25000">
                <a:sym typeface="Symbol" panose="05050102010706020507" pitchFamily="18" charset="2"/>
              </a:rPr>
              <a:t>จังหวัด</a:t>
            </a:r>
            <a:r>
              <a:rPr lang="en-US" altLang="en-US" sz="4800" baseline="-25000">
                <a:sym typeface="Symbol" panose="05050102010706020507" pitchFamily="18" charset="2"/>
              </a:rPr>
              <a:t>=‘</a:t>
            </a:r>
            <a:r>
              <a:rPr lang="th-TH" altLang="en-US" sz="4800" baseline="-25000">
                <a:sym typeface="Symbol" panose="05050102010706020507" pitchFamily="18" charset="2"/>
              </a:rPr>
              <a:t>นครราชสีมา</a:t>
            </a:r>
            <a:r>
              <a:rPr lang="en-US" altLang="en-US" sz="4800" baseline="-25000">
                <a:sym typeface="Symbol" panose="05050102010706020507" pitchFamily="18" charset="2"/>
              </a:rPr>
              <a:t>’</a:t>
            </a:r>
            <a:r>
              <a:rPr lang="th-TH" altLang="en-US" sz="4800" baseline="-25000">
                <a:sym typeface="Symbol" panose="05050102010706020507" pitchFamily="18" charset="2"/>
              </a:rPr>
              <a:t> </a:t>
            </a:r>
            <a:r>
              <a:rPr lang="en-US" altLang="en-US" sz="4800" baseline="-25000">
                <a:sym typeface="Symbol" panose="05050102010706020507" pitchFamily="18" charset="2"/>
              </a:rPr>
              <a:t>AND </a:t>
            </a:r>
            <a:r>
              <a:rPr lang="th-TH" altLang="en-US" sz="4800" b="1" baseline="-25000">
                <a:sym typeface="Symbol" panose="05050102010706020507" pitchFamily="18" charset="2"/>
              </a:rPr>
              <a:t>สาขาวิชา</a:t>
            </a:r>
            <a:r>
              <a:rPr lang="en-US" altLang="en-US" sz="4800" b="1" baseline="-25000">
                <a:sym typeface="Symbol" panose="05050102010706020507" pitchFamily="18" charset="2"/>
              </a:rPr>
              <a:t>=‘</a:t>
            </a:r>
            <a:r>
              <a:rPr lang="th-TH" altLang="en-US" sz="4800" b="1" baseline="-25000">
                <a:sym typeface="Symbol" panose="05050102010706020507" pitchFamily="18" charset="2"/>
              </a:rPr>
              <a:t>โยธา</a:t>
            </a:r>
            <a:r>
              <a:rPr lang="en-US" altLang="en-US" sz="4800" b="1" baseline="-25000">
                <a:sym typeface="Symbol" panose="05050102010706020507" pitchFamily="18" charset="2"/>
              </a:rPr>
              <a:t>’</a:t>
            </a:r>
            <a:r>
              <a:rPr lang="en-US" altLang="en-US" sz="4800">
                <a:sym typeface="Symbol" panose="05050102010706020507" pitchFamily="18" charset="2"/>
              </a:rPr>
              <a:t>(</a:t>
            </a:r>
            <a:r>
              <a:rPr lang="th-TH" altLang="en-US" sz="4800">
                <a:sym typeface="Symbol" panose="05050102010706020507" pitchFamily="18" charset="2"/>
              </a:rPr>
              <a:t>นักศึกษา</a:t>
            </a:r>
            <a:r>
              <a:rPr lang="en-US" altLang="en-US" sz="4800">
                <a:sym typeface="Symbol" panose="05050102010706020507" pitchFamily="18" charset="2"/>
              </a:rPr>
              <a:t>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F10F07C0-A668-4C07-B96A-AF779233D4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Selection (Restrict)</a:t>
            </a:r>
          </a:p>
        </p:txBody>
      </p:sp>
      <p:graphicFrame>
        <p:nvGraphicFramePr>
          <p:cNvPr id="58406" name="Group 38">
            <a:extLst>
              <a:ext uri="{FF2B5EF4-FFF2-40B4-BE49-F238E27FC236}">
                <a16:creationId xmlns:a16="http://schemas.microsoft.com/office/drawing/2014/main" id="{258D8C5A-712B-4E59-A623-F6E993122ED6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514600" y="2286000"/>
          <a:ext cx="4114800" cy="974725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2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22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7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รหัส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08" marB="252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ชื่อ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08" marB="252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จังหวัด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08" marB="252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sng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สาขาวิชา</a:t>
                      </a:r>
                      <a:endParaRPr kumimoji="0" lang="en-US" sz="2400" b="1" i="0" u="sng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08" marB="252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marT="25208" marB="252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แดง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08" marB="252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08" marB="252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โยธา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08" marB="252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9412" name="Rectangle 35">
            <a:extLst>
              <a:ext uri="{FF2B5EF4-FFF2-40B4-BE49-F238E27FC236}">
                <a16:creationId xmlns:a16="http://schemas.microsoft.com/office/drawing/2014/main" id="{78440270-BEEC-4491-8E99-E81136DC4B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>
                <a:ea typeface="Angsana New" panose="02020603050405020304" pitchFamily="18" charset="-34"/>
              </a:rPr>
              <a:t>ตัวอย่าง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sp>
        <p:nvSpPr>
          <p:cNvPr id="59413" name="Text Box 36">
            <a:extLst>
              <a:ext uri="{FF2B5EF4-FFF2-40B4-BE49-F238E27FC236}">
                <a16:creationId xmlns:a16="http://schemas.microsoft.com/office/drawing/2014/main" id="{FB2B5E77-C366-47F5-9223-593C6F1CC4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1711325"/>
            <a:ext cx="11779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th-TH" altLang="en-US" sz="3200" b="1" i="1">
                <a:solidFill>
                  <a:schemeClr val="tx1"/>
                </a:solidFill>
              </a:rPr>
              <a:t>นักศึกษา</a:t>
            </a:r>
            <a:endParaRPr lang="en-US" altLang="en-US" sz="3200" b="1" i="1">
              <a:solidFill>
                <a:schemeClr val="tx1"/>
              </a:solidFill>
            </a:endParaRPr>
          </a:p>
        </p:txBody>
      </p:sp>
      <p:sp>
        <p:nvSpPr>
          <p:cNvPr id="59414" name="Text Box 37">
            <a:extLst>
              <a:ext uri="{FF2B5EF4-FFF2-40B4-BE49-F238E27FC236}">
                <a16:creationId xmlns:a16="http://schemas.microsoft.com/office/drawing/2014/main" id="{63F3FD5C-E958-404D-A5F2-0F93A24C81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4876800"/>
            <a:ext cx="7772400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th-TH" altLang="en-US" sz="4800">
                <a:sym typeface="Symbol" panose="05050102010706020507" pitchFamily="18" charset="2"/>
              </a:rPr>
              <a:t></a:t>
            </a:r>
            <a:r>
              <a:rPr lang="th-TH" altLang="en-US" sz="4800" baseline="-25000">
                <a:sym typeface="Symbol" panose="05050102010706020507" pitchFamily="18" charset="2"/>
              </a:rPr>
              <a:t>จังหวัด</a:t>
            </a:r>
            <a:r>
              <a:rPr lang="en-US" altLang="en-US" sz="4800" baseline="-25000">
                <a:sym typeface="Symbol" panose="05050102010706020507" pitchFamily="18" charset="2"/>
              </a:rPr>
              <a:t>=‘</a:t>
            </a:r>
            <a:r>
              <a:rPr lang="th-TH" altLang="en-US" sz="4800" baseline="-25000">
                <a:sym typeface="Symbol" panose="05050102010706020507" pitchFamily="18" charset="2"/>
              </a:rPr>
              <a:t>นครราชสีมา</a:t>
            </a:r>
            <a:r>
              <a:rPr lang="en-US" altLang="en-US" sz="4800" baseline="-25000">
                <a:sym typeface="Symbol" panose="05050102010706020507" pitchFamily="18" charset="2"/>
              </a:rPr>
              <a:t>’</a:t>
            </a:r>
            <a:r>
              <a:rPr lang="th-TH" altLang="en-US" sz="4800" baseline="-25000">
                <a:sym typeface="Symbol" panose="05050102010706020507" pitchFamily="18" charset="2"/>
              </a:rPr>
              <a:t> </a:t>
            </a:r>
            <a:r>
              <a:rPr lang="en-US" altLang="en-US" sz="4800" baseline="-25000">
                <a:sym typeface="Symbol" panose="05050102010706020507" pitchFamily="18" charset="2"/>
              </a:rPr>
              <a:t>AND </a:t>
            </a:r>
            <a:r>
              <a:rPr lang="th-TH" altLang="en-US" sz="4800" baseline="-25000">
                <a:sym typeface="Symbol" panose="05050102010706020507" pitchFamily="18" charset="2"/>
              </a:rPr>
              <a:t>สาขาวิชา</a:t>
            </a:r>
            <a:r>
              <a:rPr lang="en-US" altLang="en-US" sz="4800" baseline="-25000">
                <a:sym typeface="Symbol" panose="05050102010706020507" pitchFamily="18" charset="2"/>
              </a:rPr>
              <a:t>=‘</a:t>
            </a:r>
            <a:r>
              <a:rPr lang="th-TH" altLang="en-US" sz="4800" baseline="-25000">
                <a:sym typeface="Symbol" panose="05050102010706020507" pitchFamily="18" charset="2"/>
              </a:rPr>
              <a:t>โยธา</a:t>
            </a:r>
            <a:r>
              <a:rPr lang="en-US" altLang="en-US" sz="4800" baseline="-25000">
                <a:sym typeface="Symbol" panose="05050102010706020507" pitchFamily="18" charset="2"/>
              </a:rPr>
              <a:t>’</a:t>
            </a:r>
            <a:r>
              <a:rPr lang="en-US" altLang="en-US" sz="4800">
                <a:sym typeface="Symbol" panose="05050102010706020507" pitchFamily="18" charset="2"/>
              </a:rPr>
              <a:t>(</a:t>
            </a:r>
            <a:r>
              <a:rPr lang="th-TH" altLang="en-US" sz="4800">
                <a:sym typeface="Symbol" panose="05050102010706020507" pitchFamily="18" charset="2"/>
              </a:rPr>
              <a:t>นักศึกษา</a:t>
            </a:r>
            <a:r>
              <a:rPr lang="en-US" altLang="en-US" sz="4800">
                <a:sym typeface="Symbol" panose="05050102010706020507" pitchFamily="18" charset="2"/>
              </a:rPr>
              <a:t>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C031F958-50E0-4C67-8434-293349D9DE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Selection (Restrict)</a:t>
            </a:r>
          </a:p>
        </p:txBody>
      </p:sp>
      <p:graphicFrame>
        <p:nvGraphicFramePr>
          <p:cNvPr id="59395" name="Group 3">
            <a:extLst>
              <a:ext uri="{FF2B5EF4-FFF2-40B4-BE49-F238E27FC236}">
                <a16:creationId xmlns:a16="http://schemas.microsoft.com/office/drawing/2014/main" id="{99EB793C-2258-4BBD-B453-7D6FDCCC71B3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514600" y="2286000"/>
          <a:ext cx="4114800" cy="2438400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2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22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รหัส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ชื่อ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จังหวัด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สาขาวิชา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แดง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โยธา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B002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ดำ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กรุงเทพฯ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โทรคมนาคม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B003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เขียว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สระบุรี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โยธา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B004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ขาว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คอมพิวเตอร์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1475" name="Rectangle 35">
            <a:extLst>
              <a:ext uri="{FF2B5EF4-FFF2-40B4-BE49-F238E27FC236}">
                <a16:creationId xmlns:a16="http://schemas.microsoft.com/office/drawing/2014/main" id="{E43731FA-E23D-4E9E-AAC7-D5AEC10404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>
                <a:ea typeface="Angsana New" panose="02020603050405020304" pitchFamily="18" charset="-34"/>
              </a:rPr>
              <a:t>ตัวอย่าง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sp>
        <p:nvSpPr>
          <p:cNvPr id="61476" name="Text Box 36">
            <a:extLst>
              <a:ext uri="{FF2B5EF4-FFF2-40B4-BE49-F238E27FC236}">
                <a16:creationId xmlns:a16="http://schemas.microsoft.com/office/drawing/2014/main" id="{456DC879-1985-492B-84E0-5F7C8D1BF6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1711325"/>
            <a:ext cx="11779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th-TH" altLang="en-US" sz="3200" b="1" i="1">
                <a:solidFill>
                  <a:schemeClr val="tx1"/>
                </a:solidFill>
              </a:rPr>
              <a:t>นักศึกษา</a:t>
            </a:r>
            <a:endParaRPr lang="en-US" altLang="en-US" sz="3200" b="1" i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02B3B732-619E-403C-AE49-E7D3A95096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Selection (Restrict)</a:t>
            </a:r>
          </a:p>
        </p:txBody>
      </p:sp>
      <p:graphicFrame>
        <p:nvGraphicFramePr>
          <p:cNvPr id="60419" name="Group 3">
            <a:extLst>
              <a:ext uri="{FF2B5EF4-FFF2-40B4-BE49-F238E27FC236}">
                <a16:creationId xmlns:a16="http://schemas.microsoft.com/office/drawing/2014/main" id="{811352CB-A9D4-4EDC-9144-D7155635FE51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514600" y="2286000"/>
          <a:ext cx="4114800" cy="2438400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2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22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รหัส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ชื่อ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จังหวัด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สาขาวิชา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แดง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โยธา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B002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ดำ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กรุงเทพฯ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โทรคมนาคม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B003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เขียว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สระบุรี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โยธา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B004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ขาว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คอมพิวเตอร์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3523" name="Rectangle 35">
            <a:extLst>
              <a:ext uri="{FF2B5EF4-FFF2-40B4-BE49-F238E27FC236}">
                <a16:creationId xmlns:a16="http://schemas.microsoft.com/office/drawing/2014/main" id="{B5CB1CCA-B0BA-425F-9C4B-4E3434CDA8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>
                <a:ea typeface="Angsana New" panose="02020603050405020304" pitchFamily="18" charset="-34"/>
              </a:rPr>
              <a:t>ตัวอย่าง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sp>
        <p:nvSpPr>
          <p:cNvPr id="63524" name="Text Box 36">
            <a:extLst>
              <a:ext uri="{FF2B5EF4-FFF2-40B4-BE49-F238E27FC236}">
                <a16:creationId xmlns:a16="http://schemas.microsoft.com/office/drawing/2014/main" id="{5F061CD3-29DF-4392-BB20-0C16AA7472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1711325"/>
            <a:ext cx="11779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th-TH" altLang="en-US" sz="3200" b="1" i="1">
                <a:solidFill>
                  <a:schemeClr val="tx1"/>
                </a:solidFill>
              </a:rPr>
              <a:t>นักศึกษา</a:t>
            </a:r>
            <a:endParaRPr lang="en-US" altLang="en-US" sz="3200" b="1" i="1">
              <a:solidFill>
                <a:schemeClr val="tx1"/>
              </a:solidFill>
            </a:endParaRPr>
          </a:p>
        </p:txBody>
      </p:sp>
      <p:sp>
        <p:nvSpPr>
          <p:cNvPr id="63525" name="Text Box 37">
            <a:extLst>
              <a:ext uri="{FF2B5EF4-FFF2-40B4-BE49-F238E27FC236}">
                <a16:creationId xmlns:a16="http://schemas.microsoft.com/office/drawing/2014/main" id="{5DA8F9D7-C85B-4235-8438-6E0D4EBB74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4876800"/>
            <a:ext cx="7772400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th-TH" altLang="en-US" sz="4800">
                <a:sym typeface="Symbol" panose="05050102010706020507" pitchFamily="18" charset="2"/>
              </a:rPr>
              <a:t></a:t>
            </a:r>
            <a:r>
              <a:rPr lang="th-TH" altLang="en-US" sz="4800" baseline="-25000">
                <a:sym typeface="Symbol" panose="05050102010706020507" pitchFamily="18" charset="2"/>
              </a:rPr>
              <a:t>จังหวัด</a:t>
            </a:r>
            <a:r>
              <a:rPr lang="en-US" altLang="en-US" sz="4800" baseline="-25000">
                <a:sym typeface="Symbol" panose="05050102010706020507" pitchFamily="18" charset="2"/>
              </a:rPr>
              <a:t>=‘</a:t>
            </a:r>
            <a:r>
              <a:rPr lang="th-TH" altLang="en-US" sz="4800" baseline="-25000">
                <a:sym typeface="Symbol" panose="05050102010706020507" pitchFamily="18" charset="2"/>
              </a:rPr>
              <a:t>นครราชสีมา</a:t>
            </a:r>
            <a:r>
              <a:rPr lang="en-US" altLang="en-US" sz="4800" baseline="-25000">
                <a:sym typeface="Symbol" panose="05050102010706020507" pitchFamily="18" charset="2"/>
              </a:rPr>
              <a:t>’</a:t>
            </a:r>
            <a:r>
              <a:rPr lang="th-TH" altLang="en-US" sz="4800" baseline="-25000">
                <a:sym typeface="Symbol" panose="05050102010706020507" pitchFamily="18" charset="2"/>
              </a:rPr>
              <a:t> </a:t>
            </a:r>
            <a:r>
              <a:rPr lang="en-US" altLang="en-US" sz="4800" baseline="-25000">
                <a:sym typeface="Symbol" panose="05050102010706020507" pitchFamily="18" charset="2"/>
              </a:rPr>
              <a:t>OR </a:t>
            </a:r>
            <a:r>
              <a:rPr lang="th-TH" altLang="en-US" sz="4800" baseline="-25000">
                <a:sym typeface="Symbol" panose="05050102010706020507" pitchFamily="18" charset="2"/>
              </a:rPr>
              <a:t>สาขาวิชา</a:t>
            </a:r>
            <a:r>
              <a:rPr lang="en-US" altLang="en-US" sz="4800" baseline="-25000">
                <a:sym typeface="Symbol" panose="05050102010706020507" pitchFamily="18" charset="2"/>
              </a:rPr>
              <a:t>=‘</a:t>
            </a:r>
            <a:r>
              <a:rPr lang="th-TH" altLang="en-US" sz="4800" baseline="-25000">
                <a:sym typeface="Symbol" panose="05050102010706020507" pitchFamily="18" charset="2"/>
              </a:rPr>
              <a:t>โยธา</a:t>
            </a:r>
            <a:r>
              <a:rPr lang="en-US" altLang="en-US" sz="4800" baseline="-25000">
                <a:sym typeface="Symbol" panose="05050102010706020507" pitchFamily="18" charset="2"/>
              </a:rPr>
              <a:t>’</a:t>
            </a:r>
            <a:r>
              <a:rPr lang="en-US" altLang="en-US" sz="4800">
                <a:sym typeface="Symbol" panose="05050102010706020507" pitchFamily="18" charset="2"/>
              </a:rPr>
              <a:t>(</a:t>
            </a:r>
            <a:r>
              <a:rPr lang="th-TH" altLang="en-US" sz="4800">
                <a:sym typeface="Symbol" panose="05050102010706020507" pitchFamily="18" charset="2"/>
              </a:rPr>
              <a:t>นักศึกษา</a:t>
            </a:r>
            <a:r>
              <a:rPr lang="en-US" altLang="en-US" sz="4800">
                <a:sym typeface="Symbol" panose="05050102010706020507" pitchFamily="18" charset="2"/>
              </a:rPr>
              <a:t>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09D47877-C7FF-4DCC-87FC-0079567A5D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Selection (Restrict)</a:t>
            </a:r>
          </a:p>
        </p:txBody>
      </p:sp>
      <p:graphicFrame>
        <p:nvGraphicFramePr>
          <p:cNvPr id="61443" name="Group 3">
            <a:extLst>
              <a:ext uri="{FF2B5EF4-FFF2-40B4-BE49-F238E27FC236}">
                <a16:creationId xmlns:a16="http://schemas.microsoft.com/office/drawing/2014/main" id="{0C2097CC-6BBC-4E0B-A6A6-82E1567683C2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514600" y="2286000"/>
          <a:ext cx="4114800" cy="2438400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2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22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รหัส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ชื่อ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sng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จังหวัด</a:t>
                      </a:r>
                      <a:endParaRPr kumimoji="0" lang="en-US" sz="2400" b="1" i="0" u="sng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สาขาวิชา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แดง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โยธา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B002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ดำ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กรุงเทพฯ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โทรคมนาคม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B003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เขียว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สระบุรี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โยธา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B004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ขาว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คอมพิวเตอร์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5571" name="Rectangle 35">
            <a:extLst>
              <a:ext uri="{FF2B5EF4-FFF2-40B4-BE49-F238E27FC236}">
                <a16:creationId xmlns:a16="http://schemas.microsoft.com/office/drawing/2014/main" id="{7F323FEE-1525-4D9E-9B1F-962BCC6214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>
                <a:ea typeface="Angsana New" panose="02020603050405020304" pitchFamily="18" charset="-34"/>
              </a:rPr>
              <a:t>ตัวอย่าง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sp>
        <p:nvSpPr>
          <p:cNvPr id="65572" name="Text Box 36">
            <a:extLst>
              <a:ext uri="{FF2B5EF4-FFF2-40B4-BE49-F238E27FC236}">
                <a16:creationId xmlns:a16="http://schemas.microsoft.com/office/drawing/2014/main" id="{32E63C2C-E6BB-4747-8BF9-1E20B3D653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1711325"/>
            <a:ext cx="11779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th-TH" altLang="en-US" sz="3200" b="1" i="1">
                <a:solidFill>
                  <a:schemeClr val="tx1"/>
                </a:solidFill>
              </a:rPr>
              <a:t>นักศึกษา</a:t>
            </a:r>
            <a:endParaRPr lang="en-US" altLang="en-US" sz="3200" b="1" i="1">
              <a:solidFill>
                <a:schemeClr val="tx1"/>
              </a:solidFill>
            </a:endParaRPr>
          </a:p>
        </p:txBody>
      </p:sp>
      <p:sp>
        <p:nvSpPr>
          <p:cNvPr id="65573" name="Text Box 37">
            <a:extLst>
              <a:ext uri="{FF2B5EF4-FFF2-40B4-BE49-F238E27FC236}">
                <a16:creationId xmlns:a16="http://schemas.microsoft.com/office/drawing/2014/main" id="{2DE22B5D-CE45-46D5-83CF-2046297969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4876800"/>
            <a:ext cx="7772400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th-TH" altLang="en-US" sz="4800">
                <a:sym typeface="Symbol" panose="05050102010706020507" pitchFamily="18" charset="2"/>
              </a:rPr>
              <a:t></a:t>
            </a:r>
            <a:r>
              <a:rPr lang="th-TH" altLang="en-US" sz="4800" b="1" baseline="-25000">
                <a:sym typeface="Symbol" panose="05050102010706020507" pitchFamily="18" charset="2"/>
              </a:rPr>
              <a:t>จังหวัด</a:t>
            </a:r>
            <a:r>
              <a:rPr lang="en-US" altLang="en-US" sz="4800" b="1" baseline="-25000">
                <a:sym typeface="Symbol" panose="05050102010706020507" pitchFamily="18" charset="2"/>
              </a:rPr>
              <a:t>=‘</a:t>
            </a:r>
            <a:r>
              <a:rPr lang="th-TH" altLang="en-US" sz="4800" b="1" baseline="-25000">
                <a:sym typeface="Symbol" panose="05050102010706020507" pitchFamily="18" charset="2"/>
              </a:rPr>
              <a:t>นครราชสีมา</a:t>
            </a:r>
            <a:r>
              <a:rPr lang="en-US" altLang="en-US" sz="4800" b="1" baseline="-25000">
                <a:sym typeface="Symbol" panose="05050102010706020507" pitchFamily="18" charset="2"/>
              </a:rPr>
              <a:t>’</a:t>
            </a:r>
            <a:r>
              <a:rPr lang="th-TH" altLang="en-US" sz="4800" baseline="-25000">
                <a:sym typeface="Symbol" panose="05050102010706020507" pitchFamily="18" charset="2"/>
              </a:rPr>
              <a:t> </a:t>
            </a:r>
            <a:r>
              <a:rPr lang="en-US" altLang="en-US" sz="4800" baseline="-25000">
                <a:sym typeface="Symbol" panose="05050102010706020507" pitchFamily="18" charset="2"/>
              </a:rPr>
              <a:t>OR </a:t>
            </a:r>
            <a:r>
              <a:rPr lang="th-TH" altLang="en-US" sz="4800" baseline="-25000">
                <a:sym typeface="Symbol" panose="05050102010706020507" pitchFamily="18" charset="2"/>
              </a:rPr>
              <a:t>สาขาวิชา</a:t>
            </a:r>
            <a:r>
              <a:rPr lang="en-US" altLang="en-US" sz="4800" baseline="-25000">
                <a:sym typeface="Symbol" panose="05050102010706020507" pitchFamily="18" charset="2"/>
              </a:rPr>
              <a:t>=‘</a:t>
            </a:r>
            <a:r>
              <a:rPr lang="th-TH" altLang="en-US" sz="4800" baseline="-25000">
                <a:sym typeface="Symbol" panose="05050102010706020507" pitchFamily="18" charset="2"/>
              </a:rPr>
              <a:t>โยธา</a:t>
            </a:r>
            <a:r>
              <a:rPr lang="en-US" altLang="en-US" sz="4800" baseline="-25000">
                <a:sym typeface="Symbol" panose="05050102010706020507" pitchFamily="18" charset="2"/>
              </a:rPr>
              <a:t>’</a:t>
            </a:r>
            <a:r>
              <a:rPr lang="en-US" altLang="en-US" sz="4800">
                <a:sym typeface="Symbol" panose="05050102010706020507" pitchFamily="18" charset="2"/>
              </a:rPr>
              <a:t>(</a:t>
            </a:r>
            <a:r>
              <a:rPr lang="th-TH" altLang="en-US" sz="4800">
                <a:sym typeface="Symbol" panose="05050102010706020507" pitchFamily="18" charset="2"/>
              </a:rPr>
              <a:t>นักศึกษา</a:t>
            </a:r>
            <a:r>
              <a:rPr lang="en-US" altLang="en-US" sz="4800">
                <a:sym typeface="Symbol" panose="05050102010706020507" pitchFamily="18" charset="2"/>
              </a:rPr>
              <a:t>)</a:t>
            </a:r>
          </a:p>
        </p:txBody>
      </p:sp>
      <p:sp>
        <p:nvSpPr>
          <p:cNvPr id="65574" name="Line 38">
            <a:extLst>
              <a:ext uri="{FF2B5EF4-FFF2-40B4-BE49-F238E27FC236}">
                <a16:creationId xmlns:a16="http://schemas.microsoft.com/office/drawing/2014/main" id="{338B7751-2E75-4C72-B23A-3A64D3408D94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3048000"/>
            <a:ext cx="3810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65575" name="Line 39">
            <a:extLst>
              <a:ext uri="{FF2B5EF4-FFF2-40B4-BE49-F238E27FC236}">
                <a16:creationId xmlns:a16="http://schemas.microsoft.com/office/drawing/2014/main" id="{4FC720B0-4929-4119-8D28-1B76631A2788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4495800"/>
            <a:ext cx="3810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F7971829-505E-492B-9B32-2F521CC823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Selection (Restrict)</a:t>
            </a:r>
          </a:p>
        </p:txBody>
      </p:sp>
      <p:graphicFrame>
        <p:nvGraphicFramePr>
          <p:cNvPr id="62505" name="Group 41">
            <a:extLst>
              <a:ext uri="{FF2B5EF4-FFF2-40B4-BE49-F238E27FC236}">
                <a16:creationId xmlns:a16="http://schemas.microsoft.com/office/drawing/2014/main" id="{4A6CB5DC-BDA5-4B28-91F0-4B2F4AC6D221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514600" y="2286000"/>
          <a:ext cx="4114800" cy="2438400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2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22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รหัส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ชื่อ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จังหวัด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สาขาวิชา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แดง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โยธา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B002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ดำ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กรุงเทพฯ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โทรคมนาคม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B003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เขียว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สระบุรี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โยธา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B004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ขาว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คอมพิวเตอร์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7619" name="Rectangle 35">
            <a:extLst>
              <a:ext uri="{FF2B5EF4-FFF2-40B4-BE49-F238E27FC236}">
                <a16:creationId xmlns:a16="http://schemas.microsoft.com/office/drawing/2014/main" id="{94D84A5B-D191-4F71-90D1-EE6E356BBA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>
                <a:ea typeface="Angsana New" panose="02020603050405020304" pitchFamily="18" charset="-34"/>
              </a:rPr>
              <a:t>ตัวอย่าง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sp>
        <p:nvSpPr>
          <p:cNvPr id="67620" name="Text Box 36">
            <a:extLst>
              <a:ext uri="{FF2B5EF4-FFF2-40B4-BE49-F238E27FC236}">
                <a16:creationId xmlns:a16="http://schemas.microsoft.com/office/drawing/2014/main" id="{AC661B3E-854A-49E8-BC8F-114712E51A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1711325"/>
            <a:ext cx="11779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th-TH" altLang="en-US" sz="3200" b="1" i="1">
                <a:solidFill>
                  <a:schemeClr val="tx1"/>
                </a:solidFill>
              </a:rPr>
              <a:t>นักศึกษา</a:t>
            </a:r>
            <a:endParaRPr lang="en-US" altLang="en-US" sz="3200" b="1" i="1">
              <a:solidFill>
                <a:schemeClr val="tx1"/>
              </a:solidFill>
            </a:endParaRPr>
          </a:p>
        </p:txBody>
      </p:sp>
      <p:sp>
        <p:nvSpPr>
          <p:cNvPr id="67621" name="Text Box 37">
            <a:extLst>
              <a:ext uri="{FF2B5EF4-FFF2-40B4-BE49-F238E27FC236}">
                <a16:creationId xmlns:a16="http://schemas.microsoft.com/office/drawing/2014/main" id="{D83B0AE6-ED50-4FB7-B905-1D2DAAA140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4876800"/>
            <a:ext cx="7772400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th-TH" altLang="en-US" sz="4800">
                <a:sym typeface="Symbol" panose="05050102010706020507" pitchFamily="18" charset="2"/>
              </a:rPr>
              <a:t></a:t>
            </a:r>
            <a:r>
              <a:rPr lang="th-TH" altLang="en-US" sz="4800" b="1" baseline="-25000">
                <a:sym typeface="Symbol" panose="05050102010706020507" pitchFamily="18" charset="2"/>
              </a:rPr>
              <a:t>จังหวัด</a:t>
            </a:r>
            <a:r>
              <a:rPr lang="en-US" altLang="en-US" sz="4800" b="1" baseline="-25000">
                <a:sym typeface="Symbol" panose="05050102010706020507" pitchFamily="18" charset="2"/>
              </a:rPr>
              <a:t>=‘</a:t>
            </a:r>
            <a:r>
              <a:rPr lang="th-TH" altLang="en-US" sz="4800" b="1" baseline="-25000">
                <a:sym typeface="Symbol" panose="05050102010706020507" pitchFamily="18" charset="2"/>
              </a:rPr>
              <a:t>นครราชสีมา</a:t>
            </a:r>
            <a:r>
              <a:rPr lang="en-US" altLang="en-US" sz="4800" b="1" baseline="-25000">
                <a:sym typeface="Symbol" panose="05050102010706020507" pitchFamily="18" charset="2"/>
              </a:rPr>
              <a:t>’</a:t>
            </a:r>
            <a:r>
              <a:rPr lang="th-TH" altLang="en-US" sz="4800" baseline="-25000">
                <a:sym typeface="Symbol" panose="05050102010706020507" pitchFamily="18" charset="2"/>
              </a:rPr>
              <a:t> </a:t>
            </a:r>
            <a:r>
              <a:rPr lang="en-US" altLang="en-US" sz="4800" baseline="-25000">
                <a:sym typeface="Symbol" panose="05050102010706020507" pitchFamily="18" charset="2"/>
              </a:rPr>
              <a:t>OR </a:t>
            </a:r>
            <a:r>
              <a:rPr lang="th-TH" altLang="en-US" sz="4800" baseline="-25000">
                <a:sym typeface="Symbol" panose="05050102010706020507" pitchFamily="18" charset="2"/>
              </a:rPr>
              <a:t>สาขาวิชา</a:t>
            </a:r>
            <a:r>
              <a:rPr lang="en-US" altLang="en-US" sz="4800" baseline="-25000">
                <a:sym typeface="Symbol" panose="05050102010706020507" pitchFamily="18" charset="2"/>
              </a:rPr>
              <a:t>=‘</a:t>
            </a:r>
            <a:r>
              <a:rPr lang="th-TH" altLang="en-US" sz="4800" baseline="-25000">
                <a:sym typeface="Symbol" panose="05050102010706020507" pitchFamily="18" charset="2"/>
              </a:rPr>
              <a:t>โยธา</a:t>
            </a:r>
            <a:r>
              <a:rPr lang="en-US" altLang="en-US" sz="4800" baseline="-25000">
                <a:sym typeface="Symbol" panose="05050102010706020507" pitchFamily="18" charset="2"/>
              </a:rPr>
              <a:t>’</a:t>
            </a:r>
            <a:r>
              <a:rPr lang="en-US" altLang="en-US" sz="4800">
                <a:sym typeface="Symbol" panose="05050102010706020507" pitchFamily="18" charset="2"/>
              </a:rPr>
              <a:t>(</a:t>
            </a:r>
            <a:r>
              <a:rPr lang="th-TH" altLang="en-US" sz="4800">
                <a:sym typeface="Symbol" panose="05050102010706020507" pitchFamily="18" charset="2"/>
              </a:rPr>
              <a:t>นักศึกษา</a:t>
            </a:r>
            <a:r>
              <a:rPr lang="en-US" altLang="en-US" sz="4800">
                <a:sym typeface="Symbol" panose="05050102010706020507" pitchFamily="18" charset="2"/>
              </a:rPr>
              <a:t>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FB9488FD-590A-4D66-84E6-8E64AA50A7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Selection (Restrict)</a:t>
            </a:r>
          </a:p>
        </p:txBody>
      </p:sp>
      <p:graphicFrame>
        <p:nvGraphicFramePr>
          <p:cNvPr id="63491" name="Group 3">
            <a:extLst>
              <a:ext uri="{FF2B5EF4-FFF2-40B4-BE49-F238E27FC236}">
                <a16:creationId xmlns:a16="http://schemas.microsoft.com/office/drawing/2014/main" id="{9AF222ED-BD4D-4B3C-96FC-B168E2B57279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514600" y="2286000"/>
          <a:ext cx="4114800" cy="2438400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2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22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รหัส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ชื่อ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จังหวัด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sng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สาขาวิชา</a:t>
                      </a:r>
                      <a:endParaRPr kumimoji="0" lang="en-US" sz="2400" b="1" i="0" u="sng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แดง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โยธา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B002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ดำ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กรุงเทพฯ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โทรคมนาคม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B003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เขียว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สระบุรี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โยธา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B004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ขาว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คอมพิวเตอร์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9667" name="Rectangle 35">
            <a:extLst>
              <a:ext uri="{FF2B5EF4-FFF2-40B4-BE49-F238E27FC236}">
                <a16:creationId xmlns:a16="http://schemas.microsoft.com/office/drawing/2014/main" id="{718E9712-2D05-4E50-85A1-253D07FD40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>
                <a:ea typeface="Angsana New" panose="02020603050405020304" pitchFamily="18" charset="-34"/>
              </a:rPr>
              <a:t>ตัวอย่าง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sp>
        <p:nvSpPr>
          <p:cNvPr id="69668" name="Text Box 36">
            <a:extLst>
              <a:ext uri="{FF2B5EF4-FFF2-40B4-BE49-F238E27FC236}">
                <a16:creationId xmlns:a16="http://schemas.microsoft.com/office/drawing/2014/main" id="{09F3F588-D4E9-4E56-8870-EDCF1C4FE0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1711325"/>
            <a:ext cx="11779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th-TH" altLang="en-US" sz="3200" b="1" i="1">
                <a:solidFill>
                  <a:schemeClr val="tx1"/>
                </a:solidFill>
              </a:rPr>
              <a:t>นักศึกษา</a:t>
            </a:r>
            <a:endParaRPr lang="en-US" altLang="en-US" sz="3200" b="1" i="1">
              <a:solidFill>
                <a:schemeClr val="tx1"/>
              </a:solidFill>
            </a:endParaRPr>
          </a:p>
        </p:txBody>
      </p:sp>
      <p:sp>
        <p:nvSpPr>
          <p:cNvPr id="69669" name="Text Box 37">
            <a:extLst>
              <a:ext uri="{FF2B5EF4-FFF2-40B4-BE49-F238E27FC236}">
                <a16:creationId xmlns:a16="http://schemas.microsoft.com/office/drawing/2014/main" id="{7B2F1073-A624-49FD-B5DC-A0F886FF81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4876800"/>
            <a:ext cx="7772400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th-TH" altLang="en-US" sz="4800">
                <a:sym typeface="Symbol" panose="05050102010706020507" pitchFamily="18" charset="2"/>
              </a:rPr>
              <a:t></a:t>
            </a:r>
            <a:r>
              <a:rPr lang="th-TH" altLang="en-US" sz="4800" baseline="-25000">
                <a:sym typeface="Symbol" panose="05050102010706020507" pitchFamily="18" charset="2"/>
              </a:rPr>
              <a:t>จังหวัด</a:t>
            </a:r>
            <a:r>
              <a:rPr lang="en-US" altLang="en-US" sz="4800" baseline="-25000">
                <a:sym typeface="Symbol" panose="05050102010706020507" pitchFamily="18" charset="2"/>
              </a:rPr>
              <a:t>=‘</a:t>
            </a:r>
            <a:r>
              <a:rPr lang="th-TH" altLang="en-US" sz="4800" baseline="-25000">
                <a:sym typeface="Symbol" panose="05050102010706020507" pitchFamily="18" charset="2"/>
              </a:rPr>
              <a:t>นครราชสีมา</a:t>
            </a:r>
            <a:r>
              <a:rPr lang="en-US" altLang="en-US" sz="4800" baseline="-25000">
                <a:sym typeface="Symbol" panose="05050102010706020507" pitchFamily="18" charset="2"/>
              </a:rPr>
              <a:t>’</a:t>
            </a:r>
            <a:r>
              <a:rPr lang="th-TH" altLang="en-US" sz="4800" baseline="-25000">
                <a:sym typeface="Symbol" panose="05050102010706020507" pitchFamily="18" charset="2"/>
              </a:rPr>
              <a:t> </a:t>
            </a:r>
            <a:r>
              <a:rPr lang="en-US" altLang="en-US" sz="4800" baseline="-25000">
                <a:sym typeface="Symbol" panose="05050102010706020507" pitchFamily="18" charset="2"/>
              </a:rPr>
              <a:t>OR </a:t>
            </a:r>
            <a:r>
              <a:rPr lang="th-TH" altLang="en-US" sz="4800" b="1" baseline="-25000">
                <a:sym typeface="Symbol" panose="05050102010706020507" pitchFamily="18" charset="2"/>
              </a:rPr>
              <a:t>สาขาวิชา</a:t>
            </a:r>
            <a:r>
              <a:rPr lang="en-US" altLang="en-US" sz="4800" b="1" baseline="-25000">
                <a:sym typeface="Symbol" panose="05050102010706020507" pitchFamily="18" charset="2"/>
              </a:rPr>
              <a:t>=‘</a:t>
            </a:r>
            <a:r>
              <a:rPr lang="th-TH" altLang="en-US" sz="4800" b="1" baseline="-25000">
                <a:sym typeface="Symbol" panose="05050102010706020507" pitchFamily="18" charset="2"/>
              </a:rPr>
              <a:t>โยธา</a:t>
            </a:r>
            <a:r>
              <a:rPr lang="en-US" altLang="en-US" sz="4800" b="1" baseline="-25000">
                <a:sym typeface="Symbol" panose="05050102010706020507" pitchFamily="18" charset="2"/>
              </a:rPr>
              <a:t>’</a:t>
            </a:r>
            <a:r>
              <a:rPr lang="en-US" altLang="en-US" sz="4800">
                <a:sym typeface="Symbol" panose="05050102010706020507" pitchFamily="18" charset="2"/>
              </a:rPr>
              <a:t>(</a:t>
            </a:r>
            <a:r>
              <a:rPr lang="th-TH" altLang="en-US" sz="4800">
                <a:sym typeface="Symbol" panose="05050102010706020507" pitchFamily="18" charset="2"/>
              </a:rPr>
              <a:t>นักศึกษา</a:t>
            </a:r>
            <a:r>
              <a:rPr lang="en-US" altLang="en-US" sz="4800">
                <a:sym typeface="Symbol" panose="05050102010706020507" pitchFamily="18" charset="2"/>
              </a:rPr>
              <a:t>)</a:t>
            </a:r>
          </a:p>
        </p:txBody>
      </p:sp>
      <p:sp>
        <p:nvSpPr>
          <p:cNvPr id="69670" name="Line 38">
            <a:extLst>
              <a:ext uri="{FF2B5EF4-FFF2-40B4-BE49-F238E27FC236}">
                <a16:creationId xmlns:a16="http://schemas.microsoft.com/office/drawing/2014/main" id="{1EFAFE68-706B-4F2B-9A24-7333615A5C48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3048000"/>
            <a:ext cx="3810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69671" name="Line 39">
            <a:extLst>
              <a:ext uri="{FF2B5EF4-FFF2-40B4-BE49-F238E27FC236}">
                <a16:creationId xmlns:a16="http://schemas.microsoft.com/office/drawing/2014/main" id="{2397CE91-6D32-4873-B10A-08F72DD2BF58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4038600"/>
            <a:ext cx="3810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AED9BFC5-0438-4C7C-9B24-FE55EEB059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Selection (Restrict)</a:t>
            </a:r>
          </a:p>
        </p:txBody>
      </p:sp>
      <p:graphicFrame>
        <p:nvGraphicFramePr>
          <p:cNvPr id="64552" name="Group 40">
            <a:extLst>
              <a:ext uri="{FF2B5EF4-FFF2-40B4-BE49-F238E27FC236}">
                <a16:creationId xmlns:a16="http://schemas.microsoft.com/office/drawing/2014/main" id="{163E3ADC-93DE-4581-A35F-A9B4F45CD236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514600" y="2286000"/>
          <a:ext cx="4114800" cy="2438400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2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22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รหัส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ชื่อ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จังหวัด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สาขาวิชา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แดง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โยธา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B002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ดำ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กรุงเทพฯ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โทรคมนาคม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B003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เขียว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สระบุรี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โยธา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B004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ขาว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คอมพิวเตอร์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1715" name="Rectangle 35">
            <a:extLst>
              <a:ext uri="{FF2B5EF4-FFF2-40B4-BE49-F238E27FC236}">
                <a16:creationId xmlns:a16="http://schemas.microsoft.com/office/drawing/2014/main" id="{326E1F5E-2BE9-4BFA-8827-596E915442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>
                <a:ea typeface="Angsana New" panose="02020603050405020304" pitchFamily="18" charset="-34"/>
              </a:rPr>
              <a:t>ตัวอย่าง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sp>
        <p:nvSpPr>
          <p:cNvPr id="71716" name="Text Box 36">
            <a:extLst>
              <a:ext uri="{FF2B5EF4-FFF2-40B4-BE49-F238E27FC236}">
                <a16:creationId xmlns:a16="http://schemas.microsoft.com/office/drawing/2014/main" id="{DFDF3477-02AC-4C6A-A5F8-3BB0D48695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1711325"/>
            <a:ext cx="11779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th-TH" altLang="en-US" sz="3200" b="1" i="1">
                <a:solidFill>
                  <a:schemeClr val="tx1"/>
                </a:solidFill>
              </a:rPr>
              <a:t>นักศึกษา</a:t>
            </a:r>
            <a:endParaRPr lang="en-US" altLang="en-US" sz="3200" b="1" i="1">
              <a:solidFill>
                <a:schemeClr val="tx1"/>
              </a:solidFill>
            </a:endParaRPr>
          </a:p>
        </p:txBody>
      </p:sp>
      <p:sp>
        <p:nvSpPr>
          <p:cNvPr id="71717" name="Text Box 37">
            <a:extLst>
              <a:ext uri="{FF2B5EF4-FFF2-40B4-BE49-F238E27FC236}">
                <a16:creationId xmlns:a16="http://schemas.microsoft.com/office/drawing/2014/main" id="{2AEF3A3B-5BDD-4803-A2EE-C1443340C8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4876800"/>
            <a:ext cx="7772400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th-TH" altLang="en-US" sz="4800">
                <a:sym typeface="Symbol" panose="05050102010706020507" pitchFamily="18" charset="2"/>
              </a:rPr>
              <a:t></a:t>
            </a:r>
            <a:r>
              <a:rPr lang="th-TH" altLang="en-US" sz="4800" baseline="-25000">
                <a:sym typeface="Symbol" panose="05050102010706020507" pitchFamily="18" charset="2"/>
              </a:rPr>
              <a:t>จังหวัด</a:t>
            </a:r>
            <a:r>
              <a:rPr lang="en-US" altLang="en-US" sz="4800" baseline="-25000">
                <a:sym typeface="Symbol" panose="05050102010706020507" pitchFamily="18" charset="2"/>
              </a:rPr>
              <a:t>=‘</a:t>
            </a:r>
            <a:r>
              <a:rPr lang="th-TH" altLang="en-US" sz="4800" baseline="-25000">
                <a:sym typeface="Symbol" panose="05050102010706020507" pitchFamily="18" charset="2"/>
              </a:rPr>
              <a:t>นครราชสีมา</a:t>
            </a:r>
            <a:r>
              <a:rPr lang="en-US" altLang="en-US" sz="4800" baseline="-25000">
                <a:sym typeface="Symbol" panose="05050102010706020507" pitchFamily="18" charset="2"/>
              </a:rPr>
              <a:t>’</a:t>
            </a:r>
            <a:r>
              <a:rPr lang="th-TH" altLang="en-US" sz="4800" baseline="-25000">
                <a:sym typeface="Symbol" panose="05050102010706020507" pitchFamily="18" charset="2"/>
              </a:rPr>
              <a:t> </a:t>
            </a:r>
            <a:r>
              <a:rPr lang="en-US" altLang="en-US" sz="4800" baseline="-25000">
                <a:sym typeface="Symbol" panose="05050102010706020507" pitchFamily="18" charset="2"/>
              </a:rPr>
              <a:t>OR </a:t>
            </a:r>
            <a:r>
              <a:rPr lang="th-TH" altLang="en-US" sz="4800" b="1" baseline="-25000">
                <a:sym typeface="Symbol" panose="05050102010706020507" pitchFamily="18" charset="2"/>
              </a:rPr>
              <a:t>สาขาวิชา</a:t>
            </a:r>
            <a:r>
              <a:rPr lang="en-US" altLang="en-US" sz="4800" b="1" baseline="-25000">
                <a:sym typeface="Symbol" panose="05050102010706020507" pitchFamily="18" charset="2"/>
              </a:rPr>
              <a:t>=‘</a:t>
            </a:r>
            <a:r>
              <a:rPr lang="th-TH" altLang="en-US" sz="4800" b="1" baseline="-25000">
                <a:sym typeface="Symbol" panose="05050102010706020507" pitchFamily="18" charset="2"/>
              </a:rPr>
              <a:t>โยธา</a:t>
            </a:r>
            <a:r>
              <a:rPr lang="en-US" altLang="en-US" sz="4800" b="1" baseline="-25000">
                <a:sym typeface="Symbol" panose="05050102010706020507" pitchFamily="18" charset="2"/>
              </a:rPr>
              <a:t>’</a:t>
            </a:r>
            <a:r>
              <a:rPr lang="en-US" altLang="en-US" sz="4800">
                <a:sym typeface="Symbol" panose="05050102010706020507" pitchFamily="18" charset="2"/>
              </a:rPr>
              <a:t>(</a:t>
            </a:r>
            <a:r>
              <a:rPr lang="th-TH" altLang="en-US" sz="4800">
                <a:sym typeface="Symbol" panose="05050102010706020507" pitchFamily="18" charset="2"/>
              </a:rPr>
              <a:t>นักศึกษา</a:t>
            </a:r>
            <a:r>
              <a:rPr lang="en-US" altLang="en-US" sz="4800">
                <a:sym typeface="Symbol" panose="05050102010706020507" pitchFamily="18" charset="2"/>
              </a:rPr>
              <a:t>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4F005159-96D3-4EBD-98D3-7C039B013C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Selection (Restrict)</a:t>
            </a:r>
          </a:p>
        </p:txBody>
      </p:sp>
      <p:graphicFrame>
        <p:nvGraphicFramePr>
          <p:cNvPr id="65574" name="Group 38">
            <a:extLst>
              <a:ext uri="{FF2B5EF4-FFF2-40B4-BE49-F238E27FC236}">
                <a16:creationId xmlns:a16="http://schemas.microsoft.com/office/drawing/2014/main" id="{C4F96A69-D137-43B9-9A9F-BE804B2CBF6A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514600" y="2286000"/>
          <a:ext cx="4114800" cy="1951038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2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22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77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รหัส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9" marB="252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ชื่อ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9" marB="252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จังหวัด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9" marB="252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สาขาวิชา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9" marB="252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7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marT="25229" marB="252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แดง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9" marB="252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9" marB="252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โยธา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9" marB="252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7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B003</a:t>
                      </a:r>
                    </a:p>
                  </a:txBody>
                  <a:tcPr marT="25229" marB="252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เขียว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9" marB="252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สระบุรี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9" marB="252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โยธา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9" marB="252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7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B004</a:t>
                      </a:r>
                    </a:p>
                  </a:txBody>
                  <a:tcPr marT="25229" marB="252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ขาว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9" marB="252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9" marB="252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คอมพิวเตอร์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9" marB="252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3758" name="Rectangle 35">
            <a:extLst>
              <a:ext uri="{FF2B5EF4-FFF2-40B4-BE49-F238E27FC236}">
                <a16:creationId xmlns:a16="http://schemas.microsoft.com/office/drawing/2014/main" id="{11B95A2E-0541-4369-8A1E-276DFA03EA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>
                <a:ea typeface="Angsana New" panose="02020603050405020304" pitchFamily="18" charset="-34"/>
              </a:rPr>
              <a:t>ตัวอย่าง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sp>
        <p:nvSpPr>
          <p:cNvPr id="73759" name="Text Box 36">
            <a:extLst>
              <a:ext uri="{FF2B5EF4-FFF2-40B4-BE49-F238E27FC236}">
                <a16:creationId xmlns:a16="http://schemas.microsoft.com/office/drawing/2014/main" id="{6CA3EBBB-4FE5-4B18-A77F-41F34F55A6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1711325"/>
            <a:ext cx="11779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th-TH" altLang="en-US" sz="3200" b="1" i="1">
                <a:solidFill>
                  <a:schemeClr val="tx1"/>
                </a:solidFill>
              </a:rPr>
              <a:t>นักศึกษา</a:t>
            </a:r>
            <a:endParaRPr lang="en-US" altLang="en-US" sz="3200" b="1" i="1">
              <a:solidFill>
                <a:schemeClr val="tx1"/>
              </a:solidFill>
            </a:endParaRPr>
          </a:p>
        </p:txBody>
      </p:sp>
      <p:sp>
        <p:nvSpPr>
          <p:cNvPr id="73760" name="Text Box 37">
            <a:extLst>
              <a:ext uri="{FF2B5EF4-FFF2-40B4-BE49-F238E27FC236}">
                <a16:creationId xmlns:a16="http://schemas.microsoft.com/office/drawing/2014/main" id="{42ACE68A-2FB1-4A9B-A77F-581E0AF4ED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4876800"/>
            <a:ext cx="7772400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th-TH" altLang="en-US" sz="4800">
                <a:sym typeface="Symbol" panose="05050102010706020507" pitchFamily="18" charset="2"/>
              </a:rPr>
              <a:t></a:t>
            </a:r>
            <a:r>
              <a:rPr lang="th-TH" altLang="en-US" sz="4800" baseline="-25000">
                <a:sym typeface="Symbol" panose="05050102010706020507" pitchFamily="18" charset="2"/>
              </a:rPr>
              <a:t>จังหวัด</a:t>
            </a:r>
            <a:r>
              <a:rPr lang="en-US" altLang="en-US" sz="4800" baseline="-25000">
                <a:sym typeface="Symbol" panose="05050102010706020507" pitchFamily="18" charset="2"/>
              </a:rPr>
              <a:t>=‘</a:t>
            </a:r>
            <a:r>
              <a:rPr lang="th-TH" altLang="en-US" sz="4800" baseline="-25000">
                <a:sym typeface="Symbol" panose="05050102010706020507" pitchFamily="18" charset="2"/>
              </a:rPr>
              <a:t>นครราชสีมา</a:t>
            </a:r>
            <a:r>
              <a:rPr lang="en-US" altLang="en-US" sz="4800" baseline="-25000">
                <a:sym typeface="Symbol" panose="05050102010706020507" pitchFamily="18" charset="2"/>
              </a:rPr>
              <a:t>’</a:t>
            </a:r>
            <a:r>
              <a:rPr lang="th-TH" altLang="en-US" sz="4800" baseline="-25000">
                <a:sym typeface="Symbol" panose="05050102010706020507" pitchFamily="18" charset="2"/>
              </a:rPr>
              <a:t> </a:t>
            </a:r>
            <a:r>
              <a:rPr lang="en-US" altLang="en-US" sz="4800" baseline="-25000">
                <a:sym typeface="Symbol" panose="05050102010706020507" pitchFamily="18" charset="2"/>
              </a:rPr>
              <a:t>OR </a:t>
            </a:r>
            <a:r>
              <a:rPr lang="th-TH" altLang="en-US" sz="4800" baseline="-25000">
                <a:sym typeface="Symbol" panose="05050102010706020507" pitchFamily="18" charset="2"/>
              </a:rPr>
              <a:t>สาขาวิชา</a:t>
            </a:r>
            <a:r>
              <a:rPr lang="en-US" altLang="en-US" sz="4800" baseline="-25000">
                <a:sym typeface="Symbol" panose="05050102010706020507" pitchFamily="18" charset="2"/>
              </a:rPr>
              <a:t>=‘</a:t>
            </a:r>
            <a:r>
              <a:rPr lang="th-TH" altLang="en-US" sz="4800" baseline="-25000">
                <a:sym typeface="Symbol" panose="05050102010706020507" pitchFamily="18" charset="2"/>
              </a:rPr>
              <a:t>โยธา</a:t>
            </a:r>
            <a:r>
              <a:rPr lang="en-US" altLang="en-US" sz="4800" baseline="-25000">
                <a:sym typeface="Symbol" panose="05050102010706020507" pitchFamily="18" charset="2"/>
              </a:rPr>
              <a:t>’</a:t>
            </a:r>
            <a:r>
              <a:rPr lang="en-US" altLang="en-US" sz="4800">
                <a:sym typeface="Symbol" panose="05050102010706020507" pitchFamily="18" charset="2"/>
              </a:rPr>
              <a:t>(</a:t>
            </a:r>
            <a:r>
              <a:rPr lang="th-TH" altLang="en-US" sz="4800">
                <a:sym typeface="Symbol" panose="05050102010706020507" pitchFamily="18" charset="2"/>
              </a:rPr>
              <a:t>นักศึกษา</a:t>
            </a:r>
            <a:r>
              <a:rPr lang="en-US" altLang="en-US" sz="4800">
                <a:sym typeface="Symbol" panose="05050102010706020507" pitchFamily="18" charset="2"/>
              </a:rPr>
              <a:t>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531D77C4-E202-4CFA-A24A-43B9BFB035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Project</a:t>
            </a:r>
          </a:p>
        </p:txBody>
      </p:sp>
      <p:sp>
        <p:nvSpPr>
          <p:cNvPr id="75779" name="Rectangle 24">
            <a:extLst>
              <a:ext uri="{FF2B5EF4-FFF2-40B4-BE49-F238E27FC236}">
                <a16:creationId xmlns:a16="http://schemas.microsoft.com/office/drawing/2014/main" id="{93477045-0487-4D5A-A2DE-CB6363C518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</p:spPr>
        <p:txBody>
          <a:bodyPr/>
          <a:lstStyle/>
          <a:p>
            <a:pPr eaLnBrk="1" hangingPunct="1"/>
            <a:r>
              <a:rPr lang="th-TH" altLang="en-US" sz="5000">
                <a:ea typeface="Angsana New" panose="02020603050405020304" pitchFamily="18" charset="-34"/>
              </a:rPr>
              <a:t>เป็นโอเปอเรเตอร์ทางคณิตศาสตร์ที่ใช้ในการเลือกข้อมูลเพียงบางแอททริบิวต์</a:t>
            </a:r>
          </a:p>
          <a:p>
            <a:pPr eaLnBrk="1" hangingPunct="1"/>
            <a:r>
              <a:rPr lang="th-TH" altLang="en-US" sz="5000">
                <a:ea typeface="Angsana New" panose="02020603050405020304" pitchFamily="18" charset="-34"/>
              </a:rPr>
              <a:t>การแสดงข้อมูลอาจจะเป็นแบบมีเงื่อนไขหรือไม่มีก็ได้ (ใช้ร่วมกับ</a:t>
            </a:r>
            <a:r>
              <a:rPr lang="en-US" altLang="en-US" sz="5000">
                <a:ea typeface="Angsana New" panose="02020603050405020304" pitchFamily="18" charset="-34"/>
              </a:rPr>
              <a:t> Restrict)</a:t>
            </a:r>
            <a:endParaRPr lang="th-TH" altLang="en-US" sz="5000">
              <a:ea typeface="Angsana New" panose="02020603050405020304" pitchFamily="18" charset="-34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85251675-C865-407D-8C77-5A925FAA3B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Project</a:t>
            </a:r>
          </a:p>
        </p:txBody>
      </p:sp>
      <p:graphicFrame>
        <p:nvGraphicFramePr>
          <p:cNvPr id="28734" name="Group 62">
            <a:extLst>
              <a:ext uri="{FF2B5EF4-FFF2-40B4-BE49-F238E27FC236}">
                <a16:creationId xmlns:a16="http://schemas.microsoft.com/office/drawing/2014/main" id="{2366FCD7-30FC-497F-A23F-4A1EF6F23E3A}"/>
              </a:ext>
            </a:extLst>
          </p:cNvPr>
          <p:cNvGraphicFramePr>
            <a:graphicFrameLocks noGrp="1"/>
          </p:cNvGraphicFramePr>
          <p:nvPr>
            <p:ph sz="quarter" idx="3"/>
          </p:nvPr>
        </p:nvGraphicFramePr>
        <p:xfrm>
          <a:off x="2590800" y="1676400"/>
          <a:ext cx="3962400" cy="3810000"/>
        </p:xfrm>
        <a:graphic>
          <a:graphicData uri="http://schemas.openxmlformats.org/drawingml/2006/table">
            <a:tbl>
              <a:tblPr/>
              <a:tblGrid>
                <a:gridCol w="566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7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67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67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th-TH" sz="4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gsana New" pitchFamily="18" charset="-34"/>
                        <a:cs typeface="Angsana New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th-TH" sz="4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gsana New" pitchFamily="18" charset="-34"/>
                        <a:cs typeface="Angsana New" pitchFamily="18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th-TH" sz="4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gsana New" pitchFamily="18" charset="-34"/>
                        <a:cs typeface="Angsana New" pitchFamily="18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th-TH" sz="4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gsana New" pitchFamily="18" charset="-34"/>
                        <a:cs typeface="Angsana New" pitchFamily="18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th-TH" sz="4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gsana New" pitchFamily="18" charset="-34"/>
                        <a:cs typeface="Angsana New" pitchFamily="18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th-TH" sz="4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gsana New" pitchFamily="18" charset="-34"/>
                        <a:cs typeface="Angsana New" pitchFamily="18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th-TH" sz="4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gsana New" pitchFamily="18" charset="-34"/>
                        <a:cs typeface="Angsana New" pitchFamily="18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C5E45D12-5613-47B6-B61C-603D52F30D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Project</a:t>
            </a:r>
          </a:p>
        </p:txBody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89EF5EB4-3C52-4D64-B79F-CB151C6D95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 sz="5000">
                <a:ea typeface="Angsana New" panose="02020603050405020304" pitchFamily="18" charset="-34"/>
              </a:rPr>
              <a:t>รูปแบบ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sp>
        <p:nvSpPr>
          <p:cNvPr id="79876" name="Text Box 4">
            <a:extLst>
              <a:ext uri="{FF2B5EF4-FFF2-40B4-BE49-F238E27FC236}">
                <a16:creationId xmlns:a16="http://schemas.microsoft.com/office/drawing/2014/main" id="{2096AAFE-1EF5-419B-B54C-78F8CDC809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2667000"/>
            <a:ext cx="6934200" cy="65405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rgbClr val="FFD55D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th-TH" altLang="en-US" sz="3600">
                <a:solidFill>
                  <a:schemeClr val="tx1"/>
                </a:solidFill>
              </a:rPr>
              <a:t>ชื่อรีเลชั่น</a:t>
            </a:r>
            <a:r>
              <a:rPr lang="en-US" altLang="en-US" sz="3600">
                <a:solidFill>
                  <a:schemeClr val="tx1"/>
                </a:solidFill>
              </a:rPr>
              <a:t> [</a:t>
            </a:r>
            <a:r>
              <a:rPr lang="th-TH" altLang="en-US" sz="3600">
                <a:solidFill>
                  <a:schemeClr val="tx1"/>
                </a:solidFill>
              </a:rPr>
              <a:t>ชื่อแอททริบิวต์ </a:t>
            </a:r>
            <a:r>
              <a:rPr lang="en-US" altLang="en-US" sz="3600">
                <a:solidFill>
                  <a:schemeClr val="tx1"/>
                </a:solidFill>
              </a:rPr>
              <a:t>1, </a:t>
            </a:r>
            <a:r>
              <a:rPr lang="th-TH" altLang="en-US" sz="3600">
                <a:solidFill>
                  <a:schemeClr val="tx1"/>
                </a:solidFill>
              </a:rPr>
              <a:t>ชื่อแอททริบิวต์ </a:t>
            </a:r>
            <a:r>
              <a:rPr lang="en-US" altLang="en-US" sz="3600">
                <a:solidFill>
                  <a:schemeClr val="tx1"/>
                </a:solidFill>
              </a:rPr>
              <a:t>2, …]</a:t>
            </a:r>
          </a:p>
        </p:txBody>
      </p:sp>
      <p:sp>
        <p:nvSpPr>
          <p:cNvPr id="79877" name="Text Box 7">
            <a:extLst>
              <a:ext uri="{FF2B5EF4-FFF2-40B4-BE49-F238E27FC236}">
                <a16:creationId xmlns:a16="http://schemas.microsoft.com/office/drawing/2014/main" id="{B1567DC9-6BFC-49C6-AE94-720431DC70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3657600"/>
            <a:ext cx="6858000" cy="71437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rgbClr val="FFD55D"/>
              </a:gs>
            </a:gsLst>
            <a:lin ang="5400000" scaled="1"/>
          </a:gra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th-TH" altLang="en-US" sz="3600">
                <a:solidFill>
                  <a:schemeClr val="tx1"/>
                </a:solidFill>
                <a:sym typeface="Symbol" panose="05050102010706020507" pitchFamily="18" charset="2"/>
              </a:rPr>
              <a:t> </a:t>
            </a:r>
            <a:r>
              <a:rPr lang="th-TH" altLang="en-US" sz="4000" baseline="-25000">
                <a:solidFill>
                  <a:schemeClr val="tx1"/>
                </a:solidFill>
                <a:sym typeface="Symbol" panose="05050102010706020507" pitchFamily="18" charset="2"/>
              </a:rPr>
              <a:t>ชื่อแอททริบิวต์ </a:t>
            </a:r>
            <a:r>
              <a:rPr lang="en-US" altLang="en-US" sz="4000" baseline="-25000">
                <a:solidFill>
                  <a:schemeClr val="tx1"/>
                </a:solidFill>
                <a:sym typeface="Symbol" panose="05050102010706020507" pitchFamily="18" charset="2"/>
              </a:rPr>
              <a:t>1, </a:t>
            </a:r>
            <a:r>
              <a:rPr lang="th-TH" altLang="en-US" sz="4000" baseline="-25000">
                <a:solidFill>
                  <a:schemeClr val="tx1"/>
                </a:solidFill>
                <a:sym typeface="Symbol" panose="05050102010706020507" pitchFamily="18" charset="2"/>
              </a:rPr>
              <a:t>ชื่อแอททริบิวต์</a:t>
            </a:r>
            <a:r>
              <a:rPr lang="en-US" altLang="en-US" sz="4000" baseline="-25000">
                <a:solidFill>
                  <a:schemeClr val="tx1"/>
                </a:solidFill>
                <a:sym typeface="Symbol" panose="05050102010706020507" pitchFamily="18" charset="2"/>
              </a:rPr>
              <a:t> 2, …</a:t>
            </a:r>
            <a:r>
              <a:rPr lang="en-US" altLang="en-US" sz="4000">
                <a:solidFill>
                  <a:schemeClr val="tx1"/>
                </a:solidFill>
                <a:sym typeface="Symbol" panose="05050102010706020507" pitchFamily="18" charset="2"/>
              </a:rPr>
              <a:t>(Relation)</a:t>
            </a:r>
            <a:endParaRPr lang="th-TH" altLang="en-US" sz="400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1B116BCC-0416-4677-BB81-BA8C8F15E0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Project</a:t>
            </a:r>
          </a:p>
        </p:txBody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9328D03E-31A5-4D13-B7D0-8D27D747AA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 sz="5000">
                <a:ea typeface="Angsana New" panose="02020603050405020304" pitchFamily="18" charset="-34"/>
              </a:rPr>
              <a:t>รูปแบบ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sp>
        <p:nvSpPr>
          <p:cNvPr id="81924" name="Text Box 5">
            <a:extLst>
              <a:ext uri="{FF2B5EF4-FFF2-40B4-BE49-F238E27FC236}">
                <a16:creationId xmlns:a16="http://schemas.microsoft.com/office/drawing/2014/main" id="{B42E6929-7C1F-4781-854A-DC92D748A4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3657600"/>
            <a:ext cx="6858000" cy="71437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rgbClr val="FFD55D"/>
              </a:gs>
            </a:gsLst>
            <a:lin ang="5400000" scaled="1"/>
          </a:gra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th-TH" altLang="en-US" sz="4000">
                <a:solidFill>
                  <a:schemeClr val="tx1"/>
                </a:solidFill>
                <a:sym typeface="Symbol" panose="05050102010706020507" pitchFamily="18" charset="2"/>
              </a:rPr>
              <a:t></a:t>
            </a:r>
            <a:r>
              <a:rPr lang="en-US" altLang="en-US" sz="4000" baseline="-25000">
                <a:solidFill>
                  <a:schemeClr val="tx1"/>
                </a:solidFill>
                <a:sym typeface="Symbol" panose="05050102010706020507" pitchFamily="18" charset="2"/>
              </a:rPr>
              <a:t>condition</a:t>
            </a:r>
            <a:r>
              <a:rPr lang="en-US" altLang="en-US" sz="4000">
                <a:solidFill>
                  <a:schemeClr val="tx1"/>
                </a:solidFill>
                <a:sym typeface="Symbol" panose="05050102010706020507" pitchFamily="18" charset="2"/>
              </a:rPr>
              <a:t>(</a:t>
            </a:r>
            <a:r>
              <a:rPr lang="th-TH" altLang="en-US" sz="3200">
                <a:solidFill>
                  <a:schemeClr val="tx1"/>
                </a:solidFill>
                <a:sym typeface="Symbol" panose="05050102010706020507" pitchFamily="18" charset="2"/>
              </a:rPr>
              <a:t></a:t>
            </a:r>
            <a:r>
              <a:rPr lang="th-TH" altLang="en-US" sz="4000" baseline="-25000">
                <a:solidFill>
                  <a:schemeClr val="tx1"/>
                </a:solidFill>
                <a:sym typeface="Symbol" panose="05050102010706020507" pitchFamily="18" charset="2"/>
              </a:rPr>
              <a:t>ชื่อแอททริบิวต์ </a:t>
            </a:r>
            <a:r>
              <a:rPr lang="en-US" altLang="en-US" sz="4000" baseline="-25000">
                <a:solidFill>
                  <a:schemeClr val="tx1"/>
                </a:solidFill>
                <a:sym typeface="Symbol" panose="05050102010706020507" pitchFamily="18" charset="2"/>
              </a:rPr>
              <a:t>1, …</a:t>
            </a:r>
            <a:r>
              <a:rPr lang="en-US" altLang="en-US" sz="4000">
                <a:solidFill>
                  <a:schemeClr val="tx1"/>
                </a:solidFill>
                <a:sym typeface="Symbol" panose="05050102010706020507" pitchFamily="18" charset="2"/>
              </a:rPr>
              <a:t>(Relation))</a:t>
            </a:r>
            <a:endParaRPr lang="th-TH" altLang="en-US" sz="400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81925" name="Text Box 6">
            <a:extLst>
              <a:ext uri="{FF2B5EF4-FFF2-40B4-BE49-F238E27FC236}">
                <a16:creationId xmlns:a16="http://schemas.microsoft.com/office/drawing/2014/main" id="{CFC3BFEA-DE6A-4FFF-81A2-1B8688C5D6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2743200"/>
            <a:ext cx="6858000" cy="592138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rgbClr val="FFD55D"/>
              </a:gs>
            </a:gsLst>
            <a:lin ang="5400000" scaled="1"/>
          </a:gra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th-TH" altLang="en-US" sz="3200">
                <a:solidFill>
                  <a:schemeClr val="tx1"/>
                </a:solidFill>
              </a:rPr>
              <a:t>ชื่อรีเลชั่น</a:t>
            </a:r>
            <a:r>
              <a:rPr lang="en-US" altLang="en-US" sz="3200">
                <a:solidFill>
                  <a:schemeClr val="tx1"/>
                </a:solidFill>
              </a:rPr>
              <a:t> WHERE &lt;CONDITION&gt; [</a:t>
            </a:r>
            <a:r>
              <a:rPr lang="th-TH" altLang="en-US" sz="3200">
                <a:solidFill>
                  <a:schemeClr val="tx1"/>
                </a:solidFill>
              </a:rPr>
              <a:t>ชื่อแอททริบิวต์ </a:t>
            </a:r>
            <a:r>
              <a:rPr lang="en-US" altLang="en-US" sz="3200">
                <a:solidFill>
                  <a:schemeClr val="tx1"/>
                </a:solidFill>
              </a:rPr>
              <a:t>1, …]</a:t>
            </a:r>
            <a:endParaRPr lang="th-TH" altLang="en-US" sz="32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2ED0B050-76B8-4BDB-9715-6AFFEA690C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Project</a:t>
            </a:r>
          </a:p>
        </p:txBody>
      </p:sp>
      <p:graphicFrame>
        <p:nvGraphicFramePr>
          <p:cNvPr id="70659" name="Group 3">
            <a:extLst>
              <a:ext uri="{FF2B5EF4-FFF2-40B4-BE49-F238E27FC236}">
                <a16:creationId xmlns:a16="http://schemas.microsoft.com/office/drawing/2014/main" id="{BD7C6AC8-9FD4-459B-A0B1-243DEC4FFAFF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514600" y="2286000"/>
          <a:ext cx="4114800" cy="2438400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2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22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รหัส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ชื่อ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จังหวัด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สาขาวิชา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แดง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โยธา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B002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ดำ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กรุงเทพฯ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โทรคมนาคม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B003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เขียว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สระบุรี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โยธา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B004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ขาว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คอมพิวเตอร์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4003" name="Rectangle 35">
            <a:extLst>
              <a:ext uri="{FF2B5EF4-FFF2-40B4-BE49-F238E27FC236}">
                <a16:creationId xmlns:a16="http://schemas.microsoft.com/office/drawing/2014/main" id="{6F33489F-989D-4A02-AAB3-2B7360B128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>
                <a:ea typeface="Angsana New" panose="02020603050405020304" pitchFamily="18" charset="-34"/>
              </a:rPr>
              <a:t>ตัวอย่าง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sp>
        <p:nvSpPr>
          <p:cNvPr id="84004" name="Text Box 36">
            <a:extLst>
              <a:ext uri="{FF2B5EF4-FFF2-40B4-BE49-F238E27FC236}">
                <a16:creationId xmlns:a16="http://schemas.microsoft.com/office/drawing/2014/main" id="{559BEC9D-1470-4772-B1FF-7C37A86C25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1711325"/>
            <a:ext cx="11779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th-TH" altLang="en-US" sz="3200" b="1" i="1">
                <a:solidFill>
                  <a:schemeClr val="tx1"/>
                </a:solidFill>
              </a:rPr>
              <a:t>นักศึกษา</a:t>
            </a:r>
            <a:endParaRPr lang="en-US" altLang="en-US" sz="3200" b="1" i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:a16="http://schemas.microsoft.com/office/drawing/2014/main" id="{C19C22F2-34B1-4DF1-BB97-97CABCF192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Project</a:t>
            </a:r>
          </a:p>
        </p:txBody>
      </p:sp>
      <p:graphicFrame>
        <p:nvGraphicFramePr>
          <p:cNvPr id="71683" name="Group 3">
            <a:extLst>
              <a:ext uri="{FF2B5EF4-FFF2-40B4-BE49-F238E27FC236}">
                <a16:creationId xmlns:a16="http://schemas.microsoft.com/office/drawing/2014/main" id="{8431DF0D-76AD-4ADF-AFFF-1A5726893460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514600" y="2286000"/>
          <a:ext cx="4114800" cy="2438400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2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22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รหัส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ชื่อ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จังหวัด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สาขาวิชา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แดง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โยธา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B002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ดำ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กรุงเทพฯ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โทรคมนาคม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B003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เขียว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สระบุรี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โยธา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B004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ขาว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คอมพิวเตอร์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6051" name="Rectangle 35">
            <a:extLst>
              <a:ext uri="{FF2B5EF4-FFF2-40B4-BE49-F238E27FC236}">
                <a16:creationId xmlns:a16="http://schemas.microsoft.com/office/drawing/2014/main" id="{AEB81E34-4F0B-4DC8-83DE-A1091E4F28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>
                <a:ea typeface="Angsana New" panose="02020603050405020304" pitchFamily="18" charset="-34"/>
              </a:rPr>
              <a:t>ตัวอย่าง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sp>
        <p:nvSpPr>
          <p:cNvPr id="86052" name="Text Box 36">
            <a:extLst>
              <a:ext uri="{FF2B5EF4-FFF2-40B4-BE49-F238E27FC236}">
                <a16:creationId xmlns:a16="http://schemas.microsoft.com/office/drawing/2014/main" id="{1A0D33B0-D322-4E8E-9652-040E01F5C0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1711325"/>
            <a:ext cx="11779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th-TH" altLang="en-US" sz="3200" b="1" i="1">
                <a:solidFill>
                  <a:schemeClr val="tx1"/>
                </a:solidFill>
              </a:rPr>
              <a:t>นักศึกษา</a:t>
            </a:r>
            <a:endParaRPr lang="en-US" altLang="en-US" sz="3200" b="1" i="1">
              <a:solidFill>
                <a:schemeClr val="tx1"/>
              </a:solidFill>
            </a:endParaRPr>
          </a:p>
        </p:txBody>
      </p:sp>
      <p:sp>
        <p:nvSpPr>
          <p:cNvPr id="86053" name="Text Box 37">
            <a:extLst>
              <a:ext uri="{FF2B5EF4-FFF2-40B4-BE49-F238E27FC236}">
                <a16:creationId xmlns:a16="http://schemas.microsoft.com/office/drawing/2014/main" id="{EBB51BCF-C95A-4EE5-91FD-E7852ED498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4876800"/>
            <a:ext cx="7772400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th-TH" altLang="en-US" sz="3600">
                <a:sym typeface="Symbol" panose="05050102010706020507" pitchFamily="18" charset="2"/>
              </a:rPr>
              <a:t></a:t>
            </a:r>
            <a:r>
              <a:rPr lang="th-TH" altLang="en-US" sz="1800">
                <a:sym typeface="Symbol" panose="05050102010706020507" pitchFamily="18" charset="2"/>
              </a:rPr>
              <a:t> </a:t>
            </a:r>
            <a:r>
              <a:rPr lang="th-TH" altLang="en-US" sz="4800" baseline="-25000">
                <a:sym typeface="Symbol" panose="05050102010706020507" pitchFamily="18" charset="2"/>
              </a:rPr>
              <a:t>จังหวัด</a:t>
            </a:r>
            <a:r>
              <a:rPr lang="en-US" altLang="en-US" sz="4800">
                <a:sym typeface="Symbol" panose="05050102010706020507" pitchFamily="18" charset="2"/>
              </a:rPr>
              <a:t>(</a:t>
            </a:r>
            <a:r>
              <a:rPr lang="th-TH" altLang="en-US" sz="4800">
                <a:sym typeface="Symbol" panose="05050102010706020507" pitchFamily="18" charset="2"/>
              </a:rPr>
              <a:t>นักศึกษา</a:t>
            </a:r>
            <a:r>
              <a:rPr lang="en-US" altLang="en-US" sz="4800">
                <a:sym typeface="Symbol" panose="05050102010706020507" pitchFamily="18" charset="2"/>
              </a:rPr>
              <a:t>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:a16="http://schemas.microsoft.com/office/drawing/2014/main" id="{D83EAAB9-FF7E-4DFA-B4DE-82907C7C1A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Project</a:t>
            </a:r>
          </a:p>
        </p:txBody>
      </p:sp>
      <p:graphicFrame>
        <p:nvGraphicFramePr>
          <p:cNvPr id="72707" name="Group 3">
            <a:extLst>
              <a:ext uri="{FF2B5EF4-FFF2-40B4-BE49-F238E27FC236}">
                <a16:creationId xmlns:a16="http://schemas.microsoft.com/office/drawing/2014/main" id="{6F6E0711-5ED4-47A4-BC60-A3197DB80A9C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514600" y="2286000"/>
          <a:ext cx="4114800" cy="2438400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2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22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รหัส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ชื่อ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sng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จังหวัด</a:t>
                      </a:r>
                      <a:endParaRPr kumimoji="0" lang="en-US" sz="2400" b="1" i="0" u="sng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สาขาวิชา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แดง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โยธา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B002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ดำ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กรุงเทพฯ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โทรคมนาคม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B003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เขียว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สระบุรี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โยธา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B004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ขาว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คอมพิวเตอร์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8099" name="Rectangle 35">
            <a:extLst>
              <a:ext uri="{FF2B5EF4-FFF2-40B4-BE49-F238E27FC236}">
                <a16:creationId xmlns:a16="http://schemas.microsoft.com/office/drawing/2014/main" id="{EB7203C5-F8FA-4776-A3F8-991FF239D1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>
                <a:ea typeface="Angsana New" panose="02020603050405020304" pitchFamily="18" charset="-34"/>
              </a:rPr>
              <a:t>ตัวอย่าง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sp>
        <p:nvSpPr>
          <p:cNvPr id="88100" name="Text Box 36">
            <a:extLst>
              <a:ext uri="{FF2B5EF4-FFF2-40B4-BE49-F238E27FC236}">
                <a16:creationId xmlns:a16="http://schemas.microsoft.com/office/drawing/2014/main" id="{9A6D6CDA-78B9-4C98-AEF5-C5222BB85B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1711325"/>
            <a:ext cx="11779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th-TH" altLang="en-US" sz="3200" b="1" i="1">
                <a:solidFill>
                  <a:schemeClr val="tx1"/>
                </a:solidFill>
              </a:rPr>
              <a:t>นักศึกษา</a:t>
            </a:r>
            <a:endParaRPr lang="en-US" altLang="en-US" sz="3200" b="1" i="1">
              <a:solidFill>
                <a:schemeClr val="tx1"/>
              </a:solidFill>
            </a:endParaRPr>
          </a:p>
        </p:txBody>
      </p:sp>
      <p:sp>
        <p:nvSpPr>
          <p:cNvPr id="88101" name="Text Box 37">
            <a:extLst>
              <a:ext uri="{FF2B5EF4-FFF2-40B4-BE49-F238E27FC236}">
                <a16:creationId xmlns:a16="http://schemas.microsoft.com/office/drawing/2014/main" id="{EBE6626A-89E9-44B2-9158-8EFD41417C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4876800"/>
            <a:ext cx="7772400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th-TH" altLang="en-US" sz="3600">
                <a:sym typeface="Symbol" panose="05050102010706020507" pitchFamily="18" charset="2"/>
              </a:rPr>
              <a:t></a:t>
            </a:r>
            <a:r>
              <a:rPr lang="th-TH" altLang="en-US" sz="1800">
                <a:sym typeface="Symbol" panose="05050102010706020507" pitchFamily="18" charset="2"/>
              </a:rPr>
              <a:t> </a:t>
            </a:r>
            <a:r>
              <a:rPr lang="th-TH" altLang="en-US" sz="4800" baseline="-25000">
                <a:sym typeface="Symbol" panose="05050102010706020507" pitchFamily="18" charset="2"/>
              </a:rPr>
              <a:t>จังหวัด</a:t>
            </a:r>
            <a:r>
              <a:rPr lang="en-US" altLang="en-US" sz="4800">
                <a:sym typeface="Symbol" panose="05050102010706020507" pitchFamily="18" charset="2"/>
              </a:rPr>
              <a:t>(</a:t>
            </a:r>
            <a:r>
              <a:rPr lang="th-TH" altLang="en-US" sz="4800">
                <a:sym typeface="Symbol" panose="05050102010706020507" pitchFamily="18" charset="2"/>
              </a:rPr>
              <a:t>นักศึกษา</a:t>
            </a:r>
            <a:r>
              <a:rPr lang="en-US" altLang="en-US" sz="4800">
                <a:sym typeface="Symbol" panose="05050102010706020507" pitchFamily="18" charset="2"/>
              </a:rPr>
              <a:t>)</a:t>
            </a:r>
          </a:p>
        </p:txBody>
      </p:sp>
      <p:sp>
        <p:nvSpPr>
          <p:cNvPr id="88102" name="Line 38">
            <a:extLst>
              <a:ext uri="{FF2B5EF4-FFF2-40B4-BE49-F238E27FC236}">
                <a16:creationId xmlns:a16="http://schemas.microsoft.com/office/drawing/2014/main" id="{B272E707-D541-4637-BD11-7C2CC2331872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5800" y="1752600"/>
            <a:ext cx="0" cy="3810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id="{17324376-1DF0-474A-BA2C-6B0B6575AC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Project</a:t>
            </a:r>
          </a:p>
        </p:txBody>
      </p:sp>
      <p:graphicFrame>
        <p:nvGraphicFramePr>
          <p:cNvPr id="73767" name="Group 39">
            <a:extLst>
              <a:ext uri="{FF2B5EF4-FFF2-40B4-BE49-F238E27FC236}">
                <a16:creationId xmlns:a16="http://schemas.microsoft.com/office/drawing/2014/main" id="{540DF35B-4B3D-4D6A-B5B9-2ECCB7FA654E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514600" y="2286000"/>
          <a:ext cx="4114800" cy="2438400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2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22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รหัส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ชื่อ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จังหวัด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สาขาวิชา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แดง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โยธา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B002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ดำ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กรุงเทพฯ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โทรคมนาคม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B003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เขียว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สระบุรี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โยธา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B004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ขาว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คอมพิวเตอร์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0147" name="Rectangle 35">
            <a:extLst>
              <a:ext uri="{FF2B5EF4-FFF2-40B4-BE49-F238E27FC236}">
                <a16:creationId xmlns:a16="http://schemas.microsoft.com/office/drawing/2014/main" id="{4FC8E37C-2A4E-41A5-8A52-D49FDAFFD5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>
                <a:ea typeface="Angsana New" panose="02020603050405020304" pitchFamily="18" charset="-34"/>
              </a:rPr>
              <a:t>ตัวอย่าง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sp>
        <p:nvSpPr>
          <p:cNvPr id="90148" name="Text Box 36">
            <a:extLst>
              <a:ext uri="{FF2B5EF4-FFF2-40B4-BE49-F238E27FC236}">
                <a16:creationId xmlns:a16="http://schemas.microsoft.com/office/drawing/2014/main" id="{77B599F8-958B-4E49-8BBB-E7389E13D0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1711325"/>
            <a:ext cx="11779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th-TH" altLang="en-US" sz="3200" b="1" i="1">
                <a:solidFill>
                  <a:schemeClr val="tx1"/>
                </a:solidFill>
              </a:rPr>
              <a:t>นักศึกษา</a:t>
            </a:r>
            <a:endParaRPr lang="en-US" altLang="en-US" sz="3200" b="1" i="1">
              <a:solidFill>
                <a:schemeClr val="tx1"/>
              </a:solidFill>
            </a:endParaRPr>
          </a:p>
        </p:txBody>
      </p:sp>
      <p:sp>
        <p:nvSpPr>
          <p:cNvPr id="90149" name="Text Box 37">
            <a:extLst>
              <a:ext uri="{FF2B5EF4-FFF2-40B4-BE49-F238E27FC236}">
                <a16:creationId xmlns:a16="http://schemas.microsoft.com/office/drawing/2014/main" id="{BAE0F708-3539-480A-BC62-3DB55B479B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4876800"/>
            <a:ext cx="7772400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th-TH" altLang="en-US" sz="3600">
                <a:sym typeface="Symbol" panose="05050102010706020507" pitchFamily="18" charset="2"/>
              </a:rPr>
              <a:t></a:t>
            </a:r>
            <a:r>
              <a:rPr lang="th-TH" altLang="en-US" sz="1800">
                <a:sym typeface="Symbol" panose="05050102010706020507" pitchFamily="18" charset="2"/>
              </a:rPr>
              <a:t> </a:t>
            </a:r>
            <a:r>
              <a:rPr lang="th-TH" altLang="en-US" sz="4800" baseline="-25000">
                <a:sym typeface="Symbol" panose="05050102010706020507" pitchFamily="18" charset="2"/>
              </a:rPr>
              <a:t>จังหวัด</a:t>
            </a:r>
            <a:r>
              <a:rPr lang="en-US" altLang="en-US" sz="4800">
                <a:sym typeface="Symbol" panose="05050102010706020507" pitchFamily="18" charset="2"/>
              </a:rPr>
              <a:t>(</a:t>
            </a:r>
            <a:r>
              <a:rPr lang="th-TH" altLang="en-US" sz="4800">
                <a:sym typeface="Symbol" panose="05050102010706020507" pitchFamily="18" charset="2"/>
              </a:rPr>
              <a:t>นักศึกษา</a:t>
            </a:r>
            <a:r>
              <a:rPr lang="en-US" altLang="en-US" sz="4800">
                <a:sym typeface="Symbol" panose="05050102010706020507" pitchFamily="18" charset="2"/>
              </a:rPr>
              <a:t>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B2BDC820-E6CB-4226-8FD3-2990BD9F7A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Project</a:t>
            </a:r>
          </a:p>
        </p:txBody>
      </p:sp>
      <p:graphicFrame>
        <p:nvGraphicFramePr>
          <p:cNvPr id="74792" name="Group 40">
            <a:extLst>
              <a:ext uri="{FF2B5EF4-FFF2-40B4-BE49-F238E27FC236}">
                <a16:creationId xmlns:a16="http://schemas.microsoft.com/office/drawing/2014/main" id="{915AE98F-AF0B-40AD-82FE-A89A0088BF6E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3810000" y="2286000"/>
          <a:ext cx="1676400" cy="2306638"/>
        </p:xfrm>
        <a:graphic>
          <a:graphicData uri="http://schemas.openxmlformats.org/drawingml/2006/table">
            <a:tbl>
              <a:tblPr/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486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จังหวัด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34513" marB="345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10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34513" marB="345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86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กรุงเทพฯ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34513" marB="345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86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สระบุรี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34513" marB="345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10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34513" marB="345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2177" name="Rectangle 35">
            <a:extLst>
              <a:ext uri="{FF2B5EF4-FFF2-40B4-BE49-F238E27FC236}">
                <a16:creationId xmlns:a16="http://schemas.microsoft.com/office/drawing/2014/main" id="{4361880D-8F0F-481C-82BC-9D531ADFB3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>
                <a:ea typeface="Angsana New" panose="02020603050405020304" pitchFamily="18" charset="-34"/>
              </a:rPr>
              <a:t>ตัวอย่าง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sp>
        <p:nvSpPr>
          <p:cNvPr id="92178" name="Text Box 36">
            <a:extLst>
              <a:ext uri="{FF2B5EF4-FFF2-40B4-BE49-F238E27FC236}">
                <a16:creationId xmlns:a16="http://schemas.microsoft.com/office/drawing/2014/main" id="{A7539DC6-1645-417B-ADB7-7C00768C4F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1711325"/>
            <a:ext cx="11779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th-TH" altLang="en-US" sz="3200" b="1" i="1">
                <a:solidFill>
                  <a:schemeClr val="tx1"/>
                </a:solidFill>
              </a:rPr>
              <a:t>นักศึกษา</a:t>
            </a:r>
            <a:endParaRPr lang="en-US" altLang="en-US" sz="3200" b="1" i="1">
              <a:solidFill>
                <a:schemeClr val="tx1"/>
              </a:solidFill>
            </a:endParaRPr>
          </a:p>
        </p:txBody>
      </p:sp>
      <p:sp>
        <p:nvSpPr>
          <p:cNvPr id="92179" name="Text Box 37">
            <a:extLst>
              <a:ext uri="{FF2B5EF4-FFF2-40B4-BE49-F238E27FC236}">
                <a16:creationId xmlns:a16="http://schemas.microsoft.com/office/drawing/2014/main" id="{7164CAD6-0032-4F5B-B5E3-97C4BA4E2F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4876800"/>
            <a:ext cx="7772400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th-TH" altLang="en-US" sz="3600">
                <a:sym typeface="Symbol" panose="05050102010706020507" pitchFamily="18" charset="2"/>
              </a:rPr>
              <a:t></a:t>
            </a:r>
            <a:r>
              <a:rPr lang="th-TH" altLang="en-US" sz="1800">
                <a:sym typeface="Symbol" panose="05050102010706020507" pitchFamily="18" charset="2"/>
              </a:rPr>
              <a:t> </a:t>
            </a:r>
            <a:r>
              <a:rPr lang="th-TH" altLang="en-US" sz="4800" baseline="-25000">
                <a:sym typeface="Symbol" panose="05050102010706020507" pitchFamily="18" charset="2"/>
              </a:rPr>
              <a:t>จังหวัด</a:t>
            </a:r>
            <a:r>
              <a:rPr lang="en-US" altLang="en-US" sz="4800">
                <a:sym typeface="Symbol" panose="05050102010706020507" pitchFamily="18" charset="2"/>
              </a:rPr>
              <a:t>(</a:t>
            </a:r>
            <a:r>
              <a:rPr lang="th-TH" altLang="en-US" sz="4800">
                <a:sym typeface="Symbol" panose="05050102010706020507" pitchFamily="18" charset="2"/>
              </a:rPr>
              <a:t>นักศึกษา</a:t>
            </a:r>
            <a:r>
              <a:rPr lang="en-US" altLang="en-US" sz="4800">
                <a:sym typeface="Symbol" panose="05050102010706020507" pitchFamily="18" charset="2"/>
              </a:rPr>
              <a:t>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>
            <a:extLst>
              <a:ext uri="{FF2B5EF4-FFF2-40B4-BE49-F238E27FC236}">
                <a16:creationId xmlns:a16="http://schemas.microsoft.com/office/drawing/2014/main" id="{DF8DEEF7-02F4-4B7B-B686-C19BE81BDF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Project</a:t>
            </a:r>
          </a:p>
        </p:txBody>
      </p:sp>
      <p:graphicFrame>
        <p:nvGraphicFramePr>
          <p:cNvPr id="76803" name="Group 3">
            <a:extLst>
              <a:ext uri="{FF2B5EF4-FFF2-40B4-BE49-F238E27FC236}">
                <a16:creationId xmlns:a16="http://schemas.microsoft.com/office/drawing/2014/main" id="{003DF173-350E-4495-999E-5D71C3793E15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514600" y="2286000"/>
          <a:ext cx="4114800" cy="2438400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2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22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รหัส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ชื่อ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จังหวัด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สาขาวิชา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แดง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โยธา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B002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ดำ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กรุงเทพฯ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โทรคมนาคม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B003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เขียว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สระบุรี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โยธา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B004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ขาว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คอมพิวเตอร์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4243" name="Rectangle 35">
            <a:extLst>
              <a:ext uri="{FF2B5EF4-FFF2-40B4-BE49-F238E27FC236}">
                <a16:creationId xmlns:a16="http://schemas.microsoft.com/office/drawing/2014/main" id="{9DD984B2-65C5-4650-A7D4-E0E3164557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>
                <a:ea typeface="Angsana New" panose="02020603050405020304" pitchFamily="18" charset="-34"/>
              </a:rPr>
              <a:t>ตัวอย่าง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sp>
        <p:nvSpPr>
          <p:cNvPr id="94244" name="Text Box 36">
            <a:extLst>
              <a:ext uri="{FF2B5EF4-FFF2-40B4-BE49-F238E27FC236}">
                <a16:creationId xmlns:a16="http://schemas.microsoft.com/office/drawing/2014/main" id="{BE361B5F-0EAC-420A-8CFB-25A0393742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1711325"/>
            <a:ext cx="11779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th-TH" altLang="en-US" sz="3200" b="1" i="1">
                <a:solidFill>
                  <a:schemeClr val="tx1"/>
                </a:solidFill>
              </a:rPr>
              <a:t>นักศึกษา</a:t>
            </a:r>
            <a:endParaRPr lang="en-US" altLang="en-US" sz="3200" b="1" i="1">
              <a:solidFill>
                <a:schemeClr val="tx1"/>
              </a:solidFill>
            </a:endParaRPr>
          </a:p>
        </p:txBody>
      </p:sp>
      <p:sp>
        <p:nvSpPr>
          <p:cNvPr id="94245" name="Text Box 37">
            <a:extLst>
              <a:ext uri="{FF2B5EF4-FFF2-40B4-BE49-F238E27FC236}">
                <a16:creationId xmlns:a16="http://schemas.microsoft.com/office/drawing/2014/main" id="{9B9E79C4-F2BF-4487-A1F5-C1B1081CAE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4876800"/>
            <a:ext cx="7772400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th-TH" altLang="en-US" sz="3600">
                <a:sym typeface="Symbol" panose="05050102010706020507" pitchFamily="18" charset="2"/>
              </a:rPr>
              <a:t></a:t>
            </a:r>
            <a:r>
              <a:rPr lang="th-TH" altLang="en-US" sz="1800">
                <a:sym typeface="Symbol" panose="05050102010706020507" pitchFamily="18" charset="2"/>
              </a:rPr>
              <a:t> </a:t>
            </a:r>
            <a:r>
              <a:rPr lang="th-TH" altLang="en-US" sz="4800" baseline="-25000">
                <a:sym typeface="Symbol" panose="05050102010706020507" pitchFamily="18" charset="2"/>
              </a:rPr>
              <a:t>ชื่อ</a:t>
            </a:r>
            <a:r>
              <a:rPr lang="en-US" altLang="en-US" sz="4800" baseline="-25000">
                <a:sym typeface="Symbol" panose="05050102010706020507" pitchFamily="18" charset="2"/>
              </a:rPr>
              <a:t>,</a:t>
            </a:r>
            <a:r>
              <a:rPr lang="th-TH" altLang="en-US" sz="4800" baseline="-25000">
                <a:sym typeface="Symbol" panose="05050102010706020507" pitchFamily="18" charset="2"/>
              </a:rPr>
              <a:t> จังหวัด</a:t>
            </a:r>
            <a:r>
              <a:rPr lang="en-US" altLang="en-US" sz="4800" baseline="-25000">
                <a:sym typeface="Symbol" panose="05050102010706020507" pitchFamily="18" charset="2"/>
              </a:rPr>
              <a:t>, </a:t>
            </a:r>
            <a:r>
              <a:rPr lang="th-TH" altLang="en-US" sz="4800" baseline="-25000">
                <a:sym typeface="Symbol" panose="05050102010706020507" pitchFamily="18" charset="2"/>
              </a:rPr>
              <a:t>สาขาวิชา</a:t>
            </a:r>
            <a:r>
              <a:rPr lang="en-US" altLang="en-US" sz="4800">
                <a:sym typeface="Symbol" panose="05050102010706020507" pitchFamily="18" charset="2"/>
              </a:rPr>
              <a:t>(</a:t>
            </a:r>
            <a:r>
              <a:rPr lang="th-TH" altLang="en-US" sz="4800">
                <a:sym typeface="Symbol" panose="05050102010706020507" pitchFamily="18" charset="2"/>
              </a:rPr>
              <a:t>นักศึกษา</a:t>
            </a:r>
            <a:r>
              <a:rPr lang="en-US" altLang="en-US" sz="4800">
                <a:sym typeface="Symbol" panose="05050102010706020507" pitchFamily="18" charset="2"/>
              </a:rPr>
              <a:t>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>
            <a:extLst>
              <a:ext uri="{FF2B5EF4-FFF2-40B4-BE49-F238E27FC236}">
                <a16:creationId xmlns:a16="http://schemas.microsoft.com/office/drawing/2014/main" id="{DF86282A-2FEE-43D0-8169-C0AF2BBF6D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Project</a:t>
            </a:r>
          </a:p>
        </p:txBody>
      </p:sp>
      <p:graphicFrame>
        <p:nvGraphicFramePr>
          <p:cNvPr id="77863" name="Group 39">
            <a:extLst>
              <a:ext uri="{FF2B5EF4-FFF2-40B4-BE49-F238E27FC236}">
                <a16:creationId xmlns:a16="http://schemas.microsoft.com/office/drawing/2014/main" id="{A508C67E-E610-424C-B509-80F19B1F5F1F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514600" y="2286000"/>
          <a:ext cx="4114800" cy="2438400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2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22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รหัส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ชื่อ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จังหวัด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สาขาวิชา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แดง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โยธา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B002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ดำ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กรุงเทพฯ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โทรคมนาคม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B003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เขียว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สระบุรี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โยธา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B004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ขาว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คอมพิวเตอร์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6291" name="Rectangle 35">
            <a:extLst>
              <a:ext uri="{FF2B5EF4-FFF2-40B4-BE49-F238E27FC236}">
                <a16:creationId xmlns:a16="http://schemas.microsoft.com/office/drawing/2014/main" id="{D95074A5-609A-4258-8892-1A8BE1265B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>
                <a:ea typeface="Angsana New" panose="02020603050405020304" pitchFamily="18" charset="-34"/>
              </a:rPr>
              <a:t>ตัวอย่าง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sp>
        <p:nvSpPr>
          <p:cNvPr id="96292" name="Text Box 36">
            <a:extLst>
              <a:ext uri="{FF2B5EF4-FFF2-40B4-BE49-F238E27FC236}">
                <a16:creationId xmlns:a16="http://schemas.microsoft.com/office/drawing/2014/main" id="{F8865365-265E-42AF-8D38-9ECC9796AB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1711325"/>
            <a:ext cx="11779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th-TH" altLang="en-US" sz="3200" b="1" i="1">
                <a:solidFill>
                  <a:schemeClr val="tx1"/>
                </a:solidFill>
              </a:rPr>
              <a:t>นักศึกษา</a:t>
            </a:r>
            <a:endParaRPr lang="en-US" altLang="en-US" sz="3200" b="1" i="1">
              <a:solidFill>
                <a:schemeClr val="tx1"/>
              </a:solidFill>
            </a:endParaRPr>
          </a:p>
        </p:txBody>
      </p:sp>
      <p:sp>
        <p:nvSpPr>
          <p:cNvPr id="96293" name="Text Box 37">
            <a:extLst>
              <a:ext uri="{FF2B5EF4-FFF2-40B4-BE49-F238E27FC236}">
                <a16:creationId xmlns:a16="http://schemas.microsoft.com/office/drawing/2014/main" id="{FA8878A6-05DC-4B82-B5F7-655B982194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4876800"/>
            <a:ext cx="7772400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th-TH" altLang="en-US" sz="3600">
                <a:sym typeface="Symbol" panose="05050102010706020507" pitchFamily="18" charset="2"/>
              </a:rPr>
              <a:t></a:t>
            </a:r>
            <a:r>
              <a:rPr lang="th-TH" altLang="en-US" sz="1800">
                <a:sym typeface="Symbol" panose="05050102010706020507" pitchFamily="18" charset="2"/>
              </a:rPr>
              <a:t> </a:t>
            </a:r>
            <a:r>
              <a:rPr lang="th-TH" altLang="en-US" sz="4800" baseline="-25000">
                <a:sym typeface="Symbol" panose="05050102010706020507" pitchFamily="18" charset="2"/>
              </a:rPr>
              <a:t>ชื่อ</a:t>
            </a:r>
            <a:r>
              <a:rPr lang="en-US" altLang="en-US" sz="4800" baseline="-25000">
                <a:sym typeface="Symbol" panose="05050102010706020507" pitchFamily="18" charset="2"/>
              </a:rPr>
              <a:t>,</a:t>
            </a:r>
            <a:r>
              <a:rPr lang="th-TH" altLang="en-US" sz="4800" baseline="-25000">
                <a:sym typeface="Symbol" panose="05050102010706020507" pitchFamily="18" charset="2"/>
              </a:rPr>
              <a:t>จังหวัด</a:t>
            </a:r>
            <a:r>
              <a:rPr lang="en-US" altLang="en-US" sz="4800">
                <a:sym typeface="Symbol" panose="05050102010706020507" pitchFamily="18" charset="2"/>
              </a:rPr>
              <a:t>(</a:t>
            </a:r>
            <a:r>
              <a:rPr lang="th-TH" altLang="en-US" sz="4800">
                <a:sym typeface="Symbol" panose="05050102010706020507" pitchFamily="18" charset="2"/>
              </a:rPr>
              <a:t>นักศึกษา</a:t>
            </a:r>
            <a:r>
              <a:rPr lang="en-US" altLang="en-US" sz="4800">
                <a:sym typeface="Symbol" panose="05050102010706020507" pitchFamily="18" charset="2"/>
              </a:rPr>
              <a:t>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3D28D1EF-D716-4FB0-AE12-CDEA2DF460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Project</a:t>
            </a:r>
          </a:p>
        </p:txBody>
      </p:sp>
      <p:graphicFrame>
        <p:nvGraphicFramePr>
          <p:cNvPr id="78887" name="Group 39">
            <a:extLst>
              <a:ext uri="{FF2B5EF4-FFF2-40B4-BE49-F238E27FC236}">
                <a16:creationId xmlns:a16="http://schemas.microsoft.com/office/drawing/2014/main" id="{EC24489A-AE80-447C-A2C1-F750A0F57BD6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3200400" y="2286000"/>
          <a:ext cx="2055813" cy="2266950"/>
        </p:xfrm>
        <a:graphic>
          <a:graphicData uri="http://schemas.openxmlformats.org/drawingml/2006/table">
            <a:tbl>
              <a:tblPr/>
              <a:tblGrid>
                <a:gridCol w="663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22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73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ชื่อ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30744" marB="3074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จังหวัด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30744" marB="3074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3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แดง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30744" marB="3074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30744" marB="3074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73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ดำ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30744" marB="3074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กรุงเทพฯ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30744" marB="3074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73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เขียว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30744" marB="3074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สระบุรี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30744" marB="3074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75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ขาว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30744" marB="3074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30744" marB="3074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8327" name="Rectangle 35">
            <a:extLst>
              <a:ext uri="{FF2B5EF4-FFF2-40B4-BE49-F238E27FC236}">
                <a16:creationId xmlns:a16="http://schemas.microsoft.com/office/drawing/2014/main" id="{6BC0BCA6-5A97-49B9-95F0-55A4EC08B7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>
                <a:ea typeface="Angsana New" panose="02020603050405020304" pitchFamily="18" charset="-34"/>
              </a:rPr>
              <a:t>ตัวอย่าง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sp>
        <p:nvSpPr>
          <p:cNvPr id="98328" name="Text Box 36">
            <a:extLst>
              <a:ext uri="{FF2B5EF4-FFF2-40B4-BE49-F238E27FC236}">
                <a16:creationId xmlns:a16="http://schemas.microsoft.com/office/drawing/2014/main" id="{8D1E5B17-82F4-4202-A244-37C847D80B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1711325"/>
            <a:ext cx="11779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th-TH" altLang="en-US" sz="3200" b="1" i="1">
                <a:solidFill>
                  <a:schemeClr val="tx1"/>
                </a:solidFill>
              </a:rPr>
              <a:t>นักศึกษา</a:t>
            </a:r>
            <a:endParaRPr lang="en-US" altLang="en-US" sz="3200" b="1" i="1">
              <a:solidFill>
                <a:schemeClr val="tx1"/>
              </a:solidFill>
            </a:endParaRPr>
          </a:p>
        </p:txBody>
      </p:sp>
      <p:sp>
        <p:nvSpPr>
          <p:cNvPr id="98329" name="Text Box 37">
            <a:extLst>
              <a:ext uri="{FF2B5EF4-FFF2-40B4-BE49-F238E27FC236}">
                <a16:creationId xmlns:a16="http://schemas.microsoft.com/office/drawing/2014/main" id="{F2340BBE-4F61-43C7-BF5B-33818A0741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4876800"/>
            <a:ext cx="7772400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th-TH" altLang="en-US" sz="3600">
                <a:sym typeface="Symbol" panose="05050102010706020507" pitchFamily="18" charset="2"/>
              </a:rPr>
              <a:t></a:t>
            </a:r>
            <a:r>
              <a:rPr lang="th-TH" altLang="en-US" sz="1800">
                <a:sym typeface="Symbol" panose="05050102010706020507" pitchFamily="18" charset="2"/>
              </a:rPr>
              <a:t> </a:t>
            </a:r>
            <a:r>
              <a:rPr lang="th-TH" altLang="en-US" sz="4800" baseline="-25000">
                <a:sym typeface="Symbol" panose="05050102010706020507" pitchFamily="18" charset="2"/>
              </a:rPr>
              <a:t>ชื่อ</a:t>
            </a:r>
            <a:r>
              <a:rPr lang="en-US" altLang="en-US" sz="4800" baseline="-25000">
                <a:sym typeface="Symbol" panose="05050102010706020507" pitchFamily="18" charset="2"/>
              </a:rPr>
              <a:t>,</a:t>
            </a:r>
            <a:r>
              <a:rPr lang="th-TH" altLang="en-US" sz="4800" baseline="-25000">
                <a:sym typeface="Symbol" panose="05050102010706020507" pitchFamily="18" charset="2"/>
              </a:rPr>
              <a:t>จังหวัด</a:t>
            </a:r>
            <a:r>
              <a:rPr lang="en-US" altLang="en-US" sz="4800">
                <a:sym typeface="Symbol" panose="05050102010706020507" pitchFamily="18" charset="2"/>
              </a:rPr>
              <a:t>(</a:t>
            </a:r>
            <a:r>
              <a:rPr lang="th-TH" altLang="en-US" sz="4800">
                <a:sym typeface="Symbol" panose="05050102010706020507" pitchFamily="18" charset="2"/>
              </a:rPr>
              <a:t>นักศึกษา</a:t>
            </a:r>
            <a:r>
              <a:rPr lang="en-US" altLang="en-US" sz="4800">
                <a:sym typeface="Symbol" panose="05050102010706020507" pitchFamily="18" charset="2"/>
              </a:rPr>
              <a:t>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>
            <a:extLst>
              <a:ext uri="{FF2B5EF4-FFF2-40B4-BE49-F238E27FC236}">
                <a16:creationId xmlns:a16="http://schemas.microsoft.com/office/drawing/2014/main" id="{F2A71CDC-3EFD-496D-BCE8-B8CDACB4B0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Project</a:t>
            </a:r>
          </a:p>
        </p:txBody>
      </p:sp>
      <p:graphicFrame>
        <p:nvGraphicFramePr>
          <p:cNvPr id="80899" name="Group 3">
            <a:extLst>
              <a:ext uri="{FF2B5EF4-FFF2-40B4-BE49-F238E27FC236}">
                <a16:creationId xmlns:a16="http://schemas.microsoft.com/office/drawing/2014/main" id="{D0087392-42AB-40F7-B9D0-322EAFEE9C53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514600" y="2286000"/>
          <a:ext cx="4114800" cy="2438400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2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22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รหัส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ชื่อ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จังหวัด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สาขาวิชา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แดง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โยธา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B002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ดำ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กรุงเทพฯ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โทรคมนาคม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B003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เขียว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สระบุรี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โยธา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B004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ขาว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คอมพิวเตอร์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0387" name="Rectangle 35">
            <a:extLst>
              <a:ext uri="{FF2B5EF4-FFF2-40B4-BE49-F238E27FC236}">
                <a16:creationId xmlns:a16="http://schemas.microsoft.com/office/drawing/2014/main" id="{E0D9975B-9D29-4B55-A4A6-DBEB99EADF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>
                <a:ea typeface="Angsana New" panose="02020603050405020304" pitchFamily="18" charset="-34"/>
              </a:rPr>
              <a:t>ตัวอย่าง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sp>
        <p:nvSpPr>
          <p:cNvPr id="100388" name="Text Box 36">
            <a:extLst>
              <a:ext uri="{FF2B5EF4-FFF2-40B4-BE49-F238E27FC236}">
                <a16:creationId xmlns:a16="http://schemas.microsoft.com/office/drawing/2014/main" id="{DB960D21-62CD-42D1-B28D-D4FE63B1D1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1711325"/>
            <a:ext cx="11779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th-TH" altLang="en-US" sz="3200" b="1" i="1">
                <a:solidFill>
                  <a:schemeClr val="tx1"/>
                </a:solidFill>
              </a:rPr>
              <a:t>นักศึกษา</a:t>
            </a:r>
            <a:endParaRPr lang="en-US" altLang="en-US" sz="3200" b="1" i="1">
              <a:solidFill>
                <a:schemeClr val="tx1"/>
              </a:solidFill>
            </a:endParaRPr>
          </a:p>
        </p:txBody>
      </p:sp>
      <p:sp>
        <p:nvSpPr>
          <p:cNvPr id="100389" name="Text Box 37">
            <a:extLst>
              <a:ext uri="{FF2B5EF4-FFF2-40B4-BE49-F238E27FC236}">
                <a16:creationId xmlns:a16="http://schemas.microsoft.com/office/drawing/2014/main" id="{2B38C931-8AD9-4BCD-BE07-83390B53D7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4876800"/>
            <a:ext cx="7772400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th-TH" altLang="en-US" sz="3600">
                <a:sym typeface="Symbol" panose="05050102010706020507" pitchFamily="18" charset="2"/>
              </a:rPr>
              <a:t> </a:t>
            </a:r>
            <a:r>
              <a:rPr lang="th-TH" altLang="en-US" sz="4800" baseline="-25000">
                <a:sym typeface="Symbol" panose="05050102010706020507" pitchFamily="18" charset="2"/>
              </a:rPr>
              <a:t>ชื่อ,รหัส,สาขาวิชา</a:t>
            </a:r>
            <a:r>
              <a:rPr lang="en-US" altLang="en-US" sz="4800">
                <a:sym typeface="Symbol" panose="05050102010706020507" pitchFamily="18" charset="2"/>
              </a:rPr>
              <a:t>(</a:t>
            </a:r>
            <a:r>
              <a:rPr lang="th-TH" altLang="en-US" sz="4800">
                <a:sym typeface="Symbol" panose="05050102010706020507" pitchFamily="18" charset="2"/>
              </a:rPr>
              <a:t>นักศึกษา</a:t>
            </a:r>
            <a:r>
              <a:rPr lang="en-US" altLang="en-US" sz="4800">
                <a:sym typeface="Symbol" panose="05050102010706020507" pitchFamily="18" charset="2"/>
              </a:rPr>
              <a:t>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>
            <a:extLst>
              <a:ext uri="{FF2B5EF4-FFF2-40B4-BE49-F238E27FC236}">
                <a16:creationId xmlns:a16="http://schemas.microsoft.com/office/drawing/2014/main" id="{7326D77D-DD1F-40A7-AF53-36E6831916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Project</a:t>
            </a:r>
          </a:p>
        </p:txBody>
      </p:sp>
      <p:graphicFrame>
        <p:nvGraphicFramePr>
          <p:cNvPr id="83971" name="Group 3">
            <a:extLst>
              <a:ext uri="{FF2B5EF4-FFF2-40B4-BE49-F238E27FC236}">
                <a16:creationId xmlns:a16="http://schemas.microsoft.com/office/drawing/2014/main" id="{261E984A-6DEC-478A-9645-0B29411C0DFA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514600" y="2286000"/>
          <a:ext cx="4114800" cy="2438400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2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22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รหัส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ชื่อ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จังหวัด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สาขาวิชา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แดง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โยธา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B002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ดำ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กรุงเทพฯ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โทรคมนาคม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B003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เขียว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สระบุรี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โยธา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B004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ขาว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คอมพิวเตอร์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2435" name="Rectangle 35">
            <a:extLst>
              <a:ext uri="{FF2B5EF4-FFF2-40B4-BE49-F238E27FC236}">
                <a16:creationId xmlns:a16="http://schemas.microsoft.com/office/drawing/2014/main" id="{28828FC2-96C4-46C7-8CDA-E2DBFE6610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>
                <a:ea typeface="Angsana New" panose="02020603050405020304" pitchFamily="18" charset="-34"/>
              </a:rPr>
              <a:t>ตัวอย่าง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sp>
        <p:nvSpPr>
          <p:cNvPr id="102436" name="Text Box 37">
            <a:extLst>
              <a:ext uri="{FF2B5EF4-FFF2-40B4-BE49-F238E27FC236}">
                <a16:creationId xmlns:a16="http://schemas.microsoft.com/office/drawing/2014/main" id="{E7A30856-F55B-4513-B0DC-09B5CA3DD7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4876800"/>
            <a:ext cx="7772400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th-TH" altLang="en-US" sz="3600">
                <a:sym typeface="Symbol" panose="05050102010706020507" pitchFamily="18" charset="2"/>
              </a:rPr>
              <a:t> </a:t>
            </a:r>
            <a:r>
              <a:rPr lang="th-TH" altLang="en-US" sz="4800" baseline="-25000">
                <a:sym typeface="Symbol" panose="05050102010706020507" pitchFamily="18" charset="2"/>
              </a:rPr>
              <a:t>ชื่อ,รหัส,สาขาวิชา</a:t>
            </a:r>
            <a:r>
              <a:rPr lang="en-US" altLang="en-US" sz="4800">
                <a:sym typeface="Symbol" panose="05050102010706020507" pitchFamily="18" charset="2"/>
              </a:rPr>
              <a:t>(</a:t>
            </a:r>
            <a:r>
              <a:rPr lang="th-TH" altLang="en-US" sz="4800">
                <a:sym typeface="Symbol" panose="05050102010706020507" pitchFamily="18" charset="2"/>
              </a:rPr>
              <a:t>นักศึกษา</a:t>
            </a:r>
            <a:r>
              <a:rPr lang="en-US" altLang="en-US" sz="4800">
                <a:sym typeface="Symbol" panose="05050102010706020507" pitchFamily="18" charset="2"/>
              </a:rPr>
              <a:t>)</a:t>
            </a:r>
          </a:p>
        </p:txBody>
      </p:sp>
      <p:sp>
        <p:nvSpPr>
          <p:cNvPr id="84006" name="Line 38">
            <a:extLst>
              <a:ext uri="{FF2B5EF4-FFF2-40B4-BE49-F238E27FC236}">
                <a16:creationId xmlns:a16="http://schemas.microsoft.com/office/drawing/2014/main" id="{552FD085-8BAA-45E9-9438-110B5EBF373F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1828800"/>
            <a:ext cx="0" cy="3810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4009" name="Line 41">
            <a:extLst>
              <a:ext uri="{FF2B5EF4-FFF2-40B4-BE49-F238E27FC236}">
                <a16:creationId xmlns:a16="http://schemas.microsoft.com/office/drawing/2014/main" id="{DF288504-92E8-4913-93CC-D4731BF1B6B8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1828800"/>
            <a:ext cx="0" cy="3810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4010" name="Line 42">
            <a:extLst>
              <a:ext uri="{FF2B5EF4-FFF2-40B4-BE49-F238E27FC236}">
                <a16:creationId xmlns:a16="http://schemas.microsoft.com/office/drawing/2014/main" id="{C92DF5D5-6CA2-432B-989C-F511AEC6648A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1828800"/>
            <a:ext cx="0" cy="3810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4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84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84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>
            <a:extLst>
              <a:ext uri="{FF2B5EF4-FFF2-40B4-BE49-F238E27FC236}">
                <a16:creationId xmlns:a16="http://schemas.microsoft.com/office/drawing/2014/main" id="{1D11EBFA-000B-4C9D-891E-993903FE2C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Project</a:t>
            </a:r>
          </a:p>
        </p:txBody>
      </p:sp>
      <p:graphicFrame>
        <p:nvGraphicFramePr>
          <p:cNvPr id="81959" name="Group 39">
            <a:extLst>
              <a:ext uri="{FF2B5EF4-FFF2-40B4-BE49-F238E27FC236}">
                <a16:creationId xmlns:a16="http://schemas.microsoft.com/office/drawing/2014/main" id="{16463219-404D-447F-9704-F096A9CB66C0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514600" y="2286000"/>
          <a:ext cx="4114800" cy="2438400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2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22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รหัส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ชื่อ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จังหวัด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สาขาวิชา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แดง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โยธา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B002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ดำ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กรุงเทพฯ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โทรคมนาคม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B003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เขียว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สระบุรี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โยธา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B004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ขาว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คอมพิวเตอร์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4483" name="Rectangle 35">
            <a:extLst>
              <a:ext uri="{FF2B5EF4-FFF2-40B4-BE49-F238E27FC236}">
                <a16:creationId xmlns:a16="http://schemas.microsoft.com/office/drawing/2014/main" id="{20A55B2B-E762-4EEE-A83A-684EEFEBB1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>
                <a:ea typeface="Angsana New" panose="02020603050405020304" pitchFamily="18" charset="-34"/>
              </a:rPr>
              <a:t>ตัวอย่าง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sp>
        <p:nvSpPr>
          <p:cNvPr id="104484" name="Text Box 36">
            <a:extLst>
              <a:ext uri="{FF2B5EF4-FFF2-40B4-BE49-F238E27FC236}">
                <a16:creationId xmlns:a16="http://schemas.microsoft.com/office/drawing/2014/main" id="{74FA915E-1AFA-4C1D-AA15-D9E0517455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1711325"/>
            <a:ext cx="11779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th-TH" altLang="en-US" sz="3200" b="1" i="1">
                <a:solidFill>
                  <a:schemeClr val="tx1"/>
                </a:solidFill>
              </a:rPr>
              <a:t>นักศึกษา</a:t>
            </a:r>
            <a:endParaRPr lang="en-US" altLang="en-US" sz="3200" b="1" i="1">
              <a:solidFill>
                <a:schemeClr val="tx1"/>
              </a:solidFill>
            </a:endParaRPr>
          </a:p>
        </p:txBody>
      </p:sp>
      <p:sp>
        <p:nvSpPr>
          <p:cNvPr id="104485" name="Text Box 37">
            <a:extLst>
              <a:ext uri="{FF2B5EF4-FFF2-40B4-BE49-F238E27FC236}">
                <a16:creationId xmlns:a16="http://schemas.microsoft.com/office/drawing/2014/main" id="{84A500A0-EBCF-47C8-8F37-A7538939DD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4876800"/>
            <a:ext cx="7772400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th-TH" altLang="en-US" sz="3200">
                <a:sym typeface="Symbol" panose="05050102010706020507" pitchFamily="18" charset="2"/>
              </a:rPr>
              <a:t> </a:t>
            </a:r>
            <a:r>
              <a:rPr lang="th-TH" altLang="en-US" sz="4800" baseline="-25000">
                <a:sym typeface="Symbol" panose="05050102010706020507" pitchFamily="18" charset="2"/>
              </a:rPr>
              <a:t>ชื่อ,รหัส,สาขาวิชา</a:t>
            </a:r>
            <a:r>
              <a:rPr lang="en-US" altLang="en-US" sz="4800">
                <a:sym typeface="Symbol" panose="05050102010706020507" pitchFamily="18" charset="2"/>
              </a:rPr>
              <a:t>(</a:t>
            </a:r>
            <a:r>
              <a:rPr lang="th-TH" altLang="en-US" sz="4800">
                <a:sym typeface="Symbol" panose="05050102010706020507" pitchFamily="18" charset="2"/>
              </a:rPr>
              <a:t>นักศึกษา</a:t>
            </a:r>
            <a:r>
              <a:rPr lang="en-US" altLang="en-US" sz="4800">
                <a:sym typeface="Symbol" panose="05050102010706020507" pitchFamily="18" charset="2"/>
              </a:rPr>
              <a:t>)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>
            <a:extLst>
              <a:ext uri="{FF2B5EF4-FFF2-40B4-BE49-F238E27FC236}">
                <a16:creationId xmlns:a16="http://schemas.microsoft.com/office/drawing/2014/main" id="{C7471FD5-4AAA-4779-8B30-8A77D00EC6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Project</a:t>
            </a:r>
          </a:p>
        </p:txBody>
      </p:sp>
      <p:graphicFrame>
        <p:nvGraphicFramePr>
          <p:cNvPr id="88107" name="Group 43">
            <a:extLst>
              <a:ext uri="{FF2B5EF4-FFF2-40B4-BE49-F238E27FC236}">
                <a16:creationId xmlns:a16="http://schemas.microsoft.com/office/drawing/2014/main" id="{3448E952-69AC-493D-8FA8-D742C0CA9428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3217863" y="2286000"/>
          <a:ext cx="2725737" cy="2438400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22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รหัส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ชื่อ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สาขาวิชา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แดง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โยธา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B002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ดำ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โทรคมนาคม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B003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เขียว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โยธา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B004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ขาว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คอมพิวเตอร์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6525" name="Rectangle 29">
            <a:extLst>
              <a:ext uri="{FF2B5EF4-FFF2-40B4-BE49-F238E27FC236}">
                <a16:creationId xmlns:a16="http://schemas.microsoft.com/office/drawing/2014/main" id="{7474730C-485B-40E8-89BD-60BBDCD4D2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>
                <a:ea typeface="Angsana New" panose="02020603050405020304" pitchFamily="18" charset="-34"/>
              </a:rPr>
              <a:t>ตัวอย่าง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sp>
        <p:nvSpPr>
          <p:cNvPr id="106526" name="Text Box 30">
            <a:extLst>
              <a:ext uri="{FF2B5EF4-FFF2-40B4-BE49-F238E27FC236}">
                <a16:creationId xmlns:a16="http://schemas.microsoft.com/office/drawing/2014/main" id="{2CCFC495-9A1F-44B0-83F6-E6C2849496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1711325"/>
            <a:ext cx="11779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th-TH" altLang="en-US" sz="3200" b="1" i="1">
                <a:solidFill>
                  <a:schemeClr val="tx1"/>
                </a:solidFill>
              </a:rPr>
              <a:t>นักศึกษา</a:t>
            </a:r>
            <a:endParaRPr lang="en-US" altLang="en-US" sz="3200" b="1" i="1">
              <a:solidFill>
                <a:schemeClr val="tx1"/>
              </a:solidFill>
            </a:endParaRPr>
          </a:p>
        </p:txBody>
      </p:sp>
      <p:sp>
        <p:nvSpPr>
          <p:cNvPr id="106527" name="Text Box 31">
            <a:extLst>
              <a:ext uri="{FF2B5EF4-FFF2-40B4-BE49-F238E27FC236}">
                <a16:creationId xmlns:a16="http://schemas.microsoft.com/office/drawing/2014/main" id="{2D9DF20C-377E-42BC-9D23-AE285ADA1F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4876800"/>
            <a:ext cx="7772400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th-TH" altLang="en-US" sz="3200">
                <a:sym typeface="Symbol" panose="05050102010706020507" pitchFamily="18" charset="2"/>
              </a:rPr>
              <a:t> </a:t>
            </a:r>
            <a:r>
              <a:rPr lang="th-TH" altLang="en-US" sz="4800" baseline="-25000">
                <a:sym typeface="Symbol" panose="05050102010706020507" pitchFamily="18" charset="2"/>
              </a:rPr>
              <a:t>ชื่อ,รหัส,สาขาวิชา</a:t>
            </a:r>
            <a:r>
              <a:rPr lang="en-US" altLang="en-US" sz="4800">
                <a:sym typeface="Symbol" panose="05050102010706020507" pitchFamily="18" charset="2"/>
              </a:rPr>
              <a:t>(</a:t>
            </a:r>
            <a:r>
              <a:rPr lang="th-TH" altLang="en-US" sz="4800">
                <a:sym typeface="Symbol" panose="05050102010706020507" pitchFamily="18" charset="2"/>
              </a:rPr>
              <a:t>นักศึกษา</a:t>
            </a:r>
            <a:r>
              <a:rPr lang="en-US" altLang="en-US" sz="4800">
                <a:sym typeface="Symbol" panose="05050102010706020507" pitchFamily="18" charset="2"/>
              </a:rPr>
              <a:t>)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>
            <a:extLst>
              <a:ext uri="{FF2B5EF4-FFF2-40B4-BE49-F238E27FC236}">
                <a16:creationId xmlns:a16="http://schemas.microsoft.com/office/drawing/2014/main" id="{87FC517F-227D-4C24-ACAC-4C744910A7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Project</a:t>
            </a:r>
          </a:p>
        </p:txBody>
      </p:sp>
      <p:sp>
        <p:nvSpPr>
          <p:cNvPr id="108547" name="Rectangle 29">
            <a:extLst>
              <a:ext uri="{FF2B5EF4-FFF2-40B4-BE49-F238E27FC236}">
                <a16:creationId xmlns:a16="http://schemas.microsoft.com/office/drawing/2014/main" id="{365B7049-455D-4BAC-ACBF-9E958D78BF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>
                <a:ea typeface="Angsana New" panose="02020603050405020304" pitchFamily="18" charset="-34"/>
              </a:rPr>
              <a:t>ตัวอย่าง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sp>
        <p:nvSpPr>
          <p:cNvPr id="108548" name="Text Box 30">
            <a:extLst>
              <a:ext uri="{FF2B5EF4-FFF2-40B4-BE49-F238E27FC236}">
                <a16:creationId xmlns:a16="http://schemas.microsoft.com/office/drawing/2014/main" id="{A1DEA2DD-3A3A-4290-9530-79636C23FC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1711325"/>
            <a:ext cx="11779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th-TH" altLang="en-US" sz="3200" b="1" i="1">
                <a:solidFill>
                  <a:schemeClr val="tx1"/>
                </a:solidFill>
              </a:rPr>
              <a:t>นักศึกษา</a:t>
            </a:r>
            <a:endParaRPr lang="en-US" altLang="en-US" sz="3200" b="1" i="1">
              <a:solidFill>
                <a:schemeClr val="tx1"/>
              </a:solidFill>
            </a:endParaRPr>
          </a:p>
        </p:txBody>
      </p:sp>
      <p:sp>
        <p:nvSpPr>
          <p:cNvPr id="108549" name="Text Box 31">
            <a:extLst>
              <a:ext uri="{FF2B5EF4-FFF2-40B4-BE49-F238E27FC236}">
                <a16:creationId xmlns:a16="http://schemas.microsoft.com/office/drawing/2014/main" id="{C9CAD76D-98C9-4274-949B-165741E41F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4876800"/>
            <a:ext cx="7772400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th-TH" altLang="en-US" sz="3200">
                <a:sym typeface="Symbol" panose="05050102010706020507" pitchFamily="18" charset="2"/>
              </a:rPr>
              <a:t> </a:t>
            </a:r>
            <a:r>
              <a:rPr lang="th-TH" altLang="en-US" sz="4800" baseline="-25000">
                <a:sym typeface="Symbol" panose="05050102010706020507" pitchFamily="18" charset="2"/>
              </a:rPr>
              <a:t>ชื่อ,รหัส,สาขาวิชา</a:t>
            </a:r>
            <a:r>
              <a:rPr lang="en-US" altLang="en-US" sz="4800">
                <a:sym typeface="Symbol" panose="05050102010706020507" pitchFamily="18" charset="2"/>
              </a:rPr>
              <a:t>(</a:t>
            </a:r>
            <a:r>
              <a:rPr lang="th-TH" altLang="en-US" sz="4800">
                <a:sym typeface="Symbol" panose="05050102010706020507" pitchFamily="18" charset="2"/>
              </a:rPr>
              <a:t>นักศึกษา</a:t>
            </a:r>
            <a:r>
              <a:rPr lang="en-US" altLang="en-US" sz="4800">
                <a:sym typeface="Symbol" panose="05050102010706020507" pitchFamily="18" charset="2"/>
              </a:rPr>
              <a:t>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>
            <a:extLst>
              <a:ext uri="{FF2B5EF4-FFF2-40B4-BE49-F238E27FC236}">
                <a16:creationId xmlns:a16="http://schemas.microsoft.com/office/drawing/2014/main" id="{5AE0D15D-7CD8-425B-A45C-963069B3DE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Project</a:t>
            </a:r>
          </a:p>
        </p:txBody>
      </p:sp>
      <p:graphicFrame>
        <p:nvGraphicFramePr>
          <p:cNvPr id="85042" name="Group 50">
            <a:extLst>
              <a:ext uri="{FF2B5EF4-FFF2-40B4-BE49-F238E27FC236}">
                <a16:creationId xmlns:a16="http://schemas.microsoft.com/office/drawing/2014/main" id="{40C35833-7CFB-41EC-B559-3764E975BBDC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3217863" y="2286000"/>
          <a:ext cx="2725737" cy="2438400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22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ชื่อ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รหัส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สาขาวิชา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แดง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โยธา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ดำ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B002</a:t>
                      </a: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โทรคมนาคม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เขียว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B003</a:t>
                      </a: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โยธา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ขาว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B004</a:t>
                      </a: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คอมพิวเตอร์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0621" name="Rectangle 35">
            <a:extLst>
              <a:ext uri="{FF2B5EF4-FFF2-40B4-BE49-F238E27FC236}">
                <a16:creationId xmlns:a16="http://schemas.microsoft.com/office/drawing/2014/main" id="{191DF370-BA2B-4404-A9EA-9F8F676652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>
                <a:ea typeface="Angsana New" panose="02020603050405020304" pitchFamily="18" charset="-34"/>
              </a:rPr>
              <a:t>ตัวอย่าง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sp>
        <p:nvSpPr>
          <p:cNvPr id="110622" name="Text Box 36">
            <a:extLst>
              <a:ext uri="{FF2B5EF4-FFF2-40B4-BE49-F238E27FC236}">
                <a16:creationId xmlns:a16="http://schemas.microsoft.com/office/drawing/2014/main" id="{D9D0A9F0-B833-487E-A008-729772141A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1711325"/>
            <a:ext cx="11779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th-TH" altLang="en-US" sz="3200" b="1" i="1">
                <a:solidFill>
                  <a:schemeClr val="tx1"/>
                </a:solidFill>
              </a:rPr>
              <a:t>นักศึกษา</a:t>
            </a:r>
            <a:endParaRPr lang="en-US" altLang="en-US" sz="3200" b="1" i="1">
              <a:solidFill>
                <a:schemeClr val="tx1"/>
              </a:solidFill>
            </a:endParaRPr>
          </a:p>
        </p:txBody>
      </p:sp>
      <p:sp>
        <p:nvSpPr>
          <p:cNvPr id="110623" name="Text Box 37">
            <a:extLst>
              <a:ext uri="{FF2B5EF4-FFF2-40B4-BE49-F238E27FC236}">
                <a16:creationId xmlns:a16="http://schemas.microsoft.com/office/drawing/2014/main" id="{79C1392A-CA3B-4D45-BCA0-E8A315EFE4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4876800"/>
            <a:ext cx="7772400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th-TH" altLang="en-US" sz="3200">
                <a:sym typeface="Symbol" panose="05050102010706020507" pitchFamily="18" charset="2"/>
              </a:rPr>
              <a:t> </a:t>
            </a:r>
            <a:r>
              <a:rPr lang="th-TH" altLang="en-US" sz="4800" baseline="-25000">
                <a:sym typeface="Symbol" panose="05050102010706020507" pitchFamily="18" charset="2"/>
              </a:rPr>
              <a:t>ชื่อ,รหัส,สาขาวิชา</a:t>
            </a:r>
            <a:r>
              <a:rPr lang="en-US" altLang="en-US" sz="4800">
                <a:sym typeface="Symbol" panose="05050102010706020507" pitchFamily="18" charset="2"/>
              </a:rPr>
              <a:t>(</a:t>
            </a:r>
            <a:r>
              <a:rPr lang="th-TH" altLang="en-US" sz="4800">
                <a:sym typeface="Symbol" panose="05050102010706020507" pitchFamily="18" charset="2"/>
              </a:rPr>
              <a:t>นักศึกษา</a:t>
            </a:r>
            <a:r>
              <a:rPr lang="en-US" altLang="en-US" sz="4800">
                <a:sym typeface="Symbol" panose="05050102010706020507" pitchFamily="18" charset="2"/>
              </a:rPr>
              <a:t>)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>
            <a:extLst>
              <a:ext uri="{FF2B5EF4-FFF2-40B4-BE49-F238E27FC236}">
                <a16:creationId xmlns:a16="http://schemas.microsoft.com/office/drawing/2014/main" id="{60433242-57CB-443E-938B-7C41A5F42B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Project</a:t>
            </a:r>
            <a:r>
              <a:rPr lang="th-TH" altLang="en-US">
                <a:ea typeface="Angsana New" panose="02020603050405020304" pitchFamily="18" charset="-34"/>
              </a:rPr>
              <a:t> </a:t>
            </a:r>
            <a:r>
              <a:rPr lang="en-US" altLang="en-US">
                <a:ea typeface="Angsana New" panose="02020603050405020304" pitchFamily="18" charset="-34"/>
              </a:rPr>
              <a:t>&amp; Restrict</a:t>
            </a:r>
          </a:p>
        </p:txBody>
      </p:sp>
      <p:graphicFrame>
        <p:nvGraphicFramePr>
          <p:cNvPr id="93187" name="Group 3">
            <a:extLst>
              <a:ext uri="{FF2B5EF4-FFF2-40B4-BE49-F238E27FC236}">
                <a16:creationId xmlns:a16="http://schemas.microsoft.com/office/drawing/2014/main" id="{4D6E1B58-2BDD-45E7-BAB9-3E42212438D9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514600" y="2286000"/>
          <a:ext cx="4114800" cy="2438400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2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22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รหัส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ชื่อ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จังหวัด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สาขาวิชา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แดง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โยธา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B002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ดำ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กรุงเทพฯ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โทรคมนาคม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B003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เขียว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สระบุรี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โยธา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B004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ขาว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คอมพิวเตอร์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2675" name="Rectangle 35">
            <a:extLst>
              <a:ext uri="{FF2B5EF4-FFF2-40B4-BE49-F238E27FC236}">
                <a16:creationId xmlns:a16="http://schemas.microsoft.com/office/drawing/2014/main" id="{530617B4-B139-4962-8F0E-F676567287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>
                <a:ea typeface="Angsana New" panose="02020603050405020304" pitchFamily="18" charset="-34"/>
              </a:rPr>
              <a:t>ตัวอย่าง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sp>
        <p:nvSpPr>
          <p:cNvPr id="112676" name="Text Box 36">
            <a:extLst>
              <a:ext uri="{FF2B5EF4-FFF2-40B4-BE49-F238E27FC236}">
                <a16:creationId xmlns:a16="http://schemas.microsoft.com/office/drawing/2014/main" id="{027AE442-148F-4FC4-A4FF-18643168CA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1711325"/>
            <a:ext cx="11779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th-TH" altLang="en-US" sz="3200" b="1" i="1">
                <a:solidFill>
                  <a:schemeClr val="tx1"/>
                </a:solidFill>
              </a:rPr>
              <a:t>นักศึกษา</a:t>
            </a:r>
            <a:endParaRPr lang="en-US" altLang="en-US" sz="3200" b="1" i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>
            <a:extLst>
              <a:ext uri="{FF2B5EF4-FFF2-40B4-BE49-F238E27FC236}">
                <a16:creationId xmlns:a16="http://schemas.microsoft.com/office/drawing/2014/main" id="{0B0DC7DB-5776-4B11-A46B-3FC9D8F752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Project &amp; Restrict</a:t>
            </a:r>
          </a:p>
        </p:txBody>
      </p:sp>
      <p:graphicFrame>
        <p:nvGraphicFramePr>
          <p:cNvPr id="87043" name="Group 3">
            <a:extLst>
              <a:ext uri="{FF2B5EF4-FFF2-40B4-BE49-F238E27FC236}">
                <a16:creationId xmlns:a16="http://schemas.microsoft.com/office/drawing/2014/main" id="{D33A0932-CFB8-4690-8627-3A6346041B1C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514600" y="2286000"/>
          <a:ext cx="4114800" cy="2438400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2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22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รหัส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ชื่อ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จังหวัด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สาขาวิชา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แดง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โยธา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B002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ดำ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กรุงเทพฯ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โทรคมนาคม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B003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เขียว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สระบุรี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โยธา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B004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ขาว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คอมพิวเตอร์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4723" name="Rectangle 35">
            <a:extLst>
              <a:ext uri="{FF2B5EF4-FFF2-40B4-BE49-F238E27FC236}">
                <a16:creationId xmlns:a16="http://schemas.microsoft.com/office/drawing/2014/main" id="{D6EE3EF6-FFD8-45AE-8714-A57DF0ADBF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>
                <a:ea typeface="Angsana New" panose="02020603050405020304" pitchFamily="18" charset="-34"/>
              </a:rPr>
              <a:t>ตัวอย่าง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sp>
        <p:nvSpPr>
          <p:cNvPr id="114724" name="Text Box 36">
            <a:extLst>
              <a:ext uri="{FF2B5EF4-FFF2-40B4-BE49-F238E27FC236}">
                <a16:creationId xmlns:a16="http://schemas.microsoft.com/office/drawing/2014/main" id="{59B4A9FB-D783-4293-92F5-83D4087247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1711325"/>
            <a:ext cx="11779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th-TH" altLang="en-US" sz="3200" b="1" i="1">
                <a:solidFill>
                  <a:schemeClr val="tx1"/>
                </a:solidFill>
              </a:rPr>
              <a:t>นักศึกษา</a:t>
            </a:r>
            <a:endParaRPr lang="en-US" altLang="en-US" sz="3200" b="1" i="1">
              <a:solidFill>
                <a:schemeClr val="tx1"/>
              </a:solidFill>
            </a:endParaRPr>
          </a:p>
        </p:txBody>
      </p:sp>
      <p:sp>
        <p:nvSpPr>
          <p:cNvPr id="114725" name="Text Box 37">
            <a:extLst>
              <a:ext uri="{FF2B5EF4-FFF2-40B4-BE49-F238E27FC236}">
                <a16:creationId xmlns:a16="http://schemas.microsoft.com/office/drawing/2014/main" id="{65B35385-8E68-499A-B329-CCEC20A19A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4876800"/>
            <a:ext cx="7772400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th-TH" altLang="en-US" sz="4000">
                <a:sym typeface="Symbol" panose="05050102010706020507" pitchFamily="18" charset="2"/>
              </a:rPr>
              <a:t></a:t>
            </a:r>
            <a:r>
              <a:rPr lang="th-TH" altLang="en-US" sz="4000" baseline="-25000">
                <a:sym typeface="Symbol" panose="05050102010706020507" pitchFamily="18" charset="2"/>
              </a:rPr>
              <a:t>ชื่อ</a:t>
            </a:r>
            <a:r>
              <a:rPr lang="en-US" altLang="en-US" sz="4000" baseline="-25000">
                <a:sym typeface="Symbol" panose="05050102010706020507" pitchFamily="18" charset="2"/>
              </a:rPr>
              <a:t>=‘</a:t>
            </a:r>
            <a:r>
              <a:rPr lang="th-TH" altLang="en-US" sz="4000" baseline="-25000">
                <a:sym typeface="Symbol" panose="05050102010706020507" pitchFamily="18" charset="2"/>
              </a:rPr>
              <a:t>แดง</a:t>
            </a:r>
            <a:r>
              <a:rPr lang="en-US" altLang="en-US" sz="4000" baseline="-25000">
                <a:sym typeface="Symbol" panose="05050102010706020507" pitchFamily="18" charset="2"/>
              </a:rPr>
              <a:t>’</a:t>
            </a:r>
            <a:r>
              <a:rPr lang="th-TH" altLang="en-US" sz="4000">
                <a:sym typeface="Symbol" panose="05050102010706020507" pitchFamily="18" charset="2"/>
              </a:rPr>
              <a:t>(</a:t>
            </a:r>
            <a:r>
              <a:rPr lang="th-TH" altLang="en-US" sz="3200">
                <a:sym typeface="Symbol" panose="05050102010706020507" pitchFamily="18" charset="2"/>
              </a:rPr>
              <a:t> </a:t>
            </a:r>
            <a:r>
              <a:rPr lang="th-TH" altLang="en-US" sz="4800" baseline="-25000">
                <a:sym typeface="Symbol" panose="05050102010706020507" pitchFamily="18" charset="2"/>
              </a:rPr>
              <a:t>รหัส,ชื่อ,สาขาวิชา</a:t>
            </a:r>
            <a:r>
              <a:rPr lang="en-US" altLang="en-US" sz="4800">
                <a:sym typeface="Symbol" panose="05050102010706020507" pitchFamily="18" charset="2"/>
              </a:rPr>
              <a:t>(</a:t>
            </a:r>
            <a:r>
              <a:rPr lang="th-TH" altLang="en-US" sz="4800">
                <a:sym typeface="Symbol" panose="05050102010706020507" pitchFamily="18" charset="2"/>
              </a:rPr>
              <a:t>นักศึกษา</a:t>
            </a:r>
            <a:r>
              <a:rPr lang="en-US" altLang="en-US" sz="4800">
                <a:sym typeface="Symbol" panose="05050102010706020507" pitchFamily="18" charset="2"/>
              </a:rPr>
              <a:t>)</a:t>
            </a:r>
            <a:r>
              <a:rPr lang="th-TH" altLang="en-US" sz="4800">
                <a:sym typeface="Symbol" panose="05050102010706020507" pitchFamily="18" charset="2"/>
              </a:rPr>
              <a:t>)</a:t>
            </a:r>
            <a:endParaRPr lang="en-US" altLang="en-US" sz="480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>
            <a:extLst>
              <a:ext uri="{FF2B5EF4-FFF2-40B4-BE49-F238E27FC236}">
                <a16:creationId xmlns:a16="http://schemas.microsoft.com/office/drawing/2014/main" id="{6ABF5DAB-86FD-408C-84F0-E0E79F9300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Project &amp; Restrict</a:t>
            </a:r>
          </a:p>
        </p:txBody>
      </p:sp>
      <p:graphicFrame>
        <p:nvGraphicFramePr>
          <p:cNvPr id="90151" name="Group 39">
            <a:extLst>
              <a:ext uri="{FF2B5EF4-FFF2-40B4-BE49-F238E27FC236}">
                <a16:creationId xmlns:a16="http://schemas.microsoft.com/office/drawing/2014/main" id="{7C190483-6B19-4D27-B63E-B5FB6D3DA245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514600" y="2286000"/>
          <a:ext cx="4114800" cy="2438400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2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22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รหัส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ชื่อ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จังหวัด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สาขาวิชา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แดง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โยธา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B002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ดำ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กรุงเทพฯ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โทรคมนาคม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B003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เขียว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สระบุรี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โยธา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B004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ขาว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คอมพิวเตอร์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6771" name="Rectangle 35">
            <a:extLst>
              <a:ext uri="{FF2B5EF4-FFF2-40B4-BE49-F238E27FC236}">
                <a16:creationId xmlns:a16="http://schemas.microsoft.com/office/drawing/2014/main" id="{C5A53FBC-B01D-4919-9BB2-623CAC36A8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>
                <a:ea typeface="Angsana New" panose="02020603050405020304" pitchFamily="18" charset="-34"/>
              </a:rPr>
              <a:t>ตัวอย่าง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sp>
        <p:nvSpPr>
          <p:cNvPr id="116772" name="Text Box 36">
            <a:extLst>
              <a:ext uri="{FF2B5EF4-FFF2-40B4-BE49-F238E27FC236}">
                <a16:creationId xmlns:a16="http://schemas.microsoft.com/office/drawing/2014/main" id="{841F7D04-94DB-439A-A51A-22D99D6533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1711325"/>
            <a:ext cx="11779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th-TH" altLang="en-US" sz="3200" b="1" i="1">
                <a:solidFill>
                  <a:schemeClr val="tx1"/>
                </a:solidFill>
              </a:rPr>
              <a:t>นักศึกษา</a:t>
            </a:r>
            <a:endParaRPr lang="en-US" altLang="en-US" sz="3200" b="1" i="1">
              <a:solidFill>
                <a:schemeClr val="tx1"/>
              </a:solidFill>
            </a:endParaRPr>
          </a:p>
        </p:txBody>
      </p:sp>
      <p:sp>
        <p:nvSpPr>
          <p:cNvPr id="116773" name="Text Box 37">
            <a:extLst>
              <a:ext uri="{FF2B5EF4-FFF2-40B4-BE49-F238E27FC236}">
                <a16:creationId xmlns:a16="http://schemas.microsoft.com/office/drawing/2014/main" id="{ADBFAABF-AA73-4D96-BE9D-42EB76B267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4876800"/>
            <a:ext cx="77724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th-TH" altLang="en-US" sz="4000">
                <a:sym typeface="Symbol" panose="05050102010706020507" pitchFamily="18" charset="2"/>
              </a:rPr>
              <a:t></a:t>
            </a:r>
            <a:r>
              <a:rPr lang="th-TH" altLang="en-US" sz="4000" baseline="-25000">
                <a:sym typeface="Symbol" panose="05050102010706020507" pitchFamily="18" charset="2"/>
              </a:rPr>
              <a:t>จังหวัด</a:t>
            </a:r>
            <a:r>
              <a:rPr lang="en-US" altLang="en-US" sz="4000" baseline="-25000">
                <a:sym typeface="Symbol" panose="05050102010706020507" pitchFamily="18" charset="2"/>
              </a:rPr>
              <a:t>=‘</a:t>
            </a:r>
            <a:r>
              <a:rPr lang="th-TH" altLang="en-US" sz="4000" baseline="-25000">
                <a:sym typeface="Symbol" panose="05050102010706020507" pitchFamily="18" charset="2"/>
              </a:rPr>
              <a:t>นครราชสีมา</a:t>
            </a:r>
            <a:r>
              <a:rPr lang="en-US" altLang="en-US" sz="4000" baseline="-25000">
                <a:sym typeface="Symbol" panose="05050102010706020507" pitchFamily="18" charset="2"/>
              </a:rPr>
              <a:t>’</a:t>
            </a:r>
            <a:r>
              <a:rPr lang="th-TH" altLang="en-US" sz="4000">
                <a:sym typeface="Symbol" panose="05050102010706020507" pitchFamily="18" charset="2"/>
              </a:rPr>
              <a:t>(</a:t>
            </a:r>
            <a:r>
              <a:rPr lang="th-TH" altLang="en-US" sz="3200" b="1">
                <a:sym typeface="Symbol" panose="05050102010706020507" pitchFamily="18" charset="2"/>
              </a:rPr>
              <a:t></a:t>
            </a:r>
            <a:r>
              <a:rPr lang="th-TH" altLang="en-US" sz="3200">
                <a:sym typeface="Symbol" panose="05050102010706020507" pitchFamily="18" charset="2"/>
              </a:rPr>
              <a:t> </a:t>
            </a:r>
            <a:r>
              <a:rPr lang="th-TH" altLang="en-US" sz="4800" b="1" baseline="-25000">
                <a:sym typeface="Symbol" panose="05050102010706020507" pitchFamily="18" charset="2"/>
              </a:rPr>
              <a:t>รหัส,ชื่อ,สาขาวิชา</a:t>
            </a:r>
            <a:r>
              <a:rPr lang="en-US" altLang="en-US" sz="4800" b="1">
                <a:sym typeface="Symbol" panose="05050102010706020507" pitchFamily="18" charset="2"/>
              </a:rPr>
              <a:t>(</a:t>
            </a:r>
            <a:r>
              <a:rPr lang="th-TH" altLang="en-US" sz="4800" b="1">
                <a:sym typeface="Symbol" panose="05050102010706020507" pitchFamily="18" charset="2"/>
              </a:rPr>
              <a:t>นักศึกษา</a:t>
            </a:r>
            <a:r>
              <a:rPr lang="en-US" altLang="en-US" sz="4800" b="1">
                <a:sym typeface="Symbol" panose="05050102010706020507" pitchFamily="18" charset="2"/>
              </a:rPr>
              <a:t>)</a:t>
            </a:r>
            <a:r>
              <a:rPr lang="th-TH" altLang="en-US" sz="4800">
                <a:sym typeface="Symbol" panose="05050102010706020507" pitchFamily="18" charset="2"/>
              </a:rPr>
              <a:t>)</a:t>
            </a:r>
            <a:endParaRPr lang="en-US" altLang="en-US" sz="480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>
            <a:extLst>
              <a:ext uri="{FF2B5EF4-FFF2-40B4-BE49-F238E27FC236}">
                <a16:creationId xmlns:a16="http://schemas.microsoft.com/office/drawing/2014/main" id="{9AF56B72-3891-4CCA-9870-4E3BFB5FFA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Project &amp; Restrict</a:t>
            </a:r>
          </a:p>
        </p:txBody>
      </p:sp>
      <p:graphicFrame>
        <p:nvGraphicFramePr>
          <p:cNvPr id="91174" name="Group 38">
            <a:extLst>
              <a:ext uri="{FF2B5EF4-FFF2-40B4-BE49-F238E27FC236}">
                <a16:creationId xmlns:a16="http://schemas.microsoft.com/office/drawing/2014/main" id="{BB73F6E0-F052-499E-9061-8E9A1F64BDCD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971800" y="2286000"/>
          <a:ext cx="2722563" cy="2438400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2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รหัส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ชื่อ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สาขาวิชา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แดง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โยธา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B002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ดำ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โทรคมนาคม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B003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เขียว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โยธา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B004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ขาว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คอมพิวเตอร์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8813" name="Rectangle 35">
            <a:extLst>
              <a:ext uri="{FF2B5EF4-FFF2-40B4-BE49-F238E27FC236}">
                <a16:creationId xmlns:a16="http://schemas.microsoft.com/office/drawing/2014/main" id="{D196DC09-BB28-479C-AD61-3AE6229335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>
                <a:ea typeface="Angsana New" panose="02020603050405020304" pitchFamily="18" charset="-34"/>
              </a:rPr>
              <a:t>ตัวอย่าง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sp>
        <p:nvSpPr>
          <p:cNvPr id="118814" name="Text Box 36">
            <a:extLst>
              <a:ext uri="{FF2B5EF4-FFF2-40B4-BE49-F238E27FC236}">
                <a16:creationId xmlns:a16="http://schemas.microsoft.com/office/drawing/2014/main" id="{7935FC80-40BD-4A3D-9CE0-E5C74F44FC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1711325"/>
            <a:ext cx="11779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th-TH" altLang="en-US" sz="3200" b="1" i="1">
                <a:solidFill>
                  <a:schemeClr val="tx1"/>
                </a:solidFill>
              </a:rPr>
              <a:t>นักศึกษา</a:t>
            </a:r>
            <a:endParaRPr lang="en-US" altLang="en-US" sz="3200" b="1" i="1">
              <a:solidFill>
                <a:schemeClr val="tx1"/>
              </a:solidFill>
            </a:endParaRPr>
          </a:p>
        </p:txBody>
      </p:sp>
      <p:sp>
        <p:nvSpPr>
          <p:cNvPr id="118815" name="Text Box 37">
            <a:extLst>
              <a:ext uri="{FF2B5EF4-FFF2-40B4-BE49-F238E27FC236}">
                <a16:creationId xmlns:a16="http://schemas.microsoft.com/office/drawing/2014/main" id="{581609E5-1B28-4ACF-AD46-6F386466E9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4876800"/>
            <a:ext cx="77724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th-TH" altLang="en-US" sz="4000">
                <a:sym typeface="Symbol" panose="05050102010706020507" pitchFamily="18" charset="2"/>
              </a:rPr>
              <a:t></a:t>
            </a:r>
            <a:r>
              <a:rPr lang="th-TH" altLang="en-US" sz="4000" baseline="-25000">
                <a:sym typeface="Symbol" panose="05050102010706020507" pitchFamily="18" charset="2"/>
              </a:rPr>
              <a:t>ชื่อ</a:t>
            </a:r>
            <a:r>
              <a:rPr lang="en-US" altLang="en-US" sz="4000" baseline="-25000">
                <a:sym typeface="Symbol" panose="05050102010706020507" pitchFamily="18" charset="2"/>
              </a:rPr>
              <a:t>=‘</a:t>
            </a:r>
            <a:r>
              <a:rPr lang="th-TH" altLang="en-US" sz="4000" baseline="-25000">
                <a:sym typeface="Symbol" panose="05050102010706020507" pitchFamily="18" charset="2"/>
              </a:rPr>
              <a:t>แดง</a:t>
            </a:r>
            <a:r>
              <a:rPr lang="en-US" altLang="en-US" sz="4000" baseline="-25000">
                <a:sym typeface="Symbol" panose="05050102010706020507" pitchFamily="18" charset="2"/>
              </a:rPr>
              <a:t>’</a:t>
            </a:r>
            <a:r>
              <a:rPr lang="th-TH" altLang="en-US" sz="4000">
                <a:sym typeface="Symbol" panose="05050102010706020507" pitchFamily="18" charset="2"/>
              </a:rPr>
              <a:t>(</a:t>
            </a:r>
            <a:r>
              <a:rPr lang="th-TH" altLang="en-US" sz="3200" b="1">
                <a:sym typeface="Symbol" panose="05050102010706020507" pitchFamily="18" charset="2"/>
              </a:rPr>
              <a:t></a:t>
            </a:r>
            <a:r>
              <a:rPr lang="th-TH" altLang="en-US" sz="4800" b="1" baseline="-25000">
                <a:sym typeface="Symbol" panose="05050102010706020507" pitchFamily="18" charset="2"/>
              </a:rPr>
              <a:t>รหัส,ชื่อ,สาขาวิชา</a:t>
            </a:r>
            <a:r>
              <a:rPr lang="en-US" altLang="en-US" sz="4800" b="1">
                <a:sym typeface="Symbol" panose="05050102010706020507" pitchFamily="18" charset="2"/>
              </a:rPr>
              <a:t>(</a:t>
            </a:r>
            <a:r>
              <a:rPr lang="th-TH" altLang="en-US" sz="4800" b="1">
                <a:sym typeface="Symbol" panose="05050102010706020507" pitchFamily="18" charset="2"/>
              </a:rPr>
              <a:t>นักศึกษา</a:t>
            </a:r>
            <a:r>
              <a:rPr lang="en-US" altLang="en-US" sz="4800" b="1">
                <a:sym typeface="Symbol" panose="05050102010706020507" pitchFamily="18" charset="2"/>
              </a:rPr>
              <a:t>)</a:t>
            </a:r>
            <a:r>
              <a:rPr lang="th-TH" altLang="en-US" sz="4800">
                <a:sym typeface="Symbol" panose="05050102010706020507" pitchFamily="18" charset="2"/>
              </a:rPr>
              <a:t>)</a:t>
            </a:r>
            <a:endParaRPr lang="en-US" altLang="en-US" sz="480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>
            <a:extLst>
              <a:ext uri="{FF2B5EF4-FFF2-40B4-BE49-F238E27FC236}">
                <a16:creationId xmlns:a16="http://schemas.microsoft.com/office/drawing/2014/main" id="{70A2A161-4622-45C5-BA9F-B84700D9D3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Project &amp; Restrict</a:t>
            </a:r>
          </a:p>
        </p:txBody>
      </p:sp>
      <p:graphicFrame>
        <p:nvGraphicFramePr>
          <p:cNvPr id="92163" name="Group 3">
            <a:extLst>
              <a:ext uri="{FF2B5EF4-FFF2-40B4-BE49-F238E27FC236}">
                <a16:creationId xmlns:a16="http://schemas.microsoft.com/office/drawing/2014/main" id="{0B7AFF0E-DCFD-436E-9EDB-30AAD8EAD8C9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971800" y="2286000"/>
          <a:ext cx="2722563" cy="2438400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2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รหัส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ชื่อ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สาขาวิชา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แดง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โยธา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B002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ดำ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โทรคมนาคม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B003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เขียว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โยธา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B004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ขาว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คอมพิวเตอร์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0861" name="Rectangle 29">
            <a:extLst>
              <a:ext uri="{FF2B5EF4-FFF2-40B4-BE49-F238E27FC236}">
                <a16:creationId xmlns:a16="http://schemas.microsoft.com/office/drawing/2014/main" id="{DCE3939A-65F4-4828-9223-0490B6D747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>
                <a:ea typeface="Angsana New" panose="02020603050405020304" pitchFamily="18" charset="-34"/>
              </a:rPr>
              <a:t>ตัวอย่าง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sp>
        <p:nvSpPr>
          <p:cNvPr id="120862" name="Text Box 30">
            <a:extLst>
              <a:ext uri="{FF2B5EF4-FFF2-40B4-BE49-F238E27FC236}">
                <a16:creationId xmlns:a16="http://schemas.microsoft.com/office/drawing/2014/main" id="{2BCE228E-599A-4F5A-9D07-DFF11BE5C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1711325"/>
            <a:ext cx="11779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th-TH" altLang="en-US" sz="3200" b="1" i="1">
                <a:solidFill>
                  <a:schemeClr val="tx1"/>
                </a:solidFill>
              </a:rPr>
              <a:t>นักศึกษา</a:t>
            </a:r>
            <a:endParaRPr lang="en-US" altLang="en-US" sz="3200" b="1" i="1">
              <a:solidFill>
                <a:schemeClr val="tx1"/>
              </a:solidFill>
            </a:endParaRPr>
          </a:p>
        </p:txBody>
      </p:sp>
      <p:sp>
        <p:nvSpPr>
          <p:cNvPr id="120863" name="Text Box 31">
            <a:extLst>
              <a:ext uri="{FF2B5EF4-FFF2-40B4-BE49-F238E27FC236}">
                <a16:creationId xmlns:a16="http://schemas.microsoft.com/office/drawing/2014/main" id="{ABA6F77A-BBB9-4230-8CED-BE4546E4F9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4876800"/>
            <a:ext cx="7772400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th-TH" altLang="en-US" sz="4000">
                <a:sym typeface="Symbol" panose="05050102010706020507" pitchFamily="18" charset="2"/>
              </a:rPr>
              <a:t></a:t>
            </a:r>
            <a:r>
              <a:rPr lang="th-TH" altLang="en-US" sz="4000" baseline="-25000">
                <a:sym typeface="Symbol" panose="05050102010706020507" pitchFamily="18" charset="2"/>
              </a:rPr>
              <a:t>ชื่อ</a:t>
            </a:r>
            <a:r>
              <a:rPr lang="en-US" altLang="en-US" sz="4000" baseline="-25000">
                <a:sym typeface="Symbol" panose="05050102010706020507" pitchFamily="18" charset="2"/>
              </a:rPr>
              <a:t>=‘</a:t>
            </a:r>
            <a:r>
              <a:rPr lang="th-TH" altLang="en-US" sz="4000" baseline="-25000">
                <a:sym typeface="Symbol" panose="05050102010706020507" pitchFamily="18" charset="2"/>
              </a:rPr>
              <a:t>แดง</a:t>
            </a:r>
            <a:r>
              <a:rPr lang="en-US" altLang="en-US" sz="4000" baseline="-25000">
                <a:sym typeface="Symbol" panose="05050102010706020507" pitchFamily="18" charset="2"/>
              </a:rPr>
              <a:t>’</a:t>
            </a:r>
            <a:r>
              <a:rPr lang="th-TH" altLang="en-US" sz="4000">
                <a:sym typeface="Symbol" panose="05050102010706020507" pitchFamily="18" charset="2"/>
              </a:rPr>
              <a:t>(</a:t>
            </a:r>
            <a:r>
              <a:rPr lang="th-TH" altLang="en-US" sz="3200" b="1">
                <a:sym typeface="Symbol" panose="05050102010706020507" pitchFamily="18" charset="2"/>
              </a:rPr>
              <a:t></a:t>
            </a:r>
            <a:r>
              <a:rPr lang="th-TH" altLang="en-US" sz="4800" b="1" baseline="-25000">
                <a:sym typeface="Symbol" panose="05050102010706020507" pitchFamily="18" charset="2"/>
              </a:rPr>
              <a:t>รหัส,ชื่อ,สาขาวิชา</a:t>
            </a:r>
            <a:r>
              <a:rPr lang="en-US" altLang="en-US" sz="4800" b="1">
                <a:sym typeface="Symbol" panose="05050102010706020507" pitchFamily="18" charset="2"/>
              </a:rPr>
              <a:t>(</a:t>
            </a:r>
            <a:r>
              <a:rPr lang="th-TH" altLang="en-US" sz="4800" b="1">
                <a:sym typeface="Symbol" panose="05050102010706020507" pitchFamily="18" charset="2"/>
              </a:rPr>
              <a:t>นักศึกษา</a:t>
            </a:r>
            <a:r>
              <a:rPr lang="en-US" altLang="en-US" sz="4800" b="1">
                <a:sym typeface="Symbol" panose="05050102010706020507" pitchFamily="18" charset="2"/>
              </a:rPr>
              <a:t>)</a:t>
            </a:r>
            <a:r>
              <a:rPr lang="th-TH" altLang="en-US" sz="4800">
                <a:sym typeface="Symbol" panose="05050102010706020507" pitchFamily="18" charset="2"/>
              </a:rPr>
              <a:t>)</a:t>
            </a:r>
            <a:endParaRPr lang="en-US" altLang="en-US" sz="480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>
            <a:extLst>
              <a:ext uri="{FF2B5EF4-FFF2-40B4-BE49-F238E27FC236}">
                <a16:creationId xmlns:a16="http://schemas.microsoft.com/office/drawing/2014/main" id="{9DE4BECC-6BCA-45A2-9E79-89C695E7F7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Project &amp; Restrict</a:t>
            </a:r>
          </a:p>
        </p:txBody>
      </p:sp>
      <p:graphicFrame>
        <p:nvGraphicFramePr>
          <p:cNvPr id="94211" name="Group 3">
            <a:extLst>
              <a:ext uri="{FF2B5EF4-FFF2-40B4-BE49-F238E27FC236}">
                <a16:creationId xmlns:a16="http://schemas.microsoft.com/office/drawing/2014/main" id="{0D356F00-709E-44F4-8869-B70DBD7AD52C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971800" y="2286000"/>
          <a:ext cx="2722563" cy="2438400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2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รหัส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sng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ชื่อ</a:t>
                      </a:r>
                      <a:endParaRPr kumimoji="0" lang="en-US" sz="2400" b="1" i="0" u="sng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สาขาวิชา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แดง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โยธา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B002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ดำ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โทรคมนาคม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B003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เขียว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โยธา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B004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ขาว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คอมพิวเตอร์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2909" name="Rectangle 29">
            <a:extLst>
              <a:ext uri="{FF2B5EF4-FFF2-40B4-BE49-F238E27FC236}">
                <a16:creationId xmlns:a16="http://schemas.microsoft.com/office/drawing/2014/main" id="{A44D330E-7F40-42A7-85B4-E56EE47961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>
                <a:ea typeface="Angsana New" panose="02020603050405020304" pitchFamily="18" charset="-34"/>
              </a:rPr>
              <a:t>ตัวอย่าง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sp>
        <p:nvSpPr>
          <p:cNvPr id="122910" name="Text Box 30">
            <a:extLst>
              <a:ext uri="{FF2B5EF4-FFF2-40B4-BE49-F238E27FC236}">
                <a16:creationId xmlns:a16="http://schemas.microsoft.com/office/drawing/2014/main" id="{F66FF6A6-38EA-4B0A-9D8A-00B99BEC35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1711325"/>
            <a:ext cx="11779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th-TH" altLang="en-US" sz="3200" b="1" i="1">
                <a:solidFill>
                  <a:schemeClr val="tx1"/>
                </a:solidFill>
              </a:rPr>
              <a:t>นักศึกษา</a:t>
            </a:r>
            <a:endParaRPr lang="en-US" altLang="en-US" sz="3200" b="1" i="1">
              <a:solidFill>
                <a:schemeClr val="tx1"/>
              </a:solidFill>
            </a:endParaRPr>
          </a:p>
        </p:txBody>
      </p:sp>
      <p:sp>
        <p:nvSpPr>
          <p:cNvPr id="122911" name="Text Box 31">
            <a:extLst>
              <a:ext uri="{FF2B5EF4-FFF2-40B4-BE49-F238E27FC236}">
                <a16:creationId xmlns:a16="http://schemas.microsoft.com/office/drawing/2014/main" id="{051317F7-8AF1-49A7-B375-B858DE3D06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4876800"/>
            <a:ext cx="7772400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th-TH" altLang="en-US" sz="4000" b="1">
                <a:sym typeface="Symbol" panose="05050102010706020507" pitchFamily="18" charset="2"/>
              </a:rPr>
              <a:t></a:t>
            </a:r>
            <a:r>
              <a:rPr lang="th-TH" altLang="en-US" sz="4000" b="1" baseline="-25000">
                <a:sym typeface="Symbol" panose="05050102010706020507" pitchFamily="18" charset="2"/>
              </a:rPr>
              <a:t>ชื่อ</a:t>
            </a:r>
            <a:r>
              <a:rPr lang="en-US" altLang="en-US" sz="4000" b="1" baseline="-25000">
                <a:sym typeface="Symbol" panose="05050102010706020507" pitchFamily="18" charset="2"/>
              </a:rPr>
              <a:t>=‘</a:t>
            </a:r>
            <a:r>
              <a:rPr lang="th-TH" altLang="en-US" sz="4000" b="1" baseline="-25000">
                <a:sym typeface="Symbol" panose="05050102010706020507" pitchFamily="18" charset="2"/>
              </a:rPr>
              <a:t>แดง</a:t>
            </a:r>
            <a:r>
              <a:rPr lang="en-US" altLang="en-US" sz="4000" b="1" baseline="-25000">
                <a:sym typeface="Symbol" panose="05050102010706020507" pitchFamily="18" charset="2"/>
              </a:rPr>
              <a:t>’</a:t>
            </a:r>
            <a:r>
              <a:rPr lang="th-TH" altLang="en-US" sz="4000" b="1">
                <a:sym typeface="Symbol" panose="05050102010706020507" pitchFamily="18" charset="2"/>
              </a:rPr>
              <a:t>(</a:t>
            </a:r>
            <a:r>
              <a:rPr lang="th-TH" altLang="en-US" sz="3200" b="1">
                <a:sym typeface="Symbol" panose="05050102010706020507" pitchFamily="18" charset="2"/>
              </a:rPr>
              <a:t></a:t>
            </a:r>
            <a:r>
              <a:rPr lang="th-TH" altLang="en-US" sz="4800" baseline="-25000">
                <a:sym typeface="Symbol" panose="05050102010706020507" pitchFamily="18" charset="2"/>
              </a:rPr>
              <a:t>รหัส,ชื่อ,สาขาวิชา</a:t>
            </a:r>
            <a:r>
              <a:rPr lang="en-US" altLang="en-US" sz="4800">
                <a:sym typeface="Symbol" panose="05050102010706020507" pitchFamily="18" charset="2"/>
              </a:rPr>
              <a:t>(</a:t>
            </a:r>
            <a:r>
              <a:rPr lang="th-TH" altLang="en-US" sz="4800" b="1">
                <a:sym typeface="Symbol" panose="05050102010706020507" pitchFamily="18" charset="2"/>
              </a:rPr>
              <a:t>นักศึกษา</a:t>
            </a:r>
            <a:r>
              <a:rPr lang="en-US" altLang="en-US" sz="4800">
                <a:sym typeface="Symbol" panose="05050102010706020507" pitchFamily="18" charset="2"/>
              </a:rPr>
              <a:t>)</a:t>
            </a:r>
            <a:r>
              <a:rPr lang="th-TH" altLang="en-US" sz="4800" b="1">
                <a:sym typeface="Symbol" panose="05050102010706020507" pitchFamily="18" charset="2"/>
              </a:rPr>
              <a:t>)</a:t>
            </a:r>
            <a:endParaRPr lang="en-US" altLang="en-US" sz="4800" b="1">
              <a:sym typeface="Symbol" panose="05050102010706020507" pitchFamily="18" charset="2"/>
            </a:endParaRPr>
          </a:p>
        </p:txBody>
      </p:sp>
      <p:sp>
        <p:nvSpPr>
          <p:cNvPr id="94240" name="Line 32">
            <a:extLst>
              <a:ext uri="{FF2B5EF4-FFF2-40B4-BE49-F238E27FC236}">
                <a16:creationId xmlns:a16="http://schemas.microsoft.com/office/drawing/2014/main" id="{303D43EF-C29A-4DD3-B5C9-F30ADCF1CF6E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8400" y="2971800"/>
            <a:ext cx="3810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4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>
            <a:extLst>
              <a:ext uri="{FF2B5EF4-FFF2-40B4-BE49-F238E27FC236}">
                <a16:creationId xmlns:a16="http://schemas.microsoft.com/office/drawing/2014/main" id="{08A54A53-99C2-415A-A0E7-E2312699A4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Project &amp; Restrict</a:t>
            </a:r>
          </a:p>
        </p:txBody>
      </p:sp>
      <p:graphicFrame>
        <p:nvGraphicFramePr>
          <p:cNvPr id="95265" name="Group 33">
            <a:extLst>
              <a:ext uri="{FF2B5EF4-FFF2-40B4-BE49-F238E27FC236}">
                <a16:creationId xmlns:a16="http://schemas.microsoft.com/office/drawing/2014/main" id="{FF63D492-82D6-41C8-8DD5-B957F3121278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971800" y="2286000"/>
          <a:ext cx="2722563" cy="2438400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2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รหัส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ชื่อ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สาขาวิชา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แดง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โยธา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B002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ดำ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โทรคมนาคม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B003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เขียว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โยธา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B004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ขาว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คอมพิวเตอร์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4957" name="Rectangle 29">
            <a:extLst>
              <a:ext uri="{FF2B5EF4-FFF2-40B4-BE49-F238E27FC236}">
                <a16:creationId xmlns:a16="http://schemas.microsoft.com/office/drawing/2014/main" id="{38E2E269-0438-4F47-90F9-25AEEFA7BB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>
                <a:ea typeface="Angsana New" panose="02020603050405020304" pitchFamily="18" charset="-34"/>
              </a:rPr>
              <a:t>ตัวอย่าง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sp>
        <p:nvSpPr>
          <p:cNvPr id="124958" name="Text Box 30">
            <a:extLst>
              <a:ext uri="{FF2B5EF4-FFF2-40B4-BE49-F238E27FC236}">
                <a16:creationId xmlns:a16="http://schemas.microsoft.com/office/drawing/2014/main" id="{D30E195B-5C39-4B6B-A895-A90210EB8A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1711325"/>
            <a:ext cx="11779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th-TH" altLang="en-US" sz="3200" b="1" i="1">
                <a:solidFill>
                  <a:schemeClr val="tx1"/>
                </a:solidFill>
              </a:rPr>
              <a:t>นักศึกษา</a:t>
            </a:r>
            <a:endParaRPr lang="en-US" altLang="en-US" sz="3200" b="1" i="1">
              <a:solidFill>
                <a:schemeClr val="tx1"/>
              </a:solidFill>
            </a:endParaRPr>
          </a:p>
        </p:txBody>
      </p:sp>
      <p:sp>
        <p:nvSpPr>
          <p:cNvPr id="124959" name="Text Box 31">
            <a:extLst>
              <a:ext uri="{FF2B5EF4-FFF2-40B4-BE49-F238E27FC236}">
                <a16:creationId xmlns:a16="http://schemas.microsoft.com/office/drawing/2014/main" id="{E35B06D3-C53E-4AAD-8EDB-716C8F050D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4876800"/>
            <a:ext cx="77724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th-TH" altLang="en-US" sz="4000" b="1">
                <a:sym typeface="Symbol" panose="05050102010706020507" pitchFamily="18" charset="2"/>
              </a:rPr>
              <a:t></a:t>
            </a:r>
            <a:r>
              <a:rPr lang="th-TH" altLang="en-US" sz="4000" b="1" baseline="-25000">
                <a:sym typeface="Symbol" panose="05050102010706020507" pitchFamily="18" charset="2"/>
              </a:rPr>
              <a:t>ชื่อ</a:t>
            </a:r>
            <a:r>
              <a:rPr lang="en-US" altLang="en-US" sz="4000" b="1" baseline="-25000">
                <a:sym typeface="Symbol" panose="05050102010706020507" pitchFamily="18" charset="2"/>
              </a:rPr>
              <a:t>=‘</a:t>
            </a:r>
            <a:r>
              <a:rPr lang="th-TH" altLang="en-US" sz="4000" b="1" baseline="-25000">
                <a:sym typeface="Symbol" panose="05050102010706020507" pitchFamily="18" charset="2"/>
              </a:rPr>
              <a:t>แดง</a:t>
            </a:r>
            <a:r>
              <a:rPr lang="en-US" altLang="en-US" sz="4000" b="1" baseline="-25000">
                <a:sym typeface="Symbol" panose="05050102010706020507" pitchFamily="18" charset="2"/>
              </a:rPr>
              <a:t>’</a:t>
            </a:r>
            <a:r>
              <a:rPr lang="th-TH" altLang="en-US" sz="4000" b="1">
                <a:sym typeface="Symbol" panose="05050102010706020507" pitchFamily="18" charset="2"/>
              </a:rPr>
              <a:t>(</a:t>
            </a:r>
            <a:r>
              <a:rPr lang="th-TH" altLang="en-US" sz="3200" b="1">
                <a:sym typeface="Symbol" panose="05050102010706020507" pitchFamily="18" charset="2"/>
              </a:rPr>
              <a:t></a:t>
            </a:r>
            <a:r>
              <a:rPr lang="th-TH" altLang="en-US" sz="4800" baseline="-25000">
                <a:sym typeface="Symbol" panose="05050102010706020507" pitchFamily="18" charset="2"/>
              </a:rPr>
              <a:t>รหัส,ชื่อ,สาขาวิชา</a:t>
            </a:r>
            <a:r>
              <a:rPr lang="en-US" altLang="en-US" sz="4800">
                <a:sym typeface="Symbol" panose="05050102010706020507" pitchFamily="18" charset="2"/>
              </a:rPr>
              <a:t>(</a:t>
            </a:r>
            <a:r>
              <a:rPr lang="th-TH" altLang="en-US" sz="4800" b="1">
                <a:sym typeface="Symbol" panose="05050102010706020507" pitchFamily="18" charset="2"/>
              </a:rPr>
              <a:t>นักศึกษา</a:t>
            </a:r>
            <a:r>
              <a:rPr lang="en-US" altLang="en-US" sz="4800">
                <a:sym typeface="Symbol" panose="05050102010706020507" pitchFamily="18" charset="2"/>
              </a:rPr>
              <a:t>)</a:t>
            </a:r>
            <a:r>
              <a:rPr lang="th-TH" altLang="en-US" sz="4800" b="1">
                <a:sym typeface="Symbol" panose="05050102010706020507" pitchFamily="18" charset="2"/>
              </a:rPr>
              <a:t>)</a:t>
            </a:r>
            <a:endParaRPr lang="en-US" altLang="en-US" sz="4800" b="1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>
            <a:extLst>
              <a:ext uri="{FF2B5EF4-FFF2-40B4-BE49-F238E27FC236}">
                <a16:creationId xmlns:a16="http://schemas.microsoft.com/office/drawing/2014/main" id="{8672A16C-192E-4874-8275-57292633C7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Project &amp; Restrict</a:t>
            </a:r>
          </a:p>
        </p:txBody>
      </p:sp>
      <p:graphicFrame>
        <p:nvGraphicFramePr>
          <p:cNvPr id="96288" name="Group 32">
            <a:extLst>
              <a:ext uri="{FF2B5EF4-FFF2-40B4-BE49-F238E27FC236}">
                <a16:creationId xmlns:a16="http://schemas.microsoft.com/office/drawing/2014/main" id="{AA921C10-0642-4E5A-83CC-CBC6E43EB3DE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971800" y="2286000"/>
          <a:ext cx="2722563" cy="974725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2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รหัส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08" marB="252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ชื่อ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08" marB="252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สาขาวิชา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08" marB="252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marT="25208" marB="252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แดง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08" marB="252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โยธา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08" marB="252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6993" name="Rectangle 29">
            <a:extLst>
              <a:ext uri="{FF2B5EF4-FFF2-40B4-BE49-F238E27FC236}">
                <a16:creationId xmlns:a16="http://schemas.microsoft.com/office/drawing/2014/main" id="{B375F8B2-37D6-4E0A-979F-D359C8BE80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>
                <a:ea typeface="Angsana New" panose="02020603050405020304" pitchFamily="18" charset="-34"/>
              </a:rPr>
              <a:t>ตัวอย่าง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sp>
        <p:nvSpPr>
          <p:cNvPr id="126994" name="Text Box 30">
            <a:extLst>
              <a:ext uri="{FF2B5EF4-FFF2-40B4-BE49-F238E27FC236}">
                <a16:creationId xmlns:a16="http://schemas.microsoft.com/office/drawing/2014/main" id="{B7B6645C-B339-4761-86DA-71624D69B1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1711325"/>
            <a:ext cx="11779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th-TH" altLang="en-US" sz="3200" b="1" i="1">
                <a:solidFill>
                  <a:schemeClr val="tx1"/>
                </a:solidFill>
              </a:rPr>
              <a:t>นักศึกษา</a:t>
            </a:r>
            <a:endParaRPr lang="en-US" altLang="en-US" sz="3200" b="1" i="1">
              <a:solidFill>
                <a:schemeClr val="tx1"/>
              </a:solidFill>
            </a:endParaRPr>
          </a:p>
        </p:txBody>
      </p:sp>
      <p:sp>
        <p:nvSpPr>
          <p:cNvPr id="126995" name="Text Box 31">
            <a:extLst>
              <a:ext uri="{FF2B5EF4-FFF2-40B4-BE49-F238E27FC236}">
                <a16:creationId xmlns:a16="http://schemas.microsoft.com/office/drawing/2014/main" id="{C90ACA6B-5F07-47E7-9F2B-2938184237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4876800"/>
            <a:ext cx="77724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th-TH" altLang="en-US" sz="4000" b="1">
                <a:sym typeface="Symbol" panose="05050102010706020507" pitchFamily="18" charset="2"/>
              </a:rPr>
              <a:t></a:t>
            </a:r>
            <a:r>
              <a:rPr lang="th-TH" altLang="en-US" sz="4000" b="1" baseline="-25000">
                <a:sym typeface="Symbol" panose="05050102010706020507" pitchFamily="18" charset="2"/>
              </a:rPr>
              <a:t>ชื่อ</a:t>
            </a:r>
            <a:r>
              <a:rPr lang="en-US" altLang="en-US" sz="4000" b="1" baseline="-25000">
                <a:sym typeface="Symbol" panose="05050102010706020507" pitchFamily="18" charset="2"/>
              </a:rPr>
              <a:t>=‘</a:t>
            </a:r>
            <a:r>
              <a:rPr lang="th-TH" altLang="en-US" sz="4000" b="1" baseline="-25000">
                <a:sym typeface="Symbol" panose="05050102010706020507" pitchFamily="18" charset="2"/>
              </a:rPr>
              <a:t>แดง</a:t>
            </a:r>
            <a:r>
              <a:rPr lang="en-US" altLang="en-US" sz="4000" b="1" baseline="-25000">
                <a:sym typeface="Symbol" panose="05050102010706020507" pitchFamily="18" charset="2"/>
              </a:rPr>
              <a:t>’</a:t>
            </a:r>
            <a:r>
              <a:rPr lang="th-TH" altLang="en-US" sz="4000" b="1">
                <a:sym typeface="Symbol" panose="05050102010706020507" pitchFamily="18" charset="2"/>
              </a:rPr>
              <a:t>(</a:t>
            </a:r>
            <a:r>
              <a:rPr lang="th-TH" altLang="en-US" sz="3200" b="1">
                <a:sym typeface="Symbol" panose="05050102010706020507" pitchFamily="18" charset="2"/>
              </a:rPr>
              <a:t> </a:t>
            </a:r>
            <a:r>
              <a:rPr lang="th-TH" altLang="en-US" sz="4800" baseline="-25000">
                <a:sym typeface="Symbol" panose="05050102010706020507" pitchFamily="18" charset="2"/>
              </a:rPr>
              <a:t>รหัส,ชื่อ,สาขาวิชา</a:t>
            </a:r>
            <a:r>
              <a:rPr lang="en-US" altLang="en-US" sz="4800">
                <a:sym typeface="Symbol" panose="05050102010706020507" pitchFamily="18" charset="2"/>
              </a:rPr>
              <a:t>(</a:t>
            </a:r>
            <a:r>
              <a:rPr lang="th-TH" altLang="en-US" sz="4800" b="1">
                <a:sym typeface="Symbol" panose="05050102010706020507" pitchFamily="18" charset="2"/>
              </a:rPr>
              <a:t>นักศึกษา</a:t>
            </a:r>
            <a:r>
              <a:rPr lang="en-US" altLang="en-US" sz="4800">
                <a:sym typeface="Symbol" panose="05050102010706020507" pitchFamily="18" charset="2"/>
              </a:rPr>
              <a:t>)</a:t>
            </a:r>
            <a:r>
              <a:rPr lang="th-TH" altLang="en-US" sz="4800" b="1">
                <a:sym typeface="Symbol" panose="05050102010706020507" pitchFamily="18" charset="2"/>
              </a:rPr>
              <a:t>)</a:t>
            </a:r>
            <a:endParaRPr lang="en-US" altLang="en-US" sz="4800" b="1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>
            <a:extLst>
              <a:ext uri="{FF2B5EF4-FFF2-40B4-BE49-F238E27FC236}">
                <a16:creationId xmlns:a16="http://schemas.microsoft.com/office/drawing/2014/main" id="{A5B5B73B-4B62-4A4E-9952-F2446C376F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h-TH" altLang="en-US">
                <a:ea typeface="Angsana New" panose="02020603050405020304" pitchFamily="18" charset="-34"/>
              </a:rPr>
              <a:t>พีชคณิตเชิงสัมพันธ์</a:t>
            </a:r>
            <a:r>
              <a:rPr lang="en-US" altLang="en-US">
                <a:ea typeface="Angsana New" panose="02020603050405020304" pitchFamily="18" charset="-34"/>
              </a:rPr>
              <a:t> (Relational Algebra)</a:t>
            </a:r>
          </a:p>
        </p:txBody>
      </p:sp>
      <p:sp>
        <p:nvSpPr>
          <p:cNvPr id="129027" name="Rectangle 3">
            <a:extLst>
              <a:ext uri="{FF2B5EF4-FFF2-40B4-BE49-F238E27FC236}">
                <a16:creationId xmlns:a16="http://schemas.microsoft.com/office/drawing/2014/main" id="{A89EC36E-4608-4915-A0EE-001FEFB8A0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3700">
                <a:ea typeface="Angsana New" panose="02020603050405020304" pitchFamily="18" charset="-34"/>
              </a:rPr>
              <a:t>Selection (Restrict)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3700">
                <a:ea typeface="Angsana New" panose="02020603050405020304" pitchFamily="18" charset="-34"/>
              </a:rPr>
              <a:t>Project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3700" b="1">
                <a:ea typeface="Angsana New" panose="02020603050405020304" pitchFamily="18" charset="-34"/>
              </a:rPr>
              <a:t>Product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3700">
                <a:ea typeface="Angsana New" panose="02020603050405020304" pitchFamily="18" charset="-34"/>
              </a:rPr>
              <a:t>Union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3700">
                <a:ea typeface="Angsana New" panose="02020603050405020304" pitchFamily="18" charset="-34"/>
              </a:rPr>
              <a:t>Intersection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3700">
                <a:ea typeface="Angsana New" panose="02020603050405020304" pitchFamily="18" charset="-34"/>
              </a:rPr>
              <a:t>Difference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3700">
                <a:ea typeface="Angsana New" panose="02020603050405020304" pitchFamily="18" charset="-34"/>
              </a:rPr>
              <a:t>Join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3700">
                <a:ea typeface="Angsana New" panose="02020603050405020304" pitchFamily="18" charset="-34"/>
              </a:rPr>
              <a:t>Division</a:t>
            </a:r>
          </a:p>
          <a:p>
            <a:pPr eaLnBrk="1" hangingPunct="1">
              <a:lnSpc>
                <a:spcPct val="80000"/>
              </a:lnSpc>
            </a:pPr>
            <a:endParaRPr lang="en-US" altLang="en-US" sz="3700">
              <a:ea typeface="Angsana New" panose="02020603050405020304" pitchFamily="18" charset="-34"/>
            </a:endParaRPr>
          </a:p>
          <a:p>
            <a:pPr eaLnBrk="1" hangingPunct="1">
              <a:lnSpc>
                <a:spcPct val="80000"/>
              </a:lnSpc>
            </a:pPr>
            <a:endParaRPr lang="en-US" altLang="en-US" sz="3700">
              <a:ea typeface="Angsana New" panose="02020603050405020304" pitchFamily="18" charset="-34"/>
            </a:endParaRPr>
          </a:p>
          <a:p>
            <a:pPr eaLnBrk="1" hangingPunct="1">
              <a:lnSpc>
                <a:spcPct val="80000"/>
              </a:lnSpc>
            </a:pPr>
            <a:endParaRPr lang="en-US" altLang="en-US" sz="3700">
              <a:ea typeface="Angsana New" panose="02020603050405020304" pitchFamily="18" charset="-34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>
            <a:extLst>
              <a:ext uri="{FF2B5EF4-FFF2-40B4-BE49-F238E27FC236}">
                <a16:creationId xmlns:a16="http://schemas.microsoft.com/office/drawing/2014/main" id="{996DAFF9-9F58-449F-BF93-52BBF1F73C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Product</a:t>
            </a:r>
          </a:p>
        </p:txBody>
      </p:sp>
      <p:sp>
        <p:nvSpPr>
          <p:cNvPr id="131075" name="Rectangle 3">
            <a:extLst>
              <a:ext uri="{FF2B5EF4-FFF2-40B4-BE49-F238E27FC236}">
                <a16:creationId xmlns:a16="http://schemas.microsoft.com/office/drawing/2014/main" id="{C99ACC5A-1BD9-47BA-9BF6-F43EE98DE8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th-TH" altLang="en-US" sz="5000">
                <a:ea typeface="Angsana New" panose="02020603050405020304" pitchFamily="18" charset="-34"/>
              </a:rPr>
              <a:t>เป็นโอเปอเรเตอร์ทางคณิตศาสตร์ที่ใช้ในการแสดงข้อมูลทุกทูเพิลจากสองรีเลชั่น</a:t>
            </a:r>
            <a:endParaRPr lang="en-US" altLang="en-US" sz="5000">
              <a:ea typeface="Angsana New" panose="02020603050405020304" pitchFamily="18" charset="-34"/>
            </a:endParaRPr>
          </a:p>
          <a:p>
            <a:pPr eaLnBrk="1" hangingPunct="1"/>
            <a:r>
              <a:rPr lang="th-TH" altLang="en-US" sz="5000">
                <a:ea typeface="Angsana New" panose="02020603050405020304" pitchFamily="18" charset="-34"/>
              </a:rPr>
              <a:t>ผลของข้อมูลประกอบไปด้วยทางเลือกในการจับคู่ข้อมูลของทั้งสองรีเลชั่น</a:t>
            </a:r>
            <a:endParaRPr lang="en-US" altLang="en-US" sz="5000">
              <a:ea typeface="Angsana New" panose="02020603050405020304" pitchFamily="18" charset="-34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>
            <a:extLst>
              <a:ext uri="{FF2B5EF4-FFF2-40B4-BE49-F238E27FC236}">
                <a16:creationId xmlns:a16="http://schemas.microsoft.com/office/drawing/2014/main" id="{6BB4F657-55E8-4EF4-BA99-EBC17ED312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Product</a:t>
            </a:r>
          </a:p>
        </p:txBody>
      </p:sp>
      <p:sp>
        <p:nvSpPr>
          <p:cNvPr id="133123" name="Rectangle 3">
            <a:extLst>
              <a:ext uri="{FF2B5EF4-FFF2-40B4-BE49-F238E27FC236}">
                <a16:creationId xmlns:a16="http://schemas.microsoft.com/office/drawing/2014/main" id="{8980F21D-F484-4992-BCE9-F2BFAA1C83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th-TH" altLang="en-US" sz="5000">
                <a:ea typeface="Angsana New" panose="02020603050405020304" pitchFamily="18" charset="-34"/>
              </a:rPr>
              <a:t>เป็นโอเปอเรเตอร์ทางคณิตศาสตร์ที่ใช้ในการแสดงข้อมูลทุกทูเพิลจากสองรีเลชั่น</a:t>
            </a:r>
            <a:endParaRPr lang="en-US" altLang="en-US" sz="5000">
              <a:ea typeface="Angsana New" panose="02020603050405020304" pitchFamily="18" charset="-34"/>
            </a:endParaRPr>
          </a:p>
          <a:p>
            <a:pPr eaLnBrk="1" hangingPunct="1"/>
            <a:r>
              <a:rPr lang="th-TH" altLang="en-US" sz="5000">
                <a:ea typeface="Angsana New" panose="02020603050405020304" pitchFamily="18" charset="-34"/>
              </a:rPr>
              <a:t>ผลของข้อมูลประกอบไปด้วยทางเลือกในการจับคู่ข้อมูลของทั้งสองรีเลชั่น</a:t>
            </a:r>
            <a:endParaRPr lang="en-US" altLang="en-US" sz="5000">
              <a:ea typeface="Angsana New" panose="02020603050405020304" pitchFamily="18" charset="-34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>
            <a:extLst>
              <a:ext uri="{FF2B5EF4-FFF2-40B4-BE49-F238E27FC236}">
                <a16:creationId xmlns:a16="http://schemas.microsoft.com/office/drawing/2014/main" id="{CA01A665-D029-4362-AD4A-B55E5ECE85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Product</a:t>
            </a:r>
          </a:p>
        </p:txBody>
      </p:sp>
      <p:graphicFrame>
        <p:nvGraphicFramePr>
          <p:cNvPr id="107596" name="Group 76">
            <a:extLst>
              <a:ext uri="{FF2B5EF4-FFF2-40B4-BE49-F238E27FC236}">
                <a16:creationId xmlns:a16="http://schemas.microsoft.com/office/drawing/2014/main" id="{4C778EA0-6995-44FF-8200-ADC429AB74A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752600" y="1295400"/>
          <a:ext cx="609600" cy="1920875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402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R</a:t>
                      </a:r>
                    </a:p>
                  </a:txBody>
                  <a:tcPr marT="45735" marB="45735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2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a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2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b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7588" name="Group 68">
            <a:extLst>
              <a:ext uri="{FF2B5EF4-FFF2-40B4-BE49-F238E27FC236}">
                <a16:creationId xmlns:a16="http://schemas.microsoft.com/office/drawing/2014/main" id="{7C3CC852-0492-446E-8DB7-0CC2A25C22DC}"/>
              </a:ext>
            </a:extLst>
          </p:cNvPr>
          <p:cNvGraphicFramePr>
            <a:graphicFrameLocks noGrp="1"/>
          </p:cNvGraphicFramePr>
          <p:nvPr/>
        </p:nvGraphicFramePr>
        <p:xfrm>
          <a:off x="2895600" y="1295400"/>
          <a:ext cx="609600" cy="2560638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40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S</a:t>
                      </a:r>
                    </a:p>
                  </a:txBody>
                  <a:tcPr marT="45726" marB="45726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1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2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3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07634" name="Group 114">
            <a:extLst>
              <a:ext uri="{FF2B5EF4-FFF2-40B4-BE49-F238E27FC236}">
                <a16:creationId xmlns:a16="http://schemas.microsoft.com/office/drawing/2014/main" id="{D232A8CB-7F57-4D17-BF79-82ADFA5C968D}"/>
              </a:ext>
            </a:extLst>
          </p:cNvPr>
          <p:cNvGraphicFramePr>
            <a:graphicFrameLocks noGrp="1"/>
          </p:cNvGraphicFramePr>
          <p:nvPr/>
        </p:nvGraphicFramePr>
        <p:xfrm>
          <a:off x="4876800" y="1295400"/>
          <a:ext cx="1219200" cy="4479925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9989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R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  <a:sym typeface="Symbol" pitchFamily="18" charset="2"/>
                        </a:rPr>
                        <a:t></a:t>
                      </a:r>
                      <a:r>
                        <a:rPr kumimoji="0" lang="en-US" sz="3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S</a:t>
                      </a:r>
                    </a:p>
                  </a:txBody>
                  <a:tcPr marT="45703" marB="45703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99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a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1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99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a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2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99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a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3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99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b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1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99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b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2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99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b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3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07635" name="Group 115">
            <a:extLst>
              <a:ext uri="{FF2B5EF4-FFF2-40B4-BE49-F238E27FC236}">
                <a16:creationId xmlns:a16="http://schemas.microsoft.com/office/drawing/2014/main" id="{7592DEBF-E850-48D6-911F-DD6FCD655DEC}"/>
              </a:ext>
            </a:extLst>
          </p:cNvPr>
          <p:cNvGraphicFramePr>
            <a:graphicFrameLocks noGrp="1"/>
          </p:cNvGraphicFramePr>
          <p:nvPr/>
        </p:nvGraphicFramePr>
        <p:xfrm>
          <a:off x="6781800" y="1295400"/>
          <a:ext cx="1219200" cy="4479925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9989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S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  <a:sym typeface="Symbol" pitchFamily="18" charset="2"/>
                        </a:rPr>
                        <a:t></a:t>
                      </a:r>
                      <a:r>
                        <a:rPr kumimoji="0" lang="en-US" sz="3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R</a:t>
                      </a:r>
                    </a:p>
                  </a:txBody>
                  <a:tcPr marT="45703" marB="45703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99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1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a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99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1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a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99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2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b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99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2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b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99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3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c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99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3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c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>
            <a:extLst>
              <a:ext uri="{FF2B5EF4-FFF2-40B4-BE49-F238E27FC236}">
                <a16:creationId xmlns:a16="http://schemas.microsoft.com/office/drawing/2014/main" id="{8C32FC44-8275-4600-986B-71232EA89B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Product</a:t>
            </a:r>
          </a:p>
        </p:txBody>
      </p:sp>
      <p:graphicFrame>
        <p:nvGraphicFramePr>
          <p:cNvPr id="109571" name="Group 3">
            <a:extLst>
              <a:ext uri="{FF2B5EF4-FFF2-40B4-BE49-F238E27FC236}">
                <a16:creationId xmlns:a16="http://schemas.microsoft.com/office/drawing/2014/main" id="{779D6047-257A-44D1-A284-975E7B906D7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600200" y="1295400"/>
          <a:ext cx="609600" cy="1920875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402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R</a:t>
                      </a:r>
                    </a:p>
                  </a:txBody>
                  <a:tcPr marT="45735" marB="45735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2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a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2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b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9583" name="Group 15">
            <a:extLst>
              <a:ext uri="{FF2B5EF4-FFF2-40B4-BE49-F238E27FC236}">
                <a16:creationId xmlns:a16="http://schemas.microsoft.com/office/drawing/2014/main" id="{E05320B6-7F7C-4E6C-97E8-CB6081D920B3}"/>
              </a:ext>
            </a:extLst>
          </p:cNvPr>
          <p:cNvGraphicFramePr>
            <a:graphicFrameLocks noGrp="1"/>
          </p:cNvGraphicFramePr>
          <p:nvPr/>
        </p:nvGraphicFramePr>
        <p:xfrm>
          <a:off x="2895600" y="1295400"/>
          <a:ext cx="609600" cy="2560638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40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S</a:t>
                      </a:r>
                    </a:p>
                  </a:txBody>
                  <a:tcPr marT="45726" marB="45726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1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2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3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09657" name="Group 89">
            <a:extLst>
              <a:ext uri="{FF2B5EF4-FFF2-40B4-BE49-F238E27FC236}">
                <a16:creationId xmlns:a16="http://schemas.microsoft.com/office/drawing/2014/main" id="{E81C578D-0B53-430F-9BEF-ECE8A4AA247F}"/>
              </a:ext>
            </a:extLst>
          </p:cNvPr>
          <p:cNvGraphicFramePr>
            <a:graphicFrameLocks noGrp="1"/>
          </p:cNvGraphicFramePr>
          <p:nvPr/>
        </p:nvGraphicFramePr>
        <p:xfrm>
          <a:off x="4876800" y="1295400"/>
          <a:ext cx="1219200" cy="2560638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16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R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  <a:sym typeface="Symbol" pitchFamily="18" charset="2"/>
                        </a:rPr>
                        <a:t></a:t>
                      </a:r>
                      <a:r>
                        <a:rPr kumimoji="0" lang="en-US" sz="3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S</a:t>
                      </a:r>
                    </a:p>
                  </a:txBody>
                  <a:tcPr marT="45726" marB="45726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a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1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a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2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a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3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9651" name="Line 83">
            <a:extLst>
              <a:ext uri="{FF2B5EF4-FFF2-40B4-BE49-F238E27FC236}">
                <a16:creationId xmlns:a16="http://schemas.microsoft.com/office/drawing/2014/main" id="{A746058D-A4C0-4497-97A6-49860096A9EF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2209800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09652" name="Line 84">
            <a:extLst>
              <a:ext uri="{FF2B5EF4-FFF2-40B4-BE49-F238E27FC236}">
                <a16:creationId xmlns:a16="http://schemas.microsoft.com/office/drawing/2014/main" id="{4E76AB18-8D9C-4F6C-8CC7-CAFE4B68A60A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2209800"/>
            <a:ext cx="3810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09653" name="Line 85">
            <a:extLst>
              <a:ext uri="{FF2B5EF4-FFF2-40B4-BE49-F238E27FC236}">
                <a16:creationId xmlns:a16="http://schemas.microsoft.com/office/drawing/2014/main" id="{D8B46FCB-BDF4-4D81-9D10-D7EA026EA849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2209800"/>
            <a:ext cx="381000" cy="1295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09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500"/>
                                        <p:tgtEl>
                                          <p:spTgt spid="109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" dur="500"/>
                                        <p:tgtEl>
                                          <p:spTgt spid="109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>
            <a:extLst>
              <a:ext uri="{FF2B5EF4-FFF2-40B4-BE49-F238E27FC236}">
                <a16:creationId xmlns:a16="http://schemas.microsoft.com/office/drawing/2014/main" id="{8646715A-7036-4100-AED3-57E58C83DE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Product</a:t>
            </a:r>
          </a:p>
        </p:txBody>
      </p:sp>
      <p:graphicFrame>
        <p:nvGraphicFramePr>
          <p:cNvPr id="110595" name="Group 3">
            <a:extLst>
              <a:ext uri="{FF2B5EF4-FFF2-40B4-BE49-F238E27FC236}">
                <a16:creationId xmlns:a16="http://schemas.microsoft.com/office/drawing/2014/main" id="{D0927DC0-8B64-4238-AA5C-BF103B48794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600200" y="1295400"/>
          <a:ext cx="609600" cy="1920875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402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R</a:t>
                      </a:r>
                    </a:p>
                  </a:txBody>
                  <a:tcPr marT="45735" marB="45735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2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a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2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b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0607" name="Group 15">
            <a:extLst>
              <a:ext uri="{FF2B5EF4-FFF2-40B4-BE49-F238E27FC236}">
                <a16:creationId xmlns:a16="http://schemas.microsoft.com/office/drawing/2014/main" id="{AB3528CB-E55C-46BF-8956-BB1CAD4E703F}"/>
              </a:ext>
            </a:extLst>
          </p:cNvPr>
          <p:cNvGraphicFramePr>
            <a:graphicFrameLocks noGrp="1"/>
          </p:cNvGraphicFramePr>
          <p:nvPr/>
        </p:nvGraphicFramePr>
        <p:xfrm>
          <a:off x="2895600" y="1295400"/>
          <a:ext cx="609600" cy="2560638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40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S</a:t>
                      </a:r>
                    </a:p>
                  </a:txBody>
                  <a:tcPr marT="45726" marB="45726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1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2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3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10737" name="Group 145">
            <a:extLst>
              <a:ext uri="{FF2B5EF4-FFF2-40B4-BE49-F238E27FC236}">
                <a16:creationId xmlns:a16="http://schemas.microsoft.com/office/drawing/2014/main" id="{4A871603-240C-4C84-BF22-E87F58C1BA8C}"/>
              </a:ext>
            </a:extLst>
          </p:cNvPr>
          <p:cNvGraphicFramePr>
            <a:graphicFrameLocks noGrp="1"/>
          </p:cNvGraphicFramePr>
          <p:nvPr/>
        </p:nvGraphicFramePr>
        <p:xfrm>
          <a:off x="4876800" y="1295400"/>
          <a:ext cx="1219200" cy="2560638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16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R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  <a:sym typeface="Symbol" pitchFamily="18" charset="2"/>
                        </a:rPr>
                        <a:t></a:t>
                      </a:r>
                      <a:r>
                        <a:rPr kumimoji="0" lang="en-US" sz="3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S</a:t>
                      </a:r>
                    </a:p>
                  </a:txBody>
                  <a:tcPr marT="45726" marB="45726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a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1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a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2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a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3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0678" name="Line 86">
            <a:extLst>
              <a:ext uri="{FF2B5EF4-FFF2-40B4-BE49-F238E27FC236}">
                <a16:creationId xmlns:a16="http://schemas.microsoft.com/office/drawing/2014/main" id="{33A1C13C-322B-4BF0-AE31-88DB0813D49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62200" y="2209800"/>
            <a:ext cx="3810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10679" name="Line 87">
            <a:extLst>
              <a:ext uri="{FF2B5EF4-FFF2-40B4-BE49-F238E27FC236}">
                <a16:creationId xmlns:a16="http://schemas.microsoft.com/office/drawing/2014/main" id="{14CED692-0D9D-4C07-B3F5-42A93C82A7F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62200" y="2895600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10680" name="Line 88">
            <a:extLst>
              <a:ext uri="{FF2B5EF4-FFF2-40B4-BE49-F238E27FC236}">
                <a16:creationId xmlns:a16="http://schemas.microsoft.com/office/drawing/2014/main" id="{E2C6074A-309A-43ED-9993-8217F2F86491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2895600"/>
            <a:ext cx="3810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graphicFrame>
        <p:nvGraphicFramePr>
          <p:cNvPr id="110757" name="Group 165">
            <a:extLst>
              <a:ext uri="{FF2B5EF4-FFF2-40B4-BE49-F238E27FC236}">
                <a16:creationId xmlns:a16="http://schemas.microsoft.com/office/drawing/2014/main" id="{290114AA-0C28-48CF-852B-08BD8ECE8E26}"/>
              </a:ext>
            </a:extLst>
          </p:cNvPr>
          <p:cNvGraphicFramePr>
            <a:graphicFrameLocks noGrp="1"/>
          </p:cNvGraphicFramePr>
          <p:nvPr/>
        </p:nvGraphicFramePr>
        <p:xfrm>
          <a:off x="4876800" y="3810000"/>
          <a:ext cx="1219200" cy="1920875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2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b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1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2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b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2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2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b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3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0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10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10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110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>
            <a:extLst>
              <a:ext uri="{FF2B5EF4-FFF2-40B4-BE49-F238E27FC236}">
                <a16:creationId xmlns:a16="http://schemas.microsoft.com/office/drawing/2014/main" id="{395369DF-8A52-4F63-8DE8-570923F7F2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Product</a:t>
            </a:r>
          </a:p>
        </p:txBody>
      </p:sp>
      <p:graphicFrame>
        <p:nvGraphicFramePr>
          <p:cNvPr id="113667" name="Group 3">
            <a:extLst>
              <a:ext uri="{FF2B5EF4-FFF2-40B4-BE49-F238E27FC236}">
                <a16:creationId xmlns:a16="http://schemas.microsoft.com/office/drawing/2014/main" id="{E577C42C-E2CE-410E-BC49-EFBA3534533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752600" y="1295400"/>
          <a:ext cx="609600" cy="1920875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402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R</a:t>
                      </a:r>
                    </a:p>
                  </a:txBody>
                  <a:tcPr marT="45735" marB="45735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2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a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2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b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3679" name="Group 15">
            <a:extLst>
              <a:ext uri="{FF2B5EF4-FFF2-40B4-BE49-F238E27FC236}">
                <a16:creationId xmlns:a16="http://schemas.microsoft.com/office/drawing/2014/main" id="{E8C59D11-F9A8-4A88-9BE9-76D100FDA4E6}"/>
              </a:ext>
            </a:extLst>
          </p:cNvPr>
          <p:cNvGraphicFramePr>
            <a:graphicFrameLocks noGrp="1"/>
          </p:cNvGraphicFramePr>
          <p:nvPr/>
        </p:nvGraphicFramePr>
        <p:xfrm>
          <a:off x="2895600" y="1295400"/>
          <a:ext cx="609600" cy="2560638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40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S</a:t>
                      </a:r>
                    </a:p>
                  </a:txBody>
                  <a:tcPr marT="45726" marB="45726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1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2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3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13749" name="Group 85">
            <a:extLst>
              <a:ext uri="{FF2B5EF4-FFF2-40B4-BE49-F238E27FC236}">
                <a16:creationId xmlns:a16="http://schemas.microsoft.com/office/drawing/2014/main" id="{39E9CE61-ACCC-472A-BD95-36BD3329F284}"/>
              </a:ext>
            </a:extLst>
          </p:cNvPr>
          <p:cNvGraphicFramePr>
            <a:graphicFrameLocks noGrp="1"/>
          </p:cNvGraphicFramePr>
          <p:nvPr/>
        </p:nvGraphicFramePr>
        <p:xfrm>
          <a:off x="5181600" y="1295400"/>
          <a:ext cx="1219200" cy="1920875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29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S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  <a:sym typeface="Symbol" pitchFamily="18" charset="2"/>
                        </a:rPr>
                        <a:t></a:t>
                      </a:r>
                      <a:r>
                        <a:rPr kumimoji="0" lang="en-US" sz="3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R</a:t>
                      </a:r>
                    </a:p>
                  </a:txBody>
                  <a:tcPr marT="45735" marB="45735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2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1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a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2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1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b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1347" name="Line 83">
            <a:extLst>
              <a:ext uri="{FF2B5EF4-FFF2-40B4-BE49-F238E27FC236}">
                <a16:creationId xmlns:a16="http://schemas.microsoft.com/office/drawing/2014/main" id="{8D7F21C2-7B2F-433C-A7EF-AB2DA2CA58E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438400" y="2286000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41348" name="Line 84">
            <a:extLst>
              <a:ext uri="{FF2B5EF4-FFF2-40B4-BE49-F238E27FC236}">
                <a16:creationId xmlns:a16="http://schemas.microsoft.com/office/drawing/2014/main" id="{00C8E722-72B7-472B-86A9-0698E6B5A28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38400" y="2286000"/>
            <a:ext cx="3810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>
            <a:extLst>
              <a:ext uri="{FF2B5EF4-FFF2-40B4-BE49-F238E27FC236}">
                <a16:creationId xmlns:a16="http://schemas.microsoft.com/office/drawing/2014/main" id="{34FF63D8-9FE8-45CE-98B2-B5C9BCDF5B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Product</a:t>
            </a:r>
          </a:p>
        </p:txBody>
      </p:sp>
      <p:graphicFrame>
        <p:nvGraphicFramePr>
          <p:cNvPr id="114691" name="Group 3">
            <a:extLst>
              <a:ext uri="{FF2B5EF4-FFF2-40B4-BE49-F238E27FC236}">
                <a16:creationId xmlns:a16="http://schemas.microsoft.com/office/drawing/2014/main" id="{53A8DEE4-5D8A-4996-8AA2-6032C4EE7CF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752600" y="1295400"/>
          <a:ext cx="609600" cy="1920875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402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R</a:t>
                      </a:r>
                    </a:p>
                  </a:txBody>
                  <a:tcPr marT="45735" marB="45735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2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a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2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b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4703" name="Group 15">
            <a:extLst>
              <a:ext uri="{FF2B5EF4-FFF2-40B4-BE49-F238E27FC236}">
                <a16:creationId xmlns:a16="http://schemas.microsoft.com/office/drawing/2014/main" id="{242787DC-BD88-49FF-AD2B-04CB61B42035}"/>
              </a:ext>
            </a:extLst>
          </p:cNvPr>
          <p:cNvGraphicFramePr>
            <a:graphicFrameLocks noGrp="1"/>
          </p:cNvGraphicFramePr>
          <p:nvPr/>
        </p:nvGraphicFramePr>
        <p:xfrm>
          <a:off x="2895600" y="1295400"/>
          <a:ext cx="609600" cy="2560638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40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S</a:t>
                      </a:r>
                    </a:p>
                  </a:txBody>
                  <a:tcPr marT="45726" marB="45726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1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2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3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14746" name="Group 58">
            <a:extLst>
              <a:ext uri="{FF2B5EF4-FFF2-40B4-BE49-F238E27FC236}">
                <a16:creationId xmlns:a16="http://schemas.microsoft.com/office/drawing/2014/main" id="{5E6BF4FC-99AD-4A35-ABFB-AB3C19EBE854}"/>
              </a:ext>
            </a:extLst>
          </p:cNvPr>
          <p:cNvGraphicFramePr>
            <a:graphicFrameLocks noGrp="1"/>
          </p:cNvGraphicFramePr>
          <p:nvPr/>
        </p:nvGraphicFramePr>
        <p:xfrm>
          <a:off x="5181600" y="1295400"/>
          <a:ext cx="1219200" cy="32004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367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S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  <a:sym typeface="Symbol" pitchFamily="18" charset="2"/>
                        </a:rPr>
                        <a:t></a:t>
                      </a:r>
                      <a:r>
                        <a:rPr kumimoji="0" lang="en-US" sz="3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R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1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1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3401" name="Line 56">
            <a:extLst>
              <a:ext uri="{FF2B5EF4-FFF2-40B4-BE49-F238E27FC236}">
                <a16:creationId xmlns:a16="http://schemas.microsoft.com/office/drawing/2014/main" id="{493FDA2F-5BE0-4FDF-9847-9534495E152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438400" y="2286000"/>
            <a:ext cx="3810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43402" name="Line 57">
            <a:extLst>
              <a:ext uri="{FF2B5EF4-FFF2-40B4-BE49-F238E27FC236}">
                <a16:creationId xmlns:a16="http://schemas.microsoft.com/office/drawing/2014/main" id="{C798D86E-A174-465C-AF97-8E5B07377CE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38400" y="2819400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>
            <a:extLst>
              <a:ext uri="{FF2B5EF4-FFF2-40B4-BE49-F238E27FC236}">
                <a16:creationId xmlns:a16="http://schemas.microsoft.com/office/drawing/2014/main" id="{B15549CF-6A7F-4DD1-9441-E111CCF3FD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Product</a:t>
            </a:r>
          </a:p>
        </p:txBody>
      </p:sp>
      <p:graphicFrame>
        <p:nvGraphicFramePr>
          <p:cNvPr id="115715" name="Group 3">
            <a:extLst>
              <a:ext uri="{FF2B5EF4-FFF2-40B4-BE49-F238E27FC236}">
                <a16:creationId xmlns:a16="http://schemas.microsoft.com/office/drawing/2014/main" id="{EC2A4C6F-231C-4843-8098-8B2ADEFC279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752600" y="1295400"/>
          <a:ext cx="609600" cy="1920875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402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R</a:t>
                      </a:r>
                    </a:p>
                  </a:txBody>
                  <a:tcPr marT="45735" marB="45735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2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a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2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b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5727" name="Group 15">
            <a:extLst>
              <a:ext uri="{FF2B5EF4-FFF2-40B4-BE49-F238E27FC236}">
                <a16:creationId xmlns:a16="http://schemas.microsoft.com/office/drawing/2014/main" id="{A00754BF-897F-4F02-B034-809FFBBDE9A3}"/>
              </a:ext>
            </a:extLst>
          </p:cNvPr>
          <p:cNvGraphicFramePr>
            <a:graphicFrameLocks noGrp="1"/>
          </p:cNvGraphicFramePr>
          <p:nvPr/>
        </p:nvGraphicFramePr>
        <p:xfrm>
          <a:off x="2895600" y="1295400"/>
          <a:ext cx="609600" cy="2560638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40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S</a:t>
                      </a:r>
                    </a:p>
                  </a:txBody>
                  <a:tcPr marT="45726" marB="45726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1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2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3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15741" name="Group 29">
            <a:extLst>
              <a:ext uri="{FF2B5EF4-FFF2-40B4-BE49-F238E27FC236}">
                <a16:creationId xmlns:a16="http://schemas.microsoft.com/office/drawing/2014/main" id="{EE960B46-A126-4A7C-8F4B-F138562026D1}"/>
              </a:ext>
            </a:extLst>
          </p:cNvPr>
          <p:cNvGraphicFramePr>
            <a:graphicFrameLocks noGrp="1"/>
          </p:cNvGraphicFramePr>
          <p:nvPr/>
        </p:nvGraphicFramePr>
        <p:xfrm>
          <a:off x="5181600" y="1295400"/>
          <a:ext cx="1219200" cy="4479925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9989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S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  <a:sym typeface="Symbol" pitchFamily="18" charset="2"/>
                        </a:rPr>
                        <a:t></a:t>
                      </a:r>
                      <a:r>
                        <a:rPr kumimoji="0" lang="en-US" sz="3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R</a:t>
                      </a:r>
                    </a:p>
                  </a:txBody>
                  <a:tcPr marT="45703" marB="45703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99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1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a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99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1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b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99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2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a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99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2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b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99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3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a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99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3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b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5455" name="Line 56">
            <a:extLst>
              <a:ext uri="{FF2B5EF4-FFF2-40B4-BE49-F238E27FC236}">
                <a16:creationId xmlns:a16="http://schemas.microsoft.com/office/drawing/2014/main" id="{1B056A6B-D4E4-4317-946F-3D97C5F864E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438400" y="2286000"/>
            <a:ext cx="381000" cy="1219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45456" name="Line 57">
            <a:extLst>
              <a:ext uri="{FF2B5EF4-FFF2-40B4-BE49-F238E27FC236}">
                <a16:creationId xmlns:a16="http://schemas.microsoft.com/office/drawing/2014/main" id="{724C487C-C62D-4AD4-A49C-6BC3ADFA8CC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438400" y="2819400"/>
            <a:ext cx="3810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>
            <a:extLst>
              <a:ext uri="{FF2B5EF4-FFF2-40B4-BE49-F238E27FC236}">
                <a16:creationId xmlns:a16="http://schemas.microsoft.com/office/drawing/2014/main" id="{13D059B0-4CAF-4B3C-B45C-884BF5AB87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Product</a:t>
            </a:r>
          </a:p>
        </p:txBody>
      </p:sp>
      <p:sp>
        <p:nvSpPr>
          <p:cNvPr id="147459" name="Rectangle 3">
            <a:extLst>
              <a:ext uri="{FF2B5EF4-FFF2-40B4-BE49-F238E27FC236}">
                <a16:creationId xmlns:a16="http://schemas.microsoft.com/office/drawing/2014/main" id="{CB6B90F7-C373-4B83-848D-085BEB1F6A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 sz="5000">
                <a:ea typeface="Angsana New" panose="02020603050405020304" pitchFamily="18" charset="-34"/>
              </a:rPr>
              <a:t>รูปแบบ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sp>
        <p:nvSpPr>
          <p:cNvPr id="147460" name="Text Box 4">
            <a:extLst>
              <a:ext uri="{FF2B5EF4-FFF2-40B4-BE49-F238E27FC236}">
                <a16:creationId xmlns:a16="http://schemas.microsoft.com/office/drawing/2014/main" id="{55BCBE2B-6135-43A6-82B0-86D2A0769E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2667000"/>
            <a:ext cx="5486400" cy="71437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rgbClr val="FFD55D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th-TH" altLang="en-US" sz="4000">
                <a:solidFill>
                  <a:schemeClr val="tx1"/>
                </a:solidFill>
              </a:rPr>
              <a:t>ชื่อรีเลชั่นแรก</a:t>
            </a:r>
            <a:r>
              <a:rPr lang="en-US" altLang="en-US" sz="4000">
                <a:solidFill>
                  <a:schemeClr val="tx1"/>
                </a:solidFill>
              </a:rPr>
              <a:t> TIMES</a:t>
            </a:r>
            <a:r>
              <a:rPr lang="th-TH" altLang="en-US" sz="4000">
                <a:solidFill>
                  <a:schemeClr val="tx1"/>
                </a:solidFill>
              </a:rPr>
              <a:t> ชื่อรีเลชั่นสอง</a:t>
            </a:r>
            <a:endParaRPr lang="en-US" altLang="en-US" sz="4000">
              <a:solidFill>
                <a:schemeClr val="tx1"/>
              </a:solidFill>
            </a:endParaRPr>
          </a:p>
        </p:txBody>
      </p:sp>
      <p:sp>
        <p:nvSpPr>
          <p:cNvPr id="147461" name="Text Box 5">
            <a:extLst>
              <a:ext uri="{FF2B5EF4-FFF2-40B4-BE49-F238E27FC236}">
                <a16:creationId xmlns:a16="http://schemas.microsoft.com/office/drawing/2014/main" id="{630DFF54-9A7F-4C35-97D9-97DCC0CE47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4038600"/>
            <a:ext cx="5486400" cy="71437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rgbClr val="FFD55D"/>
              </a:gs>
            </a:gsLst>
            <a:lin ang="5400000" scaled="1"/>
          </a:gra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>
                <a:solidFill>
                  <a:schemeClr val="tx1"/>
                </a:solidFill>
                <a:sym typeface="Symbol" panose="05050102010706020507" pitchFamily="18" charset="2"/>
              </a:rPr>
              <a:t>Relation </a:t>
            </a:r>
            <a:r>
              <a:rPr lang="en-US" altLang="en-US" sz="3200">
                <a:solidFill>
                  <a:schemeClr val="tx1"/>
                </a:solidFill>
                <a:sym typeface="Symbol" panose="05050102010706020507" pitchFamily="18" charset="2"/>
              </a:rPr>
              <a:t></a:t>
            </a:r>
            <a:r>
              <a:rPr lang="en-US" altLang="en-US" sz="4000">
                <a:solidFill>
                  <a:schemeClr val="tx1"/>
                </a:solidFill>
                <a:sym typeface="Symbol" panose="05050102010706020507" pitchFamily="18" charset="2"/>
              </a:rPr>
              <a:t> Relation</a:t>
            </a:r>
            <a:endParaRPr lang="th-TH" altLang="en-US" sz="400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>
            <a:extLst>
              <a:ext uri="{FF2B5EF4-FFF2-40B4-BE49-F238E27FC236}">
                <a16:creationId xmlns:a16="http://schemas.microsoft.com/office/drawing/2014/main" id="{60711B37-C894-432C-8382-BB637D1AF8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Product</a:t>
            </a:r>
          </a:p>
        </p:txBody>
      </p:sp>
      <p:graphicFrame>
        <p:nvGraphicFramePr>
          <p:cNvPr id="116770" name="Group 34">
            <a:extLst>
              <a:ext uri="{FF2B5EF4-FFF2-40B4-BE49-F238E27FC236}">
                <a16:creationId xmlns:a16="http://schemas.microsoft.com/office/drawing/2014/main" id="{FFECADDF-D80D-49ED-B263-6E8B6F500FA5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514600" y="2286000"/>
          <a:ext cx="1447800" cy="1571625"/>
        </p:xfrm>
        <a:graphic>
          <a:graphicData uri="http://schemas.openxmlformats.org/drawingml/2006/table">
            <a:tbl>
              <a:tblPr/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959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รหัสนักศึกษา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35999" marB="359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7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marT="35999" marB="359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7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B002</a:t>
                      </a:r>
                    </a:p>
                  </a:txBody>
                  <a:tcPr marT="35999" marB="359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9517" name="Rectangle 17">
            <a:extLst>
              <a:ext uri="{FF2B5EF4-FFF2-40B4-BE49-F238E27FC236}">
                <a16:creationId xmlns:a16="http://schemas.microsoft.com/office/drawing/2014/main" id="{199D332F-47B7-4109-BCFE-146A1FE823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>
                <a:ea typeface="Angsana New" panose="02020603050405020304" pitchFamily="18" charset="-34"/>
              </a:rPr>
              <a:t>ตัวอย่าง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sp>
        <p:nvSpPr>
          <p:cNvPr id="149518" name="Text Box 18">
            <a:extLst>
              <a:ext uri="{FF2B5EF4-FFF2-40B4-BE49-F238E27FC236}">
                <a16:creationId xmlns:a16="http://schemas.microsoft.com/office/drawing/2014/main" id="{8104A26F-38CB-4C35-A599-87950A370D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1711325"/>
            <a:ext cx="11779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th-TH" altLang="en-US" sz="3200" b="1" i="1">
                <a:solidFill>
                  <a:schemeClr val="tx1"/>
                </a:solidFill>
              </a:rPr>
              <a:t>นักศึกษา</a:t>
            </a:r>
            <a:endParaRPr lang="en-US" altLang="en-US" sz="3200" b="1" i="1">
              <a:solidFill>
                <a:schemeClr val="tx1"/>
              </a:solidFill>
            </a:endParaRPr>
          </a:p>
        </p:txBody>
      </p:sp>
      <p:graphicFrame>
        <p:nvGraphicFramePr>
          <p:cNvPr id="116774" name="Group 38">
            <a:extLst>
              <a:ext uri="{FF2B5EF4-FFF2-40B4-BE49-F238E27FC236}">
                <a16:creationId xmlns:a16="http://schemas.microsoft.com/office/drawing/2014/main" id="{2486A440-16CC-4592-944D-1955A5804528}"/>
              </a:ext>
            </a:extLst>
          </p:cNvPr>
          <p:cNvGraphicFramePr>
            <a:graphicFrameLocks noGrp="1"/>
          </p:cNvGraphicFramePr>
          <p:nvPr/>
        </p:nvGraphicFramePr>
        <p:xfrm>
          <a:off x="4724400" y="2286000"/>
          <a:ext cx="990600" cy="2060575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3496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รหัสวิชา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38015" marB="380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87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C001</a:t>
                      </a:r>
                    </a:p>
                  </a:txBody>
                  <a:tcPr marT="38015" marB="380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87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C002</a:t>
                      </a:r>
                    </a:p>
                  </a:txBody>
                  <a:tcPr marT="38015" marB="380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87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C003</a:t>
                      </a:r>
                    </a:p>
                  </a:txBody>
                  <a:tcPr marT="38015" marB="380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9531" name="Text Box 33">
            <a:extLst>
              <a:ext uri="{FF2B5EF4-FFF2-40B4-BE49-F238E27FC236}">
                <a16:creationId xmlns:a16="http://schemas.microsoft.com/office/drawing/2014/main" id="{798740D2-171C-4C35-9B48-891D8D8FB6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1676400"/>
            <a:ext cx="609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th-TH" altLang="en-US" sz="3200" b="1" i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rPr>
              <a:t>วิชา</a:t>
            </a:r>
            <a:endParaRPr lang="en-US" altLang="en-US" sz="3200" b="1" i="1">
              <a:solidFill>
                <a:schemeClr val="tx1"/>
              </a:solidFill>
              <a:latin typeface="Arial" panose="020B0604020202020204" pitchFamily="34" charset="0"/>
              <a:cs typeface="Angsana New" panose="02020603050405020304" pitchFamily="18" charset="-34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>
            <a:extLst>
              <a:ext uri="{FF2B5EF4-FFF2-40B4-BE49-F238E27FC236}">
                <a16:creationId xmlns:a16="http://schemas.microsoft.com/office/drawing/2014/main" id="{251D30D2-327C-4CA5-8D5B-1AA17E8CC3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Product</a:t>
            </a:r>
          </a:p>
        </p:txBody>
      </p:sp>
      <p:graphicFrame>
        <p:nvGraphicFramePr>
          <p:cNvPr id="117763" name="Group 3">
            <a:extLst>
              <a:ext uri="{FF2B5EF4-FFF2-40B4-BE49-F238E27FC236}">
                <a16:creationId xmlns:a16="http://schemas.microsoft.com/office/drawing/2014/main" id="{B0917FBF-D213-4C48-9034-B47BDE23648B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514600" y="2286000"/>
          <a:ext cx="1447800" cy="1571625"/>
        </p:xfrm>
        <a:graphic>
          <a:graphicData uri="http://schemas.openxmlformats.org/drawingml/2006/table">
            <a:tbl>
              <a:tblPr/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959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รหัสนักศึกษา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35999" marB="359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7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marT="35999" marB="359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7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B002</a:t>
                      </a:r>
                    </a:p>
                  </a:txBody>
                  <a:tcPr marT="35999" marB="359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1565" name="Rectangle 13">
            <a:extLst>
              <a:ext uri="{FF2B5EF4-FFF2-40B4-BE49-F238E27FC236}">
                <a16:creationId xmlns:a16="http://schemas.microsoft.com/office/drawing/2014/main" id="{7539D3AA-E815-4C11-B6E5-9411DC2FD6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>
                <a:ea typeface="Angsana New" panose="02020603050405020304" pitchFamily="18" charset="-34"/>
              </a:rPr>
              <a:t>ตัวอย่าง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sp>
        <p:nvSpPr>
          <p:cNvPr id="151566" name="Text Box 14">
            <a:extLst>
              <a:ext uri="{FF2B5EF4-FFF2-40B4-BE49-F238E27FC236}">
                <a16:creationId xmlns:a16="http://schemas.microsoft.com/office/drawing/2014/main" id="{B3049647-E47C-4B56-8889-92C2D37E88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1711325"/>
            <a:ext cx="11779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th-TH" altLang="en-US" sz="3200" b="1" i="1">
                <a:solidFill>
                  <a:schemeClr val="tx1"/>
                </a:solidFill>
              </a:rPr>
              <a:t>นักศึกษา</a:t>
            </a:r>
            <a:endParaRPr lang="en-US" altLang="en-US" sz="3200" b="1" i="1">
              <a:solidFill>
                <a:schemeClr val="tx1"/>
              </a:solidFill>
            </a:endParaRPr>
          </a:p>
        </p:txBody>
      </p:sp>
      <p:graphicFrame>
        <p:nvGraphicFramePr>
          <p:cNvPr id="117775" name="Group 15">
            <a:extLst>
              <a:ext uri="{FF2B5EF4-FFF2-40B4-BE49-F238E27FC236}">
                <a16:creationId xmlns:a16="http://schemas.microsoft.com/office/drawing/2014/main" id="{0AEC3586-BE78-4DE7-9257-F592BB644D6D}"/>
              </a:ext>
            </a:extLst>
          </p:cNvPr>
          <p:cNvGraphicFramePr>
            <a:graphicFrameLocks noGrp="1"/>
          </p:cNvGraphicFramePr>
          <p:nvPr/>
        </p:nvGraphicFramePr>
        <p:xfrm>
          <a:off x="4724400" y="2286000"/>
          <a:ext cx="990600" cy="2060575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3496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รหัสวิชา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38015" marB="380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87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C001</a:t>
                      </a:r>
                    </a:p>
                  </a:txBody>
                  <a:tcPr marT="38015" marB="380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87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C002</a:t>
                      </a:r>
                    </a:p>
                  </a:txBody>
                  <a:tcPr marT="38015" marB="380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87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C003</a:t>
                      </a:r>
                    </a:p>
                  </a:txBody>
                  <a:tcPr marT="38015" marB="380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1579" name="Text Box 27">
            <a:extLst>
              <a:ext uri="{FF2B5EF4-FFF2-40B4-BE49-F238E27FC236}">
                <a16:creationId xmlns:a16="http://schemas.microsoft.com/office/drawing/2014/main" id="{5DC9A48D-6267-4F7B-A15A-B29E911371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1676400"/>
            <a:ext cx="6508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th-TH" altLang="en-US" sz="3200" b="1" i="1">
                <a:solidFill>
                  <a:schemeClr val="tx1"/>
                </a:solidFill>
              </a:rPr>
              <a:t>วิชา</a:t>
            </a:r>
            <a:endParaRPr lang="en-US" altLang="en-US" sz="3200" b="1" i="1">
              <a:solidFill>
                <a:schemeClr val="tx1"/>
              </a:solidFill>
            </a:endParaRPr>
          </a:p>
        </p:txBody>
      </p:sp>
      <p:sp>
        <p:nvSpPr>
          <p:cNvPr id="151580" name="Text Box 28">
            <a:extLst>
              <a:ext uri="{FF2B5EF4-FFF2-40B4-BE49-F238E27FC236}">
                <a16:creationId xmlns:a16="http://schemas.microsoft.com/office/drawing/2014/main" id="{93714CF2-A17A-47CB-A47D-D33367BDC5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4876800"/>
            <a:ext cx="6477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th-TH" altLang="en-US" sz="4000">
                <a:sym typeface="Symbol" panose="05050102010706020507" pitchFamily="18" charset="2"/>
              </a:rPr>
              <a:t>นักศึกษา</a:t>
            </a:r>
            <a:r>
              <a:rPr lang="en-US" altLang="en-US" sz="4000">
                <a:sym typeface="Symbol" panose="05050102010706020507" pitchFamily="18" charset="2"/>
              </a:rPr>
              <a:t> </a:t>
            </a:r>
            <a:r>
              <a:rPr lang="en-US" altLang="en-US" sz="3200">
                <a:sym typeface="Symbol" panose="05050102010706020507" pitchFamily="18" charset="2"/>
              </a:rPr>
              <a:t></a:t>
            </a:r>
            <a:r>
              <a:rPr lang="en-US" altLang="en-US" sz="4000">
                <a:sym typeface="Symbol" panose="05050102010706020507" pitchFamily="18" charset="2"/>
              </a:rPr>
              <a:t> </a:t>
            </a:r>
            <a:r>
              <a:rPr lang="th-TH" altLang="en-US" sz="4000">
                <a:sym typeface="Symbol" panose="05050102010706020507" pitchFamily="18" charset="2"/>
              </a:rPr>
              <a:t>วิชา</a:t>
            </a:r>
            <a:endParaRPr lang="en-US" altLang="en-US" sz="400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>
            <a:extLst>
              <a:ext uri="{FF2B5EF4-FFF2-40B4-BE49-F238E27FC236}">
                <a16:creationId xmlns:a16="http://schemas.microsoft.com/office/drawing/2014/main" id="{A547510B-9116-4646-84B0-36C1EBA56F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Product</a:t>
            </a:r>
          </a:p>
        </p:txBody>
      </p:sp>
      <p:graphicFrame>
        <p:nvGraphicFramePr>
          <p:cNvPr id="118787" name="Group 3">
            <a:extLst>
              <a:ext uri="{FF2B5EF4-FFF2-40B4-BE49-F238E27FC236}">
                <a16:creationId xmlns:a16="http://schemas.microsoft.com/office/drawing/2014/main" id="{38D29639-8D23-4D0E-86A5-3859E2DF9543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838200" y="2286000"/>
          <a:ext cx="1447800" cy="1571625"/>
        </p:xfrm>
        <a:graphic>
          <a:graphicData uri="http://schemas.openxmlformats.org/drawingml/2006/table">
            <a:tbl>
              <a:tblPr/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959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รหัสนักศึกษา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35999" marB="359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7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marT="35999" marB="359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7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B002</a:t>
                      </a:r>
                    </a:p>
                  </a:txBody>
                  <a:tcPr marT="35999" marB="359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3613" name="Text Box 14">
            <a:extLst>
              <a:ext uri="{FF2B5EF4-FFF2-40B4-BE49-F238E27FC236}">
                <a16:creationId xmlns:a16="http://schemas.microsoft.com/office/drawing/2014/main" id="{B74EB2C4-A48F-42AB-8C89-95FDA8E2C9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711325"/>
            <a:ext cx="11779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th-TH" altLang="en-US" sz="3200" b="1" i="1">
                <a:solidFill>
                  <a:schemeClr val="tx1"/>
                </a:solidFill>
              </a:rPr>
              <a:t>นักศึกษา</a:t>
            </a:r>
            <a:endParaRPr lang="en-US" altLang="en-US" sz="3200" b="1" i="1">
              <a:solidFill>
                <a:schemeClr val="tx1"/>
              </a:solidFill>
            </a:endParaRPr>
          </a:p>
        </p:txBody>
      </p:sp>
      <p:graphicFrame>
        <p:nvGraphicFramePr>
          <p:cNvPr id="118799" name="Group 15">
            <a:extLst>
              <a:ext uri="{FF2B5EF4-FFF2-40B4-BE49-F238E27FC236}">
                <a16:creationId xmlns:a16="http://schemas.microsoft.com/office/drawing/2014/main" id="{53A53FF5-13D2-4D79-B1F1-A61F8C6B7827}"/>
              </a:ext>
            </a:extLst>
          </p:cNvPr>
          <p:cNvGraphicFramePr>
            <a:graphicFrameLocks noGrp="1"/>
          </p:cNvGraphicFramePr>
          <p:nvPr/>
        </p:nvGraphicFramePr>
        <p:xfrm>
          <a:off x="3048000" y="2286000"/>
          <a:ext cx="990600" cy="2060575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3496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รหัสวิชา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38015" marB="380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87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C001</a:t>
                      </a:r>
                    </a:p>
                  </a:txBody>
                  <a:tcPr marT="38015" marB="380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87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C002</a:t>
                      </a:r>
                    </a:p>
                  </a:txBody>
                  <a:tcPr marT="38015" marB="380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87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C003</a:t>
                      </a:r>
                    </a:p>
                  </a:txBody>
                  <a:tcPr marT="38015" marB="380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3626" name="Text Box 27">
            <a:extLst>
              <a:ext uri="{FF2B5EF4-FFF2-40B4-BE49-F238E27FC236}">
                <a16:creationId xmlns:a16="http://schemas.microsoft.com/office/drawing/2014/main" id="{ADF3218F-51EA-4E06-B7CF-16E906DC62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1676400"/>
            <a:ext cx="6508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th-TH" altLang="en-US" sz="3200" b="1" i="1">
                <a:solidFill>
                  <a:schemeClr val="tx1"/>
                </a:solidFill>
              </a:rPr>
              <a:t>วิชา</a:t>
            </a:r>
            <a:endParaRPr lang="en-US" altLang="en-US" sz="3200" b="1" i="1">
              <a:solidFill>
                <a:schemeClr val="tx1"/>
              </a:solidFill>
            </a:endParaRPr>
          </a:p>
        </p:txBody>
      </p:sp>
      <p:sp>
        <p:nvSpPr>
          <p:cNvPr id="153627" name="Text Box 28">
            <a:extLst>
              <a:ext uri="{FF2B5EF4-FFF2-40B4-BE49-F238E27FC236}">
                <a16:creationId xmlns:a16="http://schemas.microsoft.com/office/drawing/2014/main" id="{F15BFB43-4AC5-442C-A03C-3F18E67B13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4876800"/>
            <a:ext cx="6477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th-TH" altLang="en-US" sz="4000">
                <a:sym typeface="Symbol" panose="05050102010706020507" pitchFamily="18" charset="2"/>
              </a:rPr>
              <a:t>นักศึกษา</a:t>
            </a:r>
            <a:r>
              <a:rPr lang="en-US" altLang="en-US" sz="4000">
                <a:sym typeface="Symbol" panose="05050102010706020507" pitchFamily="18" charset="2"/>
              </a:rPr>
              <a:t> </a:t>
            </a:r>
            <a:r>
              <a:rPr lang="en-US" altLang="en-US" sz="3200">
                <a:sym typeface="Symbol" panose="05050102010706020507" pitchFamily="18" charset="2"/>
              </a:rPr>
              <a:t></a:t>
            </a:r>
            <a:r>
              <a:rPr lang="en-US" altLang="en-US" sz="4000">
                <a:sym typeface="Symbol" panose="05050102010706020507" pitchFamily="18" charset="2"/>
              </a:rPr>
              <a:t> </a:t>
            </a:r>
            <a:r>
              <a:rPr lang="th-TH" altLang="en-US" sz="4000">
                <a:sym typeface="Symbol" panose="05050102010706020507" pitchFamily="18" charset="2"/>
              </a:rPr>
              <a:t>วิชา</a:t>
            </a:r>
            <a:endParaRPr lang="en-US" altLang="en-US" sz="4000">
              <a:sym typeface="Symbol" panose="05050102010706020507" pitchFamily="18" charset="2"/>
            </a:endParaRPr>
          </a:p>
        </p:txBody>
      </p:sp>
      <p:graphicFrame>
        <p:nvGraphicFramePr>
          <p:cNvPr id="118840" name="Group 56">
            <a:extLst>
              <a:ext uri="{FF2B5EF4-FFF2-40B4-BE49-F238E27FC236}">
                <a16:creationId xmlns:a16="http://schemas.microsoft.com/office/drawing/2014/main" id="{D6781192-9076-4BA4-8F21-7F9D76437AD2}"/>
              </a:ext>
            </a:extLst>
          </p:cNvPr>
          <p:cNvGraphicFramePr>
            <a:graphicFrameLocks noGrp="1"/>
          </p:cNvGraphicFramePr>
          <p:nvPr/>
        </p:nvGraphicFramePr>
        <p:xfrm>
          <a:off x="5638800" y="1447800"/>
          <a:ext cx="2438400" cy="2060575"/>
        </p:xfrm>
        <a:graphic>
          <a:graphicData uri="http://schemas.openxmlformats.org/drawingml/2006/table">
            <a:tbl>
              <a:tblPr/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496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รหัสนักศึกษา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38015" marB="380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รหัสวิชา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38015" marB="380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87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marT="38015" marB="380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C001</a:t>
                      </a:r>
                    </a:p>
                  </a:txBody>
                  <a:tcPr marT="38015" marB="380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87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marT="38015" marB="380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C002</a:t>
                      </a:r>
                    </a:p>
                  </a:txBody>
                  <a:tcPr marT="38015" marB="380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87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marT="38015" marB="380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C003</a:t>
                      </a:r>
                    </a:p>
                  </a:txBody>
                  <a:tcPr marT="38015" marB="380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>
            <a:extLst>
              <a:ext uri="{FF2B5EF4-FFF2-40B4-BE49-F238E27FC236}">
                <a16:creationId xmlns:a16="http://schemas.microsoft.com/office/drawing/2014/main" id="{3D18F55B-7623-4D06-A452-40CE9D1096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Product</a:t>
            </a:r>
          </a:p>
        </p:txBody>
      </p:sp>
      <p:graphicFrame>
        <p:nvGraphicFramePr>
          <p:cNvPr id="119811" name="Group 3">
            <a:extLst>
              <a:ext uri="{FF2B5EF4-FFF2-40B4-BE49-F238E27FC236}">
                <a16:creationId xmlns:a16="http://schemas.microsoft.com/office/drawing/2014/main" id="{CEEA1983-F04D-468D-8F23-4B2FF4769357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838200" y="2286000"/>
          <a:ext cx="1447800" cy="1571625"/>
        </p:xfrm>
        <a:graphic>
          <a:graphicData uri="http://schemas.openxmlformats.org/drawingml/2006/table">
            <a:tbl>
              <a:tblPr/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959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รหัสนักศึกษา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35999" marB="359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7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marT="35999" marB="359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7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B002</a:t>
                      </a:r>
                    </a:p>
                  </a:txBody>
                  <a:tcPr marT="35999" marB="359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5661" name="Text Box 13">
            <a:extLst>
              <a:ext uri="{FF2B5EF4-FFF2-40B4-BE49-F238E27FC236}">
                <a16:creationId xmlns:a16="http://schemas.microsoft.com/office/drawing/2014/main" id="{CB1636CA-6410-474B-BD3C-092381220A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711325"/>
            <a:ext cx="11779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th-TH" altLang="en-US" sz="3200" b="1" i="1">
                <a:solidFill>
                  <a:schemeClr val="tx1"/>
                </a:solidFill>
              </a:rPr>
              <a:t>นักศึกษา</a:t>
            </a:r>
            <a:endParaRPr lang="en-US" altLang="en-US" sz="3200" b="1" i="1">
              <a:solidFill>
                <a:schemeClr val="tx1"/>
              </a:solidFill>
            </a:endParaRPr>
          </a:p>
        </p:txBody>
      </p:sp>
      <p:graphicFrame>
        <p:nvGraphicFramePr>
          <p:cNvPr id="119822" name="Group 14">
            <a:extLst>
              <a:ext uri="{FF2B5EF4-FFF2-40B4-BE49-F238E27FC236}">
                <a16:creationId xmlns:a16="http://schemas.microsoft.com/office/drawing/2014/main" id="{59DA741D-5A24-4F5F-A179-C988729D1FA4}"/>
              </a:ext>
            </a:extLst>
          </p:cNvPr>
          <p:cNvGraphicFramePr>
            <a:graphicFrameLocks noGrp="1"/>
          </p:cNvGraphicFramePr>
          <p:nvPr/>
        </p:nvGraphicFramePr>
        <p:xfrm>
          <a:off x="3048000" y="2286000"/>
          <a:ext cx="990600" cy="2060575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3496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รหัสวิชา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38015" marB="380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87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C001</a:t>
                      </a:r>
                    </a:p>
                  </a:txBody>
                  <a:tcPr marT="38015" marB="380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87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C002</a:t>
                      </a:r>
                    </a:p>
                  </a:txBody>
                  <a:tcPr marT="38015" marB="380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87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C003</a:t>
                      </a:r>
                    </a:p>
                  </a:txBody>
                  <a:tcPr marT="38015" marB="380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5674" name="Text Box 26">
            <a:extLst>
              <a:ext uri="{FF2B5EF4-FFF2-40B4-BE49-F238E27FC236}">
                <a16:creationId xmlns:a16="http://schemas.microsoft.com/office/drawing/2014/main" id="{B0581EB2-688F-41B3-84C0-20600DD95B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1676400"/>
            <a:ext cx="6508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th-TH" altLang="en-US" sz="3200" b="1" i="1">
                <a:solidFill>
                  <a:schemeClr val="tx1"/>
                </a:solidFill>
              </a:rPr>
              <a:t>วิชา</a:t>
            </a:r>
            <a:endParaRPr lang="en-US" altLang="en-US" sz="3200" b="1" i="1">
              <a:solidFill>
                <a:schemeClr val="tx1"/>
              </a:solidFill>
            </a:endParaRPr>
          </a:p>
        </p:txBody>
      </p:sp>
      <p:sp>
        <p:nvSpPr>
          <p:cNvPr id="155675" name="Text Box 27">
            <a:extLst>
              <a:ext uri="{FF2B5EF4-FFF2-40B4-BE49-F238E27FC236}">
                <a16:creationId xmlns:a16="http://schemas.microsoft.com/office/drawing/2014/main" id="{5657386D-F48E-4DE7-9E80-2C666F03A7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4876800"/>
            <a:ext cx="6477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th-TH" altLang="en-US" sz="4000">
                <a:sym typeface="Symbol" panose="05050102010706020507" pitchFamily="18" charset="2"/>
              </a:rPr>
              <a:t>นักศึกษา</a:t>
            </a:r>
            <a:r>
              <a:rPr lang="en-US" altLang="en-US" sz="4000">
                <a:sym typeface="Symbol" panose="05050102010706020507" pitchFamily="18" charset="2"/>
              </a:rPr>
              <a:t> </a:t>
            </a:r>
            <a:r>
              <a:rPr lang="en-US" altLang="en-US" sz="3200">
                <a:sym typeface="Symbol" panose="05050102010706020507" pitchFamily="18" charset="2"/>
              </a:rPr>
              <a:t></a:t>
            </a:r>
            <a:r>
              <a:rPr lang="en-US" altLang="en-US" sz="4000">
                <a:sym typeface="Symbol" panose="05050102010706020507" pitchFamily="18" charset="2"/>
              </a:rPr>
              <a:t> </a:t>
            </a:r>
            <a:r>
              <a:rPr lang="th-TH" altLang="en-US" sz="4000">
                <a:sym typeface="Symbol" panose="05050102010706020507" pitchFamily="18" charset="2"/>
              </a:rPr>
              <a:t>วิชา</a:t>
            </a:r>
            <a:endParaRPr lang="en-US" altLang="en-US" sz="4000">
              <a:sym typeface="Symbol" panose="05050102010706020507" pitchFamily="18" charset="2"/>
            </a:endParaRPr>
          </a:p>
        </p:txBody>
      </p:sp>
      <p:graphicFrame>
        <p:nvGraphicFramePr>
          <p:cNvPr id="119867" name="Group 59">
            <a:extLst>
              <a:ext uri="{FF2B5EF4-FFF2-40B4-BE49-F238E27FC236}">
                <a16:creationId xmlns:a16="http://schemas.microsoft.com/office/drawing/2014/main" id="{73646BB1-A883-4727-A3A5-953990B42483}"/>
              </a:ext>
            </a:extLst>
          </p:cNvPr>
          <p:cNvGraphicFramePr>
            <a:graphicFrameLocks noGrp="1"/>
          </p:cNvGraphicFramePr>
          <p:nvPr/>
        </p:nvGraphicFramePr>
        <p:xfrm>
          <a:off x="5638800" y="1447800"/>
          <a:ext cx="2438400" cy="3478213"/>
        </p:xfrm>
        <a:graphic>
          <a:graphicData uri="http://schemas.openxmlformats.org/drawingml/2006/table">
            <a:tbl>
              <a:tblPr/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9191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รหัสนักศึกษา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40962" marB="4096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รหัสวิชา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40962" marB="4096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71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marT="40962" marB="4096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C001</a:t>
                      </a:r>
                    </a:p>
                  </a:txBody>
                  <a:tcPr marT="40962" marB="4096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71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marT="40962" marB="4096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C002</a:t>
                      </a:r>
                    </a:p>
                  </a:txBody>
                  <a:tcPr marT="40962" marB="4096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71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marT="40962" marB="4096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C003</a:t>
                      </a:r>
                    </a:p>
                  </a:txBody>
                  <a:tcPr marT="40962" marB="4096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71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B002</a:t>
                      </a:r>
                    </a:p>
                  </a:txBody>
                  <a:tcPr marT="40962" marB="4096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C001</a:t>
                      </a:r>
                    </a:p>
                  </a:txBody>
                  <a:tcPr marT="40962" marB="4096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771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B002</a:t>
                      </a:r>
                    </a:p>
                  </a:txBody>
                  <a:tcPr marT="40962" marB="4096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C002</a:t>
                      </a:r>
                    </a:p>
                  </a:txBody>
                  <a:tcPr marT="40962" marB="4096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771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B002</a:t>
                      </a:r>
                    </a:p>
                  </a:txBody>
                  <a:tcPr marT="40962" marB="4096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C003</a:t>
                      </a:r>
                    </a:p>
                  </a:txBody>
                  <a:tcPr marT="40962" marB="4096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>
            <a:extLst>
              <a:ext uri="{FF2B5EF4-FFF2-40B4-BE49-F238E27FC236}">
                <a16:creationId xmlns:a16="http://schemas.microsoft.com/office/drawing/2014/main" id="{1DC864BD-E6AC-4FD3-970F-7E6D9BE4C0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h-TH" altLang="en-US">
                <a:ea typeface="Angsana New" panose="02020603050405020304" pitchFamily="18" charset="-34"/>
              </a:rPr>
              <a:t>พีชคณิตเชิงสัมพันธ์</a:t>
            </a:r>
            <a:r>
              <a:rPr lang="en-US" altLang="en-US">
                <a:ea typeface="Angsana New" panose="02020603050405020304" pitchFamily="18" charset="-34"/>
              </a:rPr>
              <a:t> (Relational Algebra)</a:t>
            </a:r>
          </a:p>
        </p:txBody>
      </p:sp>
      <p:sp>
        <p:nvSpPr>
          <p:cNvPr id="157699" name="Rectangle 3">
            <a:extLst>
              <a:ext uri="{FF2B5EF4-FFF2-40B4-BE49-F238E27FC236}">
                <a16:creationId xmlns:a16="http://schemas.microsoft.com/office/drawing/2014/main" id="{E88CA445-ECEC-4C99-A342-E49E80BAC1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3700">
                <a:ea typeface="Angsana New" panose="02020603050405020304" pitchFamily="18" charset="-34"/>
              </a:rPr>
              <a:t>Selection (Restrict)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3700">
                <a:ea typeface="Angsana New" panose="02020603050405020304" pitchFamily="18" charset="-34"/>
              </a:rPr>
              <a:t>Project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3700">
                <a:ea typeface="Angsana New" panose="02020603050405020304" pitchFamily="18" charset="-34"/>
              </a:rPr>
              <a:t>Product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3700" b="1">
                <a:ea typeface="Angsana New" panose="02020603050405020304" pitchFamily="18" charset="-34"/>
              </a:rPr>
              <a:t>Union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3700" b="1">
                <a:ea typeface="Angsana New" panose="02020603050405020304" pitchFamily="18" charset="-34"/>
              </a:rPr>
              <a:t>Intersection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3700" b="1">
                <a:ea typeface="Angsana New" panose="02020603050405020304" pitchFamily="18" charset="-34"/>
              </a:rPr>
              <a:t>Difference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3700">
                <a:ea typeface="Angsana New" panose="02020603050405020304" pitchFamily="18" charset="-34"/>
              </a:rPr>
              <a:t>Join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3700">
                <a:ea typeface="Angsana New" panose="02020603050405020304" pitchFamily="18" charset="-34"/>
              </a:rPr>
              <a:t>Division</a:t>
            </a:r>
          </a:p>
          <a:p>
            <a:pPr eaLnBrk="1" hangingPunct="1">
              <a:lnSpc>
                <a:spcPct val="80000"/>
              </a:lnSpc>
            </a:pPr>
            <a:endParaRPr lang="en-US" altLang="en-US" sz="3700">
              <a:ea typeface="Angsana New" panose="02020603050405020304" pitchFamily="18" charset="-34"/>
            </a:endParaRPr>
          </a:p>
          <a:p>
            <a:pPr eaLnBrk="1" hangingPunct="1">
              <a:lnSpc>
                <a:spcPct val="80000"/>
              </a:lnSpc>
            </a:pPr>
            <a:endParaRPr lang="en-US" altLang="en-US" sz="3700">
              <a:ea typeface="Angsana New" panose="02020603050405020304" pitchFamily="18" charset="-34"/>
            </a:endParaRPr>
          </a:p>
          <a:p>
            <a:pPr eaLnBrk="1" hangingPunct="1">
              <a:lnSpc>
                <a:spcPct val="80000"/>
              </a:lnSpc>
            </a:pPr>
            <a:endParaRPr lang="en-US" altLang="en-US" sz="3700">
              <a:ea typeface="Angsana New" panose="02020603050405020304" pitchFamily="18" charset="-34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>
            <a:extLst>
              <a:ext uri="{FF2B5EF4-FFF2-40B4-BE49-F238E27FC236}">
                <a16:creationId xmlns:a16="http://schemas.microsoft.com/office/drawing/2014/main" id="{9B1614C1-E31C-4422-8FEB-4D8791B151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Union</a:t>
            </a:r>
          </a:p>
        </p:txBody>
      </p:sp>
      <p:sp>
        <p:nvSpPr>
          <p:cNvPr id="159747" name="Rectangle 3">
            <a:extLst>
              <a:ext uri="{FF2B5EF4-FFF2-40B4-BE49-F238E27FC236}">
                <a16:creationId xmlns:a16="http://schemas.microsoft.com/office/drawing/2014/main" id="{D4AC1276-1AA9-4CF7-8DC2-CAA67E1D1B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</p:spPr>
        <p:txBody>
          <a:bodyPr/>
          <a:lstStyle/>
          <a:p>
            <a:pPr eaLnBrk="1" hangingPunct="1"/>
            <a:r>
              <a:rPr lang="th-TH" altLang="en-US" sz="5000">
                <a:ea typeface="Angsana New" panose="02020603050405020304" pitchFamily="18" charset="-34"/>
              </a:rPr>
              <a:t>เป็นโอเปอเรเตอร์ทางคณิตศาสตร์ที่ใช้ในการรวมรีเลชั่นเข้าด้วยกัน</a:t>
            </a:r>
          </a:p>
          <a:p>
            <a:pPr eaLnBrk="1" hangingPunct="1"/>
            <a:r>
              <a:rPr lang="th-TH" altLang="en-US" sz="5000">
                <a:ea typeface="Angsana New" panose="02020603050405020304" pitchFamily="18" charset="-34"/>
              </a:rPr>
              <a:t>ต้องเป็นรีเลชั่นที่เข้ากันได้ </a:t>
            </a:r>
            <a:r>
              <a:rPr lang="en-US" altLang="en-US" sz="5000">
                <a:ea typeface="Angsana New" panose="02020603050405020304" pitchFamily="18" charset="-34"/>
              </a:rPr>
              <a:t>(Compatible Relation)</a:t>
            </a:r>
            <a:r>
              <a:rPr lang="th-TH" altLang="en-US" sz="5000">
                <a:ea typeface="Angsana New" panose="02020603050405020304" pitchFamily="18" charset="-34"/>
              </a:rPr>
              <a:t> </a:t>
            </a:r>
            <a:r>
              <a:rPr lang="en-US" altLang="en-US" sz="5000">
                <a:ea typeface="Angsana New" panose="02020603050405020304" pitchFamily="18" charset="-34"/>
              </a:rPr>
              <a:t>–</a:t>
            </a:r>
            <a:r>
              <a:rPr lang="th-TH" altLang="en-US" sz="5000">
                <a:ea typeface="Angsana New" panose="02020603050405020304" pitchFamily="18" charset="-34"/>
              </a:rPr>
              <a:t> มีจำนวนเท่ากัน,</a:t>
            </a:r>
            <a:r>
              <a:rPr lang="en-US" altLang="en-US" sz="5000">
                <a:ea typeface="Angsana New" panose="02020603050405020304" pitchFamily="18" charset="-34"/>
              </a:rPr>
              <a:t> </a:t>
            </a:r>
            <a:r>
              <a:rPr lang="th-TH" altLang="en-US" sz="5000">
                <a:ea typeface="Angsana New" panose="02020603050405020304" pitchFamily="18" charset="-34"/>
              </a:rPr>
              <a:t>ชื่อและลำดับ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 sz="5000">
                <a:ea typeface="Angsana New" panose="02020603050405020304" pitchFamily="18" charset="-34"/>
              </a:rPr>
              <a:t>	แอททริบิวต์เหมือนกัน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>
            <a:extLst>
              <a:ext uri="{FF2B5EF4-FFF2-40B4-BE49-F238E27FC236}">
                <a16:creationId xmlns:a16="http://schemas.microsoft.com/office/drawing/2014/main" id="{D83E481E-0F82-4A6B-85C7-6BADDD18F5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Union</a:t>
            </a:r>
          </a:p>
        </p:txBody>
      </p:sp>
      <p:graphicFrame>
        <p:nvGraphicFramePr>
          <p:cNvPr id="121877" name="Group 21">
            <a:extLst>
              <a:ext uri="{FF2B5EF4-FFF2-40B4-BE49-F238E27FC236}">
                <a16:creationId xmlns:a16="http://schemas.microsoft.com/office/drawing/2014/main" id="{794F0290-4C96-4FC4-B8BE-7105791DC5AA}"/>
              </a:ext>
            </a:extLst>
          </p:cNvPr>
          <p:cNvGraphicFramePr>
            <a:graphicFrameLocks noGrp="1"/>
          </p:cNvGraphicFramePr>
          <p:nvPr>
            <p:ph sz="quarter" idx="3"/>
          </p:nvPr>
        </p:nvGraphicFramePr>
        <p:xfrm>
          <a:off x="2590800" y="1524000"/>
          <a:ext cx="3962400" cy="1219200"/>
        </p:xfrm>
        <a:graphic>
          <a:graphicData uri="http://schemas.openxmlformats.org/drawingml/2006/table">
            <a:tbl>
              <a:tblPr/>
              <a:tblGrid>
                <a:gridCol w="396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19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th-TH" sz="4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gsana New" pitchFamily="18" charset="-34"/>
                        <a:cs typeface="Angsana New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1897" name="Group 41">
            <a:extLst>
              <a:ext uri="{FF2B5EF4-FFF2-40B4-BE49-F238E27FC236}">
                <a16:creationId xmlns:a16="http://schemas.microsoft.com/office/drawing/2014/main" id="{5559CD56-A638-4B33-A60C-0F9B2EECE94A}"/>
              </a:ext>
            </a:extLst>
          </p:cNvPr>
          <p:cNvGraphicFramePr>
            <a:graphicFrameLocks noGrp="1"/>
          </p:cNvGraphicFramePr>
          <p:nvPr/>
        </p:nvGraphicFramePr>
        <p:xfrm>
          <a:off x="2590800" y="2743200"/>
          <a:ext cx="3962400" cy="1219200"/>
        </p:xfrm>
        <a:graphic>
          <a:graphicData uri="http://schemas.openxmlformats.org/drawingml/2006/table">
            <a:tbl>
              <a:tblPr/>
              <a:tblGrid>
                <a:gridCol w="396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19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th-TH" sz="4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gsana New" pitchFamily="18" charset="-34"/>
                        <a:cs typeface="Angsana New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1903" name="Group 47">
            <a:extLst>
              <a:ext uri="{FF2B5EF4-FFF2-40B4-BE49-F238E27FC236}">
                <a16:creationId xmlns:a16="http://schemas.microsoft.com/office/drawing/2014/main" id="{32E520FB-3008-4AF6-8976-71D4BBF90D3B}"/>
              </a:ext>
            </a:extLst>
          </p:cNvPr>
          <p:cNvGraphicFramePr>
            <a:graphicFrameLocks noGrp="1"/>
          </p:cNvGraphicFramePr>
          <p:nvPr/>
        </p:nvGraphicFramePr>
        <p:xfrm>
          <a:off x="2590800" y="3962400"/>
          <a:ext cx="3962400" cy="1219200"/>
        </p:xfrm>
        <a:graphic>
          <a:graphicData uri="http://schemas.openxmlformats.org/drawingml/2006/table">
            <a:tbl>
              <a:tblPr/>
              <a:tblGrid>
                <a:gridCol w="396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19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th-TH" sz="4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gsana New" pitchFamily="18" charset="-34"/>
                        <a:cs typeface="Angsana New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>
            <a:extLst>
              <a:ext uri="{FF2B5EF4-FFF2-40B4-BE49-F238E27FC236}">
                <a16:creationId xmlns:a16="http://schemas.microsoft.com/office/drawing/2014/main" id="{10A1F1CC-6BF6-46D3-A2BF-FDC58A9CBD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Union</a:t>
            </a:r>
          </a:p>
        </p:txBody>
      </p:sp>
      <p:sp>
        <p:nvSpPr>
          <p:cNvPr id="163843" name="Rectangle 3">
            <a:extLst>
              <a:ext uri="{FF2B5EF4-FFF2-40B4-BE49-F238E27FC236}">
                <a16:creationId xmlns:a16="http://schemas.microsoft.com/office/drawing/2014/main" id="{6DCE4BCA-D7F4-4FA9-8A91-7F15FAD779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 sz="5000">
                <a:ea typeface="Angsana New" panose="02020603050405020304" pitchFamily="18" charset="-34"/>
              </a:rPr>
              <a:t>รูปแบบ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sp>
        <p:nvSpPr>
          <p:cNvPr id="163844" name="Text Box 4">
            <a:extLst>
              <a:ext uri="{FF2B5EF4-FFF2-40B4-BE49-F238E27FC236}">
                <a16:creationId xmlns:a16="http://schemas.microsoft.com/office/drawing/2014/main" id="{42091A04-D19C-40A9-BA5B-83364D90B9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2667000"/>
            <a:ext cx="6934200" cy="65405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rgbClr val="FFD55D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th-TH" altLang="en-US" sz="3600">
                <a:solidFill>
                  <a:schemeClr val="tx1"/>
                </a:solidFill>
              </a:rPr>
              <a:t>ชื่อรีเลชั่นแรก</a:t>
            </a:r>
            <a:r>
              <a:rPr lang="en-US" altLang="en-US" sz="3600">
                <a:solidFill>
                  <a:schemeClr val="tx1"/>
                </a:solidFill>
              </a:rPr>
              <a:t> UNION </a:t>
            </a:r>
            <a:r>
              <a:rPr lang="th-TH" altLang="en-US" sz="3600">
                <a:solidFill>
                  <a:schemeClr val="tx1"/>
                </a:solidFill>
              </a:rPr>
              <a:t>ชื่อรีเลชั่นสอง</a:t>
            </a:r>
            <a:endParaRPr lang="en-US" altLang="en-US" sz="3600">
              <a:solidFill>
                <a:schemeClr val="tx1"/>
              </a:solidFill>
            </a:endParaRPr>
          </a:p>
        </p:txBody>
      </p:sp>
      <p:sp>
        <p:nvSpPr>
          <p:cNvPr id="163845" name="Text Box 5">
            <a:extLst>
              <a:ext uri="{FF2B5EF4-FFF2-40B4-BE49-F238E27FC236}">
                <a16:creationId xmlns:a16="http://schemas.microsoft.com/office/drawing/2014/main" id="{4E839DCA-44ED-4A94-AB5E-DC9E810B84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3657600"/>
            <a:ext cx="6858000" cy="7747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rgbClr val="FFD55D"/>
              </a:gs>
            </a:gsLst>
            <a:lin ang="5400000" scaled="1"/>
          </a:gra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400">
                <a:solidFill>
                  <a:schemeClr val="tx1"/>
                </a:solidFill>
                <a:sym typeface="Symbol" panose="05050102010706020507" pitchFamily="18" charset="2"/>
              </a:rPr>
              <a:t>Relation  Relation</a:t>
            </a:r>
            <a:endParaRPr lang="th-TH" altLang="en-US" sz="440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>
            <a:extLst>
              <a:ext uri="{FF2B5EF4-FFF2-40B4-BE49-F238E27FC236}">
                <a16:creationId xmlns:a16="http://schemas.microsoft.com/office/drawing/2014/main" id="{74B025B4-FFF3-4178-8CBE-33DA6C8B96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Union</a:t>
            </a:r>
          </a:p>
        </p:txBody>
      </p:sp>
      <p:graphicFrame>
        <p:nvGraphicFramePr>
          <p:cNvPr id="124965" name="Group 37">
            <a:extLst>
              <a:ext uri="{FF2B5EF4-FFF2-40B4-BE49-F238E27FC236}">
                <a16:creationId xmlns:a16="http://schemas.microsoft.com/office/drawing/2014/main" id="{13BF2DE6-67F0-451A-89ED-FD5FF13BC51B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514600" y="2286000"/>
          <a:ext cx="2722563" cy="2438400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2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รหัส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ชื่อ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จังหวัด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แดง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B002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ดำ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กรุงเทพฯ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B003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เขียว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สระบุรี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B004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ขาว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5917" name="Rectangle 35">
            <a:extLst>
              <a:ext uri="{FF2B5EF4-FFF2-40B4-BE49-F238E27FC236}">
                <a16:creationId xmlns:a16="http://schemas.microsoft.com/office/drawing/2014/main" id="{085CAF0A-F2D7-459E-90D1-14EBF52C37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>
                <a:ea typeface="Angsana New" panose="02020603050405020304" pitchFamily="18" charset="-34"/>
              </a:rPr>
              <a:t>ตัวอย่าง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sp>
        <p:nvSpPr>
          <p:cNvPr id="165918" name="Text Box 36">
            <a:extLst>
              <a:ext uri="{FF2B5EF4-FFF2-40B4-BE49-F238E27FC236}">
                <a16:creationId xmlns:a16="http://schemas.microsoft.com/office/drawing/2014/main" id="{38C7E67C-C3C6-4112-95A6-BFA031D10C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1657350"/>
            <a:ext cx="4778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 i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rPr>
              <a:t>A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>
            <a:extLst>
              <a:ext uri="{FF2B5EF4-FFF2-40B4-BE49-F238E27FC236}">
                <a16:creationId xmlns:a16="http://schemas.microsoft.com/office/drawing/2014/main" id="{98BDD56E-6700-4310-A0CF-11AEC0392F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Union</a:t>
            </a:r>
          </a:p>
        </p:txBody>
      </p:sp>
      <p:graphicFrame>
        <p:nvGraphicFramePr>
          <p:cNvPr id="129055" name="Group 31">
            <a:extLst>
              <a:ext uri="{FF2B5EF4-FFF2-40B4-BE49-F238E27FC236}">
                <a16:creationId xmlns:a16="http://schemas.microsoft.com/office/drawing/2014/main" id="{BF9A8B24-88CF-400D-B0D5-77F89B69DF77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514600" y="2286000"/>
          <a:ext cx="2722563" cy="1463675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2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8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รหัส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36" marB="252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ชื่อ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จังหวัด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8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marT="25236" marB="252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แดง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8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B002</a:t>
                      </a:r>
                    </a:p>
                  </a:txBody>
                  <a:tcPr marT="25236" marB="252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ฝน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กรุงเทพฯ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7957" name="Rectangle 29">
            <a:extLst>
              <a:ext uri="{FF2B5EF4-FFF2-40B4-BE49-F238E27FC236}">
                <a16:creationId xmlns:a16="http://schemas.microsoft.com/office/drawing/2014/main" id="{0F794928-5323-4D30-A95F-9AA25C9E3F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>
                <a:ea typeface="Angsana New" panose="02020603050405020304" pitchFamily="18" charset="-34"/>
              </a:rPr>
              <a:t>ตัวอย่าง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sp>
        <p:nvSpPr>
          <p:cNvPr id="167958" name="Text Box 30">
            <a:extLst>
              <a:ext uri="{FF2B5EF4-FFF2-40B4-BE49-F238E27FC236}">
                <a16:creationId xmlns:a16="http://schemas.microsoft.com/office/drawing/2014/main" id="{8EDC4B06-E272-4196-B78B-7F2EDD2976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1657350"/>
            <a:ext cx="4778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 i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rPr>
              <a:t>B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>
            <a:extLst>
              <a:ext uri="{FF2B5EF4-FFF2-40B4-BE49-F238E27FC236}">
                <a16:creationId xmlns:a16="http://schemas.microsoft.com/office/drawing/2014/main" id="{B1D4E1D3-F97B-40DE-8A0F-FB416FF22E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Union</a:t>
            </a:r>
          </a:p>
        </p:txBody>
      </p:sp>
      <p:graphicFrame>
        <p:nvGraphicFramePr>
          <p:cNvPr id="131075" name="Group 3">
            <a:extLst>
              <a:ext uri="{FF2B5EF4-FFF2-40B4-BE49-F238E27FC236}">
                <a16:creationId xmlns:a16="http://schemas.microsoft.com/office/drawing/2014/main" id="{700D4C1F-D342-42CC-AE60-10357D3AA6F3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514600" y="1314450"/>
          <a:ext cx="2722563" cy="2438400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2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รหัส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ชื่อ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จังหวัด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แดง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B002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ดำ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กรุงเทพฯ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B003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เขียว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สระบุรี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B004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ขาว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0013" name="Rectangle 29">
            <a:extLst>
              <a:ext uri="{FF2B5EF4-FFF2-40B4-BE49-F238E27FC236}">
                <a16:creationId xmlns:a16="http://schemas.microsoft.com/office/drawing/2014/main" id="{A0F19409-4475-488E-9905-1EB79E713A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>
                <a:ea typeface="Angsana New" panose="02020603050405020304" pitchFamily="18" charset="-34"/>
              </a:rPr>
              <a:t>ตัวอย่าง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sp>
        <p:nvSpPr>
          <p:cNvPr id="170014" name="Text Box 30">
            <a:extLst>
              <a:ext uri="{FF2B5EF4-FFF2-40B4-BE49-F238E27FC236}">
                <a16:creationId xmlns:a16="http://schemas.microsoft.com/office/drawing/2014/main" id="{9C05F713-CDF8-4B83-9B9D-3BF4A98B21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685800"/>
            <a:ext cx="4778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 i="1">
                <a:latin typeface="Arial" panose="020B0604020202020204" pitchFamily="34" charset="0"/>
                <a:cs typeface="Angsana New" panose="02020603050405020304" pitchFamily="18" charset="-34"/>
              </a:rPr>
              <a:t>A</a:t>
            </a:r>
          </a:p>
        </p:txBody>
      </p:sp>
      <p:graphicFrame>
        <p:nvGraphicFramePr>
          <p:cNvPr id="131103" name="Group 31">
            <a:extLst>
              <a:ext uri="{FF2B5EF4-FFF2-40B4-BE49-F238E27FC236}">
                <a16:creationId xmlns:a16="http://schemas.microsoft.com/office/drawing/2014/main" id="{E96F96D1-92AC-4D23-87BC-EEE97AF4F645}"/>
              </a:ext>
            </a:extLst>
          </p:cNvPr>
          <p:cNvGraphicFramePr>
            <a:graphicFrameLocks noGrp="1"/>
          </p:cNvGraphicFramePr>
          <p:nvPr/>
        </p:nvGraphicFramePr>
        <p:xfrm>
          <a:off x="2514600" y="4362450"/>
          <a:ext cx="2722563" cy="1463675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2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8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รหัส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36" marB="252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ชื่อ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จังหวัด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8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marT="25236" marB="252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แดง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8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B005</a:t>
                      </a:r>
                    </a:p>
                  </a:txBody>
                  <a:tcPr marT="25236" marB="252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ฝน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กรุงเทพฯ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0033" name="Text Box 49">
            <a:extLst>
              <a:ext uri="{FF2B5EF4-FFF2-40B4-BE49-F238E27FC236}">
                <a16:creationId xmlns:a16="http://schemas.microsoft.com/office/drawing/2014/main" id="{C7F452E2-00D2-4068-BEA7-EF04A87496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3733800"/>
            <a:ext cx="4778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 i="1">
                <a:latin typeface="Arial" panose="020B0604020202020204" pitchFamily="34" charset="0"/>
                <a:cs typeface="Angsana New" panose="02020603050405020304" pitchFamily="18" charset="-34"/>
              </a:rPr>
              <a:t>B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>
            <a:extLst>
              <a:ext uri="{FF2B5EF4-FFF2-40B4-BE49-F238E27FC236}">
                <a16:creationId xmlns:a16="http://schemas.microsoft.com/office/drawing/2014/main" id="{DFA5B7AB-039A-4595-B6CF-EA1B7E7E7F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Union</a:t>
            </a:r>
          </a:p>
        </p:txBody>
      </p:sp>
      <p:graphicFrame>
        <p:nvGraphicFramePr>
          <p:cNvPr id="132099" name="Group 3">
            <a:extLst>
              <a:ext uri="{FF2B5EF4-FFF2-40B4-BE49-F238E27FC236}">
                <a16:creationId xmlns:a16="http://schemas.microsoft.com/office/drawing/2014/main" id="{A7301A1B-2847-4184-BCC8-B7EA900BCCBF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514600" y="1314450"/>
          <a:ext cx="2722563" cy="2438400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2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รหัส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ชื่อ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จังหวัด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แดง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B002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ดำ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กรุงเทพฯ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B003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เขียว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สระบุรี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B004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ขาว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2061" name="Rectangle 29">
            <a:extLst>
              <a:ext uri="{FF2B5EF4-FFF2-40B4-BE49-F238E27FC236}">
                <a16:creationId xmlns:a16="http://schemas.microsoft.com/office/drawing/2014/main" id="{B0C605C9-8F8E-4158-9BC8-50301AF22B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>
                <a:ea typeface="Angsana New" panose="02020603050405020304" pitchFamily="18" charset="-34"/>
              </a:rPr>
              <a:t>ตัวอย่าง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sp>
        <p:nvSpPr>
          <p:cNvPr id="172062" name="Text Box 30">
            <a:extLst>
              <a:ext uri="{FF2B5EF4-FFF2-40B4-BE49-F238E27FC236}">
                <a16:creationId xmlns:a16="http://schemas.microsoft.com/office/drawing/2014/main" id="{6D4B3F6A-1CC7-485D-9063-F222052499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295400"/>
            <a:ext cx="4778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 i="1">
                <a:latin typeface="Arial" panose="020B0604020202020204" pitchFamily="34" charset="0"/>
                <a:cs typeface="Angsana New" panose="02020603050405020304" pitchFamily="18" charset="-34"/>
              </a:rPr>
              <a:t>A</a:t>
            </a:r>
          </a:p>
        </p:txBody>
      </p:sp>
      <p:graphicFrame>
        <p:nvGraphicFramePr>
          <p:cNvPr id="132146" name="Group 50">
            <a:extLst>
              <a:ext uri="{FF2B5EF4-FFF2-40B4-BE49-F238E27FC236}">
                <a16:creationId xmlns:a16="http://schemas.microsoft.com/office/drawing/2014/main" id="{29DA1885-F330-41AA-A3EE-B36C5C9B4FF8}"/>
              </a:ext>
            </a:extLst>
          </p:cNvPr>
          <p:cNvGraphicFramePr>
            <a:graphicFrameLocks noGrp="1"/>
          </p:cNvGraphicFramePr>
          <p:nvPr/>
        </p:nvGraphicFramePr>
        <p:xfrm>
          <a:off x="2514600" y="4362450"/>
          <a:ext cx="2722563" cy="974725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2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marT="25208" marB="252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แดง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08" marB="252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08" marB="252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B002</a:t>
                      </a:r>
                    </a:p>
                  </a:txBody>
                  <a:tcPr marT="25208" marB="252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ฝน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08" marB="252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กรุงเทพฯ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08" marB="252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2077" name="Text Box 51">
            <a:extLst>
              <a:ext uri="{FF2B5EF4-FFF2-40B4-BE49-F238E27FC236}">
                <a16:creationId xmlns:a16="http://schemas.microsoft.com/office/drawing/2014/main" id="{B1EDCB37-B94C-49EA-8A69-83BA34F5E5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4038600"/>
            <a:ext cx="4778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 i="1">
                <a:latin typeface="Arial" panose="020B0604020202020204" pitchFamily="34" charset="0"/>
                <a:cs typeface="Angsana New" panose="02020603050405020304" pitchFamily="18" charset="-34"/>
              </a:rPr>
              <a:t>B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>
            <a:extLst>
              <a:ext uri="{FF2B5EF4-FFF2-40B4-BE49-F238E27FC236}">
                <a16:creationId xmlns:a16="http://schemas.microsoft.com/office/drawing/2014/main" id="{A3712D3F-7595-4B02-BBFF-5506BDA4B7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Union</a:t>
            </a:r>
          </a:p>
        </p:txBody>
      </p:sp>
      <p:graphicFrame>
        <p:nvGraphicFramePr>
          <p:cNvPr id="133123" name="Group 3">
            <a:extLst>
              <a:ext uri="{FF2B5EF4-FFF2-40B4-BE49-F238E27FC236}">
                <a16:creationId xmlns:a16="http://schemas.microsoft.com/office/drawing/2014/main" id="{1C29B70B-0339-4C59-BFC0-98BB91EF91ED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514600" y="1314450"/>
          <a:ext cx="2722563" cy="2438400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2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รหัส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ชื่อ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จังหวัด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แดง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B002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ดำ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กรุงเทพฯ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B003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เขียว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สระบุรี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B004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ขาว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4109" name="Rectangle 29">
            <a:extLst>
              <a:ext uri="{FF2B5EF4-FFF2-40B4-BE49-F238E27FC236}">
                <a16:creationId xmlns:a16="http://schemas.microsoft.com/office/drawing/2014/main" id="{DE2B6119-EB42-426C-A5E0-3199AF3494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>
                <a:ea typeface="Angsana New" panose="02020603050405020304" pitchFamily="18" charset="-34"/>
              </a:rPr>
              <a:t>ตัวอย่าง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sp>
        <p:nvSpPr>
          <p:cNvPr id="174110" name="Text Box 30">
            <a:extLst>
              <a:ext uri="{FF2B5EF4-FFF2-40B4-BE49-F238E27FC236}">
                <a16:creationId xmlns:a16="http://schemas.microsoft.com/office/drawing/2014/main" id="{0CE7365B-C96A-4B4C-B62F-444C504F25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295400"/>
            <a:ext cx="4778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 i="1">
                <a:latin typeface="Arial" panose="020B0604020202020204" pitchFamily="34" charset="0"/>
                <a:cs typeface="Angsana New" panose="02020603050405020304" pitchFamily="18" charset="-34"/>
              </a:rPr>
              <a:t>A</a:t>
            </a:r>
          </a:p>
        </p:txBody>
      </p:sp>
      <p:graphicFrame>
        <p:nvGraphicFramePr>
          <p:cNvPr id="133151" name="Group 31">
            <a:extLst>
              <a:ext uri="{FF2B5EF4-FFF2-40B4-BE49-F238E27FC236}">
                <a16:creationId xmlns:a16="http://schemas.microsoft.com/office/drawing/2014/main" id="{BD997B66-DFF8-4879-B7C5-9F6E87585F59}"/>
              </a:ext>
            </a:extLst>
          </p:cNvPr>
          <p:cNvGraphicFramePr>
            <a:graphicFrameLocks noGrp="1"/>
          </p:cNvGraphicFramePr>
          <p:nvPr/>
        </p:nvGraphicFramePr>
        <p:xfrm>
          <a:off x="2514600" y="3733800"/>
          <a:ext cx="2722563" cy="974725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2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marT="25208" marB="252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แดง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08" marB="252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08" marB="252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B005</a:t>
                      </a:r>
                    </a:p>
                  </a:txBody>
                  <a:tcPr marT="25208" marB="252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ฝน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08" marB="252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กรุงเทพฯ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08" marB="252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4125" name="Text Box 45">
            <a:extLst>
              <a:ext uri="{FF2B5EF4-FFF2-40B4-BE49-F238E27FC236}">
                <a16:creationId xmlns:a16="http://schemas.microsoft.com/office/drawing/2014/main" id="{900A4E18-F63F-4B56-95EC-AAF694728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4038600"/>
            <a:ext cx="4778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 i="1">
                <a:latin typeface="Arial" panose="020B0604020202020204" pitchFamily="34" charset="0"/>
                <a:cs typeface="Angsana New" panose="02020603050405020304" pitchFamily="18" charset="-34"/>
              </a:rPr>
              <a:t>B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>
            <a:extLst>
              <a:ext uri="{FF2B5EF4-FFF2-40B4-BE49-F238E27FC236}">
                <a16:creationId xmlns:a16="http://schemas.microsoft.com/office/drawing/2014/main" id="{4ADACF2A-BFEF-48B0-ACA3-8D7839A16D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Union</a:t>
            </a:r>
          </a:p>
        </p:txBody>
      </p:sp>
      <p:graphicFrame>
        <p:nvGraphicFramePr>
          <p:cNvPr id="134147" name="Group 3">
            <a:extLst>
              <a:ext uri="{FF2B5EF4-FFF2-40B4-BE49-F238E27FC236}">
                <a16:creationId xmlns:a16="http://schemas.microsoft.com/office/drawing/2014/main" id="{6C30CA6E-332C-4025-824E-C0E35DD132B1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514600" y="1314450"/>
          <a:ext cx="2722563" cy="2438400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2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รหัส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ชื่อ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จังหวัด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แดง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B002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ดำ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กรุงเทพฯ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B003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เขียว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สระบุรี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B004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ขาว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6157" name="Rectangle 29">
            <a:extLst>
              <a:ext uri="{FF2B5EF4-FFF2-40B4-BE49-F238E27FC236}">
                <a16:creationId xmlns:a16="http://schemas.microsoft.com/office/drawing/2014/main" id="{6E068031-72D3-4829-A99F-22632E6AA0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>
                <a:ea typeface="Angsana New" panose="02020603050405020304" pitchFamily="18" charset="-34"/>
              </a:rPr>
              <a:t>ตัวอย่าง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sp>
        <p:nvSpPr>
          <p:cNvPr id="176158" name="Text Box 30">
            <a:extLst>
              <a:ext uri="{FF2B5EF4-FFF2-40B4-BE49-F238E27FC236}">
                <a16:creationId xmlns:a16="http://schemas.microsoft.com/office/drawing/2014/main" id="{7FCE3DC0-A4E7-4E3D-9872-D28B125FF9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295400"/>
            <a:ext cx="4778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 i="1">
                <a:latin typeface="Arial" panose="020B0604020202020204" pitchFamily="34" charset="0"/>
                <a:cs typeface="Angsana New" panose="02020603050405020304" pitchFamily="18" charset="-34"/>
              </a:rPr>
              <a:t>A</a:t>
            </a:r>
          </a:p>
        </p:txBody>
      </p:sp>
      <p:graphicFrame>
        <p:nvGraphicFramePr>
          <p:cNvPr id="134175" name="Group 31">
            <a:extLst>
              <a:ext uri="{FF2B5EF4-FFF2-40B4-BE49-F238E27FC236}">
                <a16:creationId xmlns:a16="http://schemas.microsoft.com/office/drawing/2014/main" id="{0BB3255F-7140-483E-BC3A-42B279AEBFA7}"/>
              </a:ext>
            </a:extLst>
          </p:cNvPr>
          <p:cNvGraphicFramePr>
            <a:graphicFrameLocks noGrp="1"/>
          </p:cNvGraphicFramePr>
          <p:nvPr/>
        </p:nvGraphicFramePr>
        <p:xfrm>
          <a:off x="2514600" y="3733800"/>
          <a:ext cx="2722563" cy="974725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2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marT="25208" marB="252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แดง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08" marB="252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08" marB="252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B005</a:t>
                      </a:r>
                    </a:p>
                  </a:txBody>
                  <a:tcPr marT="25208" marB="252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ฝน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08" marB="252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กรุงเทพฯ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08" marB="252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6173" name="Text Box 45">
            <a:extLst>
              <a:ext uri="{FF2B5EF4-FFF2-40B4-BE49-F238E27FC236}">
                <a16:creationId xmlns:a16="http://schemas.microsoft.com/office/drawing/2014/main" id="{39C32DD0-9458-43D8-856C-346F42D1C6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4038600"/>
            <a:ext cx="4778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 i="1">
                <a:latin typeface="Arial" panose="020B0604020202020204" pitchFamily="34" charset="0"/>
                <a:cs typeface="Angsana New" panose="02020603050405020304" pitchFamily="18" charset="-34"/>
              </a:rPr>
              <a:t>B</a:t>
            </a:r>
          </a:p>
        </p:txBody>
      </p:sp>
      <p:sp>
        <p:nvSpPr>
          <p:cNvPr id="176174" name="Line 46">
            <a:extLst>
              <a:ext uri="{FF2B5EF4-FFF2-40B4-BE49-F238E27FC236}">
                <a16:creationId xmlns:a16="http://schemas.microsoft.com/office/drawing/2014/main" id="{EF78BEFC-7C07-4D19-95B8-1C585F5B51E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34000" y="2057400"/>
            <a:ext cx="4572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76175" name="Line 47">
            <a:extLst>
              <a:ext uri="{FF2B5EF4-FFF2-40B4-BE49-F238E27FC236}">
                <a16:creationId xmlns:a16="http://schemas.microsoft.com/office/drawing/2014/main" id="{9442E720-0A22-4465-9799-11737D10483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34000" y="3962400"/>
            <a:ext cx="4572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>
            <a:extLst>
              <a:ext uri="{FF2B5EF4-FFF2-40B4-BE49-F238E27FC236}">
                <a16:creationId xmlns:a16="http://schemas.microsoft.com/office/drawing/2014/main" id="{6E03B3BD-748A-44FF-B2E9-98896170E9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Union</a:t>
            </a:r>
          </a:p>
        </p:txBody>
      </p:sp>
      <p:graphicFrame>
        <p:nvGraphicFramePr>
          <p:cNvPr id="136240" name="Group 48">
            <a:extLst>
              <a:ext uri="{FF2B5EF4-FFF2-40B4-BE49-F238E27FC236}">
                <a16:creationId xmlns:a16="http://schemas.microsoft.com/office/drawing/2014/main" id="{DD3DC467-3C9C-401A-8ED0-33131B97E3B2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514600" y="1314450"/>
          <a:ext cx="2722563" cy="2438400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2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รหัส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ชื่อ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จังหวัด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แดง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B002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ดำ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กรุงเทพฯ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B003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เขียว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สระบุรี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B004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ขาว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8205" name="Rectangle 29">
            <a:extLst>
              <a:ext uri="{FF2B5EF4-FFF2-40B4-BE49-F238E27FC236}">
                <a16:creationId xmlns:a16="http://schemas.microsoft.com/office/drawing/2014/main" id="{035FFA4F-5E43-4951-8359-4D617501B4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>
                <a:ea typeface="Angsana New" panose="02020603050405020304" pitchFamily="18" charset="-34"/>
              </a:rPr>
              <a:t>ตัวอย่าง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sp>
        <p:nvSpPr>
          <p:cNvPr id="178206" name="Text Box 30">
            <a:extLst>
              <a:ext uri="{FF2B5EF4-FFF2-40B4-BE49-F238E27FC236}">
                <a16:creationId xmlns:a16="http://schemas.microsoft.com/office/drawing/2014/main" id="{EDA5A6A1-A0AC-4611-BCAE-4F3E3F6213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295400"/>
            <a:ext cx="4778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 i="1">
                <a:latin typeface="Arial" panose="020B0604020202020204" pitchFamily="34" charset="0"/>
                <a:cs typeface="Angsana New" panose="02020603050405020304" pitchFamily="18" charset="-34"/>
              </a:rPr>
              <a:t>A</a:t>
            </a:r>
          </a:p>
        </p:txBody>
      </p:sp>
      <p:graphicFrame>
        <p:nvGraphicFramePr>
          <p:cNvPr id="136241" name="Group 49">
            <a:extLst>
              <a:ext uri="{FF2B5EF4-FFF2-40B4-BE49-F238E27FC236}">
                <a16:creationId xmlns:a16="http://schemas.microsoft.com/office/drawing/2014/main" id="{06836026-0474-46EB-9EB0-59FB486A5E85}"/>
              </a:ext>
            </a:extLst>
          </p:cNvPr>
          <p:cNvGraphicFramePr>
            <a:graphicFrameLocks noGrp="1"/>
          </p:cNvGraphicFramePr>
          <p:nvPr/>
        </p:nvGraphicFramePr>
        <p:xfrm>
          <a:off x="2514600" y="3733800"/>
          <a:ext cx="2722563" cy="974725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2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marT="25208" marB="252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แดง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08" marB="252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08" marB="252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B005</a:t>
                      </a:r>
                    </a:p>
                  </a:txBody>
                  <a:tcPr marT="25208" marB="252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ฝน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08" marB="252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กรุงเทพฯ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08" marB="252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8221" name="Text Box 45">
            <a:extLst>
              <a:ext uri="{FF2B5EF4-FFF2-40B4-BE49-F238E27FC236}">
                <a16:creationId xmlns:a16="http://schemas.microsoft.com/office/drawing/2014/main" id="{D67A6012-FDCB-4383-9DF3-99E5119C6D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4038600"/>
            <a:ext cx="4778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 i="1">
                <a:latin typeface="Arial" panose="020B0604020202020204" pitchFamily="34" charset="0"/>
                <a:cs typeface="Angsana New" panose="02020603050405020304" pitchFamily="18" charset="-34"/>
              </a:rPr>
              <a:t>B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>
            <a:extLst>
              <a:ext uri="{FF2B5EF4-FFF2-40B4-BE49-F238E27FC236}">
                <a16:creationId xmlns:a16="http://schemas.microsoft.com/office/drawing/2014/main" id="{EA424CE4-9266-48AC-91B1-4358FC1B19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Union</a:t>
            </a:r>
          </a:p>
        </p:txBody>
      </p:sp>
      <p:graphicFrame>
        <p:nvGraphicFramePr>
          <p:cNvPr id="135228" name="Group 60">
            <a:extLst>
              <a:ext uri="{FF2B5EF4-FFF2-40B4-BE49-F238E27FC236}">
                <a16:creationId xmlns:a16="http://schemas.microsoft.com/office/drawing/2014/main" id="{83379BFC-14A7-4255-AB1B-15F31763E008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514600" y="1314450"/>
          <a:ext cx="2722563" cy="2925763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2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รหัส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2" marB="252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ชื่อ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2" marB="252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จังหวัด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2" marB="252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marT="25222" marB="252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แดง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2" marB="252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2" marB="252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B002</a:t>
                      </a:r>
                    </a:p>
                  </a:txBody>
                  <a:tcPr marT="25222" marB="252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ดำ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2" marB="252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กรุงเทพฯ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2" marB="252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B003</a:t>
                      </a:r>
                    </a:p>
                  </a:txBody>
                  <a:tcPr marT="25222" marB="252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เขียว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2" marB="252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สระบุรี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2" marB="252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B004</a:t>
                      </a:r>
                    </a:p>
                  </a:txBody>
                  <a:tcPr marT="25222" marB="252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ขาว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2" marB="252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2" marB="252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B005</a:t>
                      </a:r>
                    </a:p>
                  </a:txBody>
                  <a:tcPr marT="25222" marB="252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ฝน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2" marB="252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กรุงเทพฯ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2" marB="252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0257" name="Rectangle 29">
            <a:extLst>
              <a:ext uri="{FF2B5EF4-FFF2-40B4-BE49-F238E27FC236}">
                <a16:creationId xmlns:a16="http://schemas.microsoft.com/office/drawing/2014/main" id="{9874D449-20AA-4923-AD22-DB0AC23CF3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>
                <a:ea typeface="Angsana New" panose="02020603050405020304" pitchFamily="18" charset="-34"/>
              </a:rPr>
              <a:t>ตัวอย่าง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sp>
        <p:nvSpPr>
          <p:cNvPr id="180258" name="Text Box 30">
            <a:extLst>
              <a:ext uri="{FF2B5EF4-FFF2-40B4-BE49-F238E27FC236}">
                <a16:creationId xmlns:a16="http://schemas.microsoft.com/office/drawing/2014/main" id="{253D3268-E5D5-469F-81A6-9CD0AA5107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4953000"/>
            <a:ext cx="1447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 i="1">
                <a:latin typeface="Arial" panose="020B0604020202020204" pitchFamily="34" charset="0"/>
                <a:cs typeface="Angsana New" panose="02020603050405020304" pitchFamily="18" charset="-34"/>
              </a:rPr>
              <a:t>A </a:t>
            </a:r>
            <a:r>
              <a:rPr lang="en-US" altLang="en-US" sz="2800">
                <a:latin typeface="Arial" panose="020B0604020202020204" pitchFamily="34" charset="0"/>
                <a:cs typeface="Angsana New" panose="02020603050405020304" pitchFamily="18" charset="-34"/>
              </a:rPr>
              <a:t>U</a:t>
            </a:r>
            <a:r>
              <a:rPr lang="en-US" altLang="en-US" sz="3200" b="1" i="1">
                <a:latin typeface="Arial" panose="020B0604020202020204" pitchFamily="34" charset="0"/>
                <a:cs typeface="Angsana New" panose="02020603050405020304" pitchFamily="18" charset="-34"/>
              </a:rPr>
              <a:t> B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>
            <a:extLst>
              <a:ext uri="{FF2B5EF4-FFF2-40B4-BE49-F238E27FC236}">
                <a16:creationId xmlns:a16="http://schemas.microsoft.com/office/drawing/2014/main" id="{4401C4EE-BE91-4453-B609-8E4EA9C40F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Intersection</a:t>
            </a:r>
          </a:p>
        </p:txBody>
      </p:sp>
      <p:sp>
        <p:nvSpPr>
          <p:cNvPr id="182275" name="Rectangle 3">
            <a:extLst>
              <a:ext uri="{FF2B5EF4-FFF2-40B4-BE49-F238E27FC236}">
                <a16:creationId xmlns:a16="http://schemas.microsoft.com/office/drawing/2014/main" id="{C4956B3C-B917-4AD5-8C7A-722F48F9BC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th-TH" altLang="en-US" sz="5000">
                <a:ea typeface="Angsana New" panose="02020603050405020304" pitchFamily="18" charset="-34"/>
              </a:rPr>
              <a:t>เป็นโอเปอเรเตอร์ทางคณิตศาสตร์ที่ใช้ในการแสดงข้อมูลที่ปรากฏอยู่ในทั้งสองรีเลชั่นหรือมากกว่า</a:t>
            </a:r>
          </a:p>
          <a:p>
            <a:pPr eaLnBrk="1" hangingPunct="1">
              <a:lnSpc>
                <a:spcPct val="90000"/>
              </a:lnSpc>
            </a:pPr>
            <a:r>
              <a:rPr lang="th-TH" altLang="en-US" sz="5000">
                <a:ea typeface="Angsana New" panose="02020603050405020304" pitchFamily="18" charset="-34"/>
              </a:rPr>
              <a:t>ต้องเป็นรีเลชั่นที่เข้ากันได้ </a:t>
            </a:r>
            <a:r>
              <a:rPr lang="en-US" altLang="en-US" sz="5000">
                <a:ea typeface="Angsana New" panose="02020603050405020304" pitchFamily="18" charset="-34"/>
              </a:rPr>
              <a:t>(Compatible Relation)</a:t>
            </a:r>
            <a:r>
              <a:rPr lang="th-TH" altLang="en-US" sz="5000">
                <a:ea typeface="Angsana New" panose="02020603050405020304" pitchFamily="18" charset="-34"/>
              </a:rPr>
              <a:t> </a:t>
            </a:r>
            <a:r>
              <a:rPr lang="en-US" altLang="en-US" sz="5000">
                <a:ea typeface="Angsana New" panose="02020603050405020304" pitchFamily="18" charset="-34"/>
              </a:rPr>
              <a:t>–</a:t>
            </a:r>
            <a:r>
              <a:rPr lang="th-TH" altLang="en-US" sz="5000">
                <a:ea typeface="Angsana New" panose="02020603050405020304" pitchFamily="18" charset="-34"/>
              </a:rPr>
              <a:t> มีจำนวนเท่ากัน,</a:t>
            </a:r>
            <a:r>
              <a:rPr lang="en-US" altLang="en-US" sz="5000">
                <a:ea typeface="Angsana New" panose="02020603050405020304" pitchFamily="18" charset="-34"/>
              </a:rPr>
              <a:t> </a:t>
            </a:r>
            <a:r>
              <a:rPr lang="th-TH" altLang="en-US" sz="5000">
                <a:ea typeface="Angsana New" panose="02020603050405020304" pitchFamily="18" charset="-34"/>
              </a:rPr>
              <a:t>ชื่อและลำดับ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th-TH" altLang="en-US" sz="5000">
                <a:ea typeface="Angsana New" panose="02020603050405020304" pitchFamily="18" charset="-34"/>
              </a:rPr>
              <a:t>	แอททริบิวต์เหมือนกัน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>
            <a:extLst>
              <a:ext uri="{FF2B5EF4-FFF2-40B4-BE49-F238E27FC236}">
                <a16:creationId xmlns:a16="http://schemas.microsoft.com/office/drawing/2014/main" id="{C23C527B-12A5-40FE-B538-51D30B68DC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Intersection</a:t>
            </a:r>
          </a:p>
        </p:txBody>
      </p:sp>
      <p:graphicFrame>
        <p:nvGraphicFramePr>
          <p:cNvPr id="140291" name="Group 3">
            <a:extLst>
              <a:ext uri="{FF2B5EF4-FFF2-40B4-BE49-F238E27FC236}">
                <a16:creationId xmlns:a16="http://schemas.microsoft.com/office/drawing/2014/main" id="{EA46D2E3-FF30-4EEC-8F01-938AA8B0FBB9}"/>
              </a:ext>
            </a:extLst>
          </p:cNvPr>
          <p:cNvGraphicFramePr>
            <a:graphicFrameLocks noGrp="1"/>
          </p:cNvGraphicFramePr>
          <p:nvPr>
            <p:ph sz="quarter" idx="3"/>
          </p:nvPr>
        </p:nvGraphicFramePr>
        <p:xfrm>
          <a:off x="2590800" y="1524000"/>
          <a:ext cx="3962400" cy="1219200"/>
        </p:xfrm>
        <a:graphic>
          <a:graphicData uri="http://schemas.openxmlformats.org/drawingml/2006/table">
            <a:tbl>
              <a:tblPr/>
              <a:tblGrid>
                <a:gridCol w="396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19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th-TH" sz="4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gsana New" pitchFamily="18" charset="-34"/>
                        <a:cs typeface="Angsana New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0297" name="Group 9">
            <a:extLst>
              <a:ext uri="{FF2B5EF4-FFF2-40B4-BE49-F238E27FC236}">
                <a16:creationId xmlns:a16="http://schemas.microsoft.com/office/drawing/2014/main" id="{58BC41C3-CD25-4D95-9B2E-28E8C6382998}"/>
              </a:ext>
            </a:extLst>
          </p:cNvPr>
          <p:cNvGraphicFramePr>
            <a:graphicFrameLocks noGrp="1"/>
          </p:cNvGraphicFramePr>
          <p:nvPr/>
        </p:nvGraphicFramePr>
        <p:xfrm>
          <a:off x="2590800" y="2743200"/>
          <a:ext cx="3962400" cy="1219200"/>
        </p:xfrm>
        <a:graphic>
          <a:graphicData uri="http://schemas.openxmlformats.org/drawingml/2006/table">
            <a:tbl>
              <a:tblPr/>
              <a:tblGrid>
                <a:gridCol w="396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19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th-TH" sz="4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gsana New" pitchFamily="18" charset="-34"/>
                        <a:cs typeface="Angsana New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0303" name="Group 15">
            <a:extLst>
              <a:ext uri="{FF2B5EF4-FFF2-40B4-BE49-F238E27FC236}">
                <a16:creationId xmlns:a16="http://schemas.microsoft.com/office/drawing/2014/main" id="{119D6B11-4511-41A3-A575-6E77DF22B627}"/>
              </a:ext>
            </a:extLst>
          </p:cNvPr>
          <p:cNvGraphicFramePr>
            <a:graphicFrameLocks noGrp="1"/>
          </p:cNvGraphicFramePr>
          <p:nvPr/>
        </p:nvGraphicFramePr>
        <p:xfrm>
          <a:off x="2590800" y="3962400"/>
          <a:ext cx="3962400" cy="1219200"/>
        </p:xfrm>
        <a:graphic>
          <a:graphicData uri="http://schemas.openxmlformats.org/drawingml/2006/table">
            <a:tbl>
              <a:tblPr/>
              <a:tblGrid>
                <a:gridCol w="396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19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th-TH" sz="4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gsana New" pitchFamily="18" charset="-34"/>
                        <a:cs typeface="Angsana New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>
            <a:extLst>
              <a:ext uri="{FF2B5EF4-FFF2-40B4-BE49-F238E27FC236}">
                <a16:creationId xmlns:a16="http://schemas.microsoft.com/office/drawing/2014/main" id="{075BD65D-0BD0-4251-BF7A-0CF2236FAD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Intersection</a:t>
            </a:r>
          </a:p>
        </p:txBody>
      </p:sp>
      <p:sp>
        <p:nvSpPr>
          <p:cNvPr id="186371" name="Rectangle 3">
            <a:extLst>
              <a:ext uri="{FF2B5EF4-FFF2-40B4-BE49-F238E27FC236}">
                <a16:creationId xmlns:a16="http://schemas.microsoft.com/office/drawing/2014/main" id="{E07AA3C7-02AB-4624-9508-888BB1C49C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 sz="5000">
                <a:ea typeface="Angsana New" panose="02020603050405020304" pitchFamily="18" charset="-34"/>
              </a:rPr>
              <a:t>รูปแบบ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sp>
        <p:nvSpPr>
          <p:cNvPr id="186372" name="Text Box 4">
            <a:extLst>
              <a:ext uri="{FF2B5EF4-FFF2-40B4-BE49-F238E27FC236}">
                <a16:creationId xmlns:a16="http://schemas.microsoft.com/office/drawing/2014/main" id="{CD656268-66E6-4786-A61C-5E67AEEAA3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2667000"/>
            <a:ext cx="6934200" cy="65405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rgbClr val="FFD55D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th-TH" altLang="en-US" sz="3600">
                <a:solidFill>
                  <a:schemeClr val="tx1"/>
                </a:solidFill>
              </a:rPr>
              <a:t>ชื่อรีเลชั่นแรก</a:t>
            </a:r>
            <a:r>
              <a:rPr lang="en-US" altLang="en-US" sz="3600">
                <a:solidFill>
                  <a:schemeClr val="tx1"/>
                </a:solidFill>
              </a:rPr>
              <a:t> INTERSECT </a:t>
            </a:r>
            <a:r>
              <a:rPr lang="th-TH" altLang="en-US" sz="3600">
                <a:solidFill>
                  <a:schemeClr val="tx1"/>
                </a:solidFill>
              </a:rPr>
              <a:t>ชื่อรีเลชั่นสอง</a:t>
            </a:r>
            <a:endParaRPr lang="en-US" altLang="en-US" sz="3600">
              <a:solidFill>
                <a:schemeClr val="tx1"/>
              </a:solidFill>
            </a:endParaRPr>
          </a:p>
        </p:txBody>
      </p:sp>
      <p:sp>
        <p:nvSpPr>
          <p:cNvPr id="186373" name="Text Box 5">
            <a:extLst>
              <a:ext uri="{FF2B5EF4-FFF2-40B4-BE49-F238E27FC236}">
                <a16:creationId xmlns:a16="http://schemas.microsoft.com/office/drawing/2014/main" id="{7B0F7B65-0BDA-43CC-BD9C-ACB6A428C7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3657600"/>
            <a:ext cx="6858000" cy="7747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rgbClr val="FFD55D"/>
              </a:gs>
            </a:gsLst>
            <a:lin ang="5400000" scaled="1"/>
          </a:gra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400">
                <a:solidFill>
                  <a:schemeClr val="tx1"/>
                </a:solidFill>
                <a:sym typeface="Symbol" panose="05050102010706020507" pitchFamily="18" charset="2"/>
              </a:rPr>
              <a:t>Relation  Relation</a:t>
            </a:r>
            <a:endParaRPr lang="th-TH" altLang="en-US" sz="440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2">
            <a:extLst>
              <a:ext uri="{FF2B5EF4-FFF2-40B4-BE49-F238E27FC236}">
                <a16:creationId xmlns:a16="http://schemas.microsoft.com/office/drawing/2014/main" id="{109D07D2-6102-417D-A1C7-1652EB35E8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Intersection</a:t>
            </a:r>
          </a:p>
        </p:txBody>
      </p:sp>
      <p:graphicFrame>
        <p:nvGraphicFramePr>
          <p:cNvPr id="142339" name="Group 3">
            <a:extLst>
              <a:ext uri="{FF2B5EF4-FFF2-40B4-BE49-F238E27FC236}">
                <a16:creationId xmlns:a16="http://schemas.microsoft.com/office/drawing/2014/main" id="{19115B19-F166-4803-95DF-4FABB232BBD8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514600" y="2286000"/>
          <a:ext cx="2722563" cy="2438400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2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รหัส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ชื่อ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จังหวัด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แดง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B002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ดำ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กรุงเทพฯ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B003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เขียว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สระบุรี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B004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ขาว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8445" name="Rectangle 29">
            <a:extLst>
              <a:ext uri="{FF2B5EF4-FFF2-40B4-BE49-F238E27FC236}">
                <a16:creationId xmlns:a16="http://schemas.microsoft.com/office/drawing/2014/main" id="{7109195F-DC27-4F85-A6DD-F2A3BB6194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>
                <a:ea typeface="Angsana New" panose="02020603050405020304" pitchFamily="18" charset="-34"/>
              </a:rPr>
              <a:t>ตัวอย่าง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sp>
        <p:nvSpPr>
          <p:cNvPr id="188446" name="Text Box 30">
            <a:extLst>
              <a:ext uri="{FF2B5EF4-FFF2-40B4-BE49-F238E27FC236}">
                <a16:creationId xmlns:a16="http://schemas.microsoft.com/office/drawing/2014/main" id="{9C5A8445-5D6C-4150-816B-151510C6A8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1657350"/>
            <a:ext cx="4778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 i="1">
                <a:latin typeface="Arial" panose="020B0604020202020204" pitchFamily="34" charset="0"/>
                <a:cs typeface="Angsana New" panose="02020603050405020304" pitchFamily="18" charset="-34"/>
              </a:rPr>
              <a:t>A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>
            <a:extLst>
              <a:ext uri="{FF2B5EF4-FFF2-40B4-BE49-F238E27FC236}">
                <a16:creationId xmlns:a16="http://schemas.microsoft.com/office/drawing/2014/main" id="{A6EF9494-F329-413E-9351-6E00AE0569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Intersection</a:t>
            </a:r>
          </a:p>
        </p:txBody>
      </p:sp>
      <p:graphicFrame>
        <p:nvGraphicFramePr>
          <p:cNvPr id="143363" name="Group 3">
            <a:extLst>
              <a:ext uri="{FF2B5EF4-FFF2-40B4-BE49-F238E27FC236}">
                <a16:creationId xmlns:a16="http://schemas.microsoft.com/office/drawing/2014/main" id="{F95197F1-6AD8-49ED-BDDA-C1A890F5565E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514600" y="2286000"/>
          <a:ext cx="2722563" cy="1463675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2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8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รหัส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36" marB="252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ชื่อ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จังหวัด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8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marT="25236" marB="252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แดง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8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B002</a:t>
                      </a:r>
                    </a:p>
                  </a:txBody>
                  <a:tcPr marT="25236" marB="252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ฝน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กรุงเทพฯ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0485" name="Rectangle 21">
            <a:extLst>
              <a:ext uri="{FF2B5EF4-FFF2-40B4-BE49-F238E27FC236}">
                <a16:creationId xmlns:a16="http://schemas.microsoft.com/office/drawing/2014/main" id="{4374FBA4-DCB9-445A-B54B-EEB42C272B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>
                <a:ea typeface="Angsana New" panose="02020603050405020304" pitchFamily="18" charset="-34"/>
              </a:rPr>
              <a:t>ตัวอย่าง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sp>
        <p:nvSpPr>
          <p:cNvPr id="190486" name="Text Box 22">
            <a:extLst>
              <a:ext uri="{FF2B5EF4-FFF2-40B4-BE49-F238E27FC236}">
                <a16:creationId xmlns:a16="http://schemas.microsoft.com/office/drawing/2014/main" id="{70031E12-CF8D-417D-A489-7D9D326D6C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1657350"/>
            <a:ext cx="4778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 i="1">
                <a:latin typeface="Arial" panose="020B0604020202020204" pitchFamily="34" charset="0"/>
                <a:cs typeface="Angsana New" panose="02020603050405020304" pitchFamily="18" charset="-34"/>
              </a:rPr>
              <a:t>B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2">
            <a:extLst>
              <a:ext uri="{FF2B5EF4-FFF2-40B4-BE49-F238E27FC236}">
                <a16:creationId xmlns:a16="http://schemas.microsoft.com/office/drawing/2014/main" id="{41CFA117-B469-432E-B0FA-7C8C338416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Intersection</a:t>
            </a:r>
          </a:p>
        </p:txBody>
      </p:sp>
      <p:graphicFrame>
        <p:nvGraphicFramePr>
          <p:cNvPr id="144387" name="Group 3">
            <a:extLst>
              <a:ext uri="{FF2B5EF4-FFF2-40B4-BE49-F238E27FC236}">
                <a16:creationId xmlns:a16="http://schemas.microsoft.com/office/drawing/2014/main" id="{33902BED-F316-41E5-9A97-98A0E76D2168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514600" y="1314450"/>
          <a:ext cx="2722563" cy="2438400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2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รหัส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ชื่อ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จังหวัด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แดง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B002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ดำ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กรุงเทพฯ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B003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เขียว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สระบุรี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B004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ขาว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2541" name="Rectangle 29">
            <a:extLst>
              <a:ext uri="{FF2B5EF4-FFF2-40B4-BE49-F238E27FC236}">
                <a16:creationId xmlns:a16="http://schemas.microsoft.com/office/drawing/2014/main" id="{F7E45C35-958A-4337-80AF-C8A1C4BEA5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>
                <a:ea typeface="Angsana New" panose="02020603050405020304" pitchFamily="18" charset="-34"/>
              </a:rPr>
              <a:t>ตัวอย่าง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sp>
        <p:nvSpPr>
          <p:cNvPr id="192542" name="Text Box 30">
            <a:extLst>
              <a:ext uri="{FF2B5EF4-FFF2-40B4-BE49-F238E27FC236}">
                <a16:creationId xmlns:a16="http://schemas.microsoft.com/office/drawing/2014/main" id="{5D0F6136-AEFC-45AD-AA8B-62E82C370C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792163"/>
            <a:ext cx="47783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 i="1">
                <a:latin typeface="Arial" panose="020B0604020202020204" pitchFamily="34" charset="0"/>
                <a:cs typeface="Angsana New" panose="02020603050405020304" pitchFamily="18" charset="-34"/>
              </a:rPr>
              <a:t>A</a:t>
            </a:r>
          </a:p>
        </p:txBody>
      </p:sp>
      <p:graphicFrame>
        <p:nvGraphicFramePr>
          <p:cNvPr id="144415" name="Group 31">
            <a:extLst>
              <a:ext uri="{FF2B5EF4-FFF2-40B4-BE49-F238E27FC236}">
                <a16:creationId xmlns:a16="http://schemas.microsoft.com/office/drawing/2014/main" id="{ACF60716-D57F-472B-A5D4-6B883690243A}"/>
              </a:ext>
            </a:extLst>
          </p:cNvPr>
          <p:cNvGraphicFramePr>
            <a:graphicFrameLocks noGrp="1"/>
          </p:cNvGraphicFramePr>
          <p:nvPr/>
        </p:nvGraphicFramePr>
        <p:xfrm>
          <a:off x="2514600" y="4362450"/>
          <a:ext cx="2722563" cy="1463675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2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8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รหัส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36" marB="252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ชื่อ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จังหวัด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8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marT="25236" marB="252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แดง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8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B002</a:t>
                      </a:r>
                    </a:p>
                  </a:txBody>
                  <a:tcPr marT="25236" marB="252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ฝน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กรุงเทพฯ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2561" name="Text Box 49">
            <a:extLst>
              <a:ext uri="{FF2B5EF4-FFF2-40B4-BE49-F238E27FC236}">
                <a16:creationId xmlns:a16="http://schemas.microsoft.com/office/drawing/2014/main" id="{5888D35F-20FF-4317-9669-E19F504FA1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3733800"/>
            <a:ext cx="4778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 i="1">
                <a:latin typeface="Arial" panose="020B0604020202020204" pitchFamily="34" charset="0"/>
                <a:cs typeface="Angsana New" panose="02020603050405020304" pitchFamily="18" charset="-34"/>
              </a:rPr>
              <a:t>B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>
            <a:extLst>
              <a:ext uri="{FF2B5EF4-FFF2-40B4-BE49-F238E27FC236}">
                <a16:creationId xmlns:a16="http://schemas.microsoft.com/office/drawing/2014/main" id="{FF76CB41-96A4-4DB3-A3F3-6AB0F02515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Intersection</a:t>
            </a:r>
          </a:p>
        </p:txBody>
      </p:sp>
      <p:graphicFrame>
        <p:nvGraphicFramePr>
          <p:cNvPr id="145411" name="Group 3">
            <a:extLst>
              <a:ext uri="{FF2B5EF4-FFF2-40B4-BE49-F238E27FC236}">
                <a16:creationId xmlns:a16="http://schemas.microsoft.com/office/drawing/2014/main" id="{47548031-7B48-41CF-9675-74208B523466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514600" y="1314450"/>
          <a:ext cx="2722563" cy="2438400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2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รหัส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ชื่อ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จังหวัด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แดง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B002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ดำ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กรุงเทพฯ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B003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เขียว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สระบุรี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B004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ขาว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4589" name="Rectangle 29">
            <a:extLst>
              <a:ext uri="{FF2B5EF4-FFF2-40B4-BE49-F238E27FC236}">
                <a16:creationId xmlns:a16="http://schemas.microsoft.com/office/drawing/2014/main" id="{8306716C-927B-4B01-803F-72409295D1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>
                <a:ea typeface="Angsana New" panose="02020603050405020304" pitchFamily="18" charset="-34"/>
              </a:rPr>
              <a:t>ตัวอย่าง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sp>
        <p:nvSpPr>
          <p:cNvPr id="194590" name="Text Box 30">
            <a:extLst>
              <a:ext uri="{FF2B5EF4-FFF2-40B4-BE49-F238E27FC236}">
                <a16:creationId xmlns:a16="http://schemas.microsoft.com/office/drawing/2014/main" id="{ADE38DA0-53FA-46C6-8CC8-4EAA2060A0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295400"/>
            <a:ext cx="4778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 i="1">
                <a:latin typeface="Arial" panose="020B0604020202020204" pitchFamily="34" charset="0"/>
                <a:cs typeface="Angsana New" panose="02020603050405020304" pitchFamily="18" charset="-34"/>
              </a:rPr>
              <a:t>A</a:t>
            </a:r>
          </a:p>
        </p:txBody>
      </p:sp>
      <p:graphicFrame>
        <p:nvGraphicFramePr>
          <p:cNvPr id="145439" name="Group 31">
            <a:extLst>
              <a:ext uri="{FF2B5EF4-FFF2-40B4-BE49-F238E27FC236}">
                <a16:creationId xmlns:a16="http://schemas.microsoft.com/office/drawing/2014/main" id="{90ECE21F-E110-4ED5-A2D9-7931B9E0F248}"/>
              </a:ext>
            </a:extLst>
          </p:cNvPr>
          <p:cNvGraphicFramePr>
            <a:graphicFrameLocks noGrp="1"/>
          </p:cNvGraphicFramePr>
          <p:nvPr/>
        </p:nvGraphicFramePr>
        <p:xfrm>
          <a:off x="2514600" y="4362450"/>
          <a:ext cx="2722563" cy="974725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2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marT="25208" marB="252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แดง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08" marB="252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08" marB="252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B002</a:t>
                      </a:r>
                    </a:p>
                  </a:txBody>
                  <a:tcPr marT="25208" marB="252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ฝน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08" marB="252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กรุงเทพฯ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08" marB="252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4605" name="Text Box 45">
            <a:extLst>
              <a:ext uri="{FF2B5EF4-FFF2-40B4-BE49-F238E27FC236}">
                <a16:creationId xmlns:a16="http://schemas.microsoft.com/office/drawing/2014/main" id="{C2C70088-0ABC-459C-85B5-53747A047E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4038600"/>
            <a:ext cx="4778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 i="1">
                <a:latin typeface="Arial" panose="020B0604020202020204" pitchFamily="34" charset="0"/>
                <a:cs typeface="Angsana New" panose="02020603050405020304" pitchFamily="18" charset="-34"/>
              </a:rPr>
              <a:t>B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2">
            <a:extLst>
              <a:ext uri="{FF2B5EF4-FFF2-40B4-BE49-F238E27FC236}">
                <a16:creationId xmlns:a16="http://schemas.microsoft.com/office/drawing/2014/main" id="{D496B130-E35A-44AF-9EEE-FC0DC5A1AF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Intersection</a:t>
            </a:r>
          </a:p>
        </p:txBody>
      </p:sp>
      <p:graphicFrame>
        <p:nvGraphicFramePr>
          <p:cNvPr id="146435" name="Group 3">
            <a:extLst>
              <a:ext uri="{FF2B5EF4-FFF2-40B4-BE49-F238E27FC236}">
                <a16:creationId xmlns:a16="http://schemas.microsoft.com/office/drawing/2014/main" id="{53137F21-066A-4C48-90D6-676F8A85909E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514600" y="1314450"/>
          <a:ext cx="2722563" cy="2438400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2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รหัส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ชื่อ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จังหวัด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แดง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B002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ดำ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กรุงเทพฯ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B003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เขียว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สระบุรี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B004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ขาว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6637" name="Rectangle 29">
            <a:extLst>
              <a:ext uri="{FF2B5EF4-FFF2-40B4-BE49-F238E27FC236}">
                <a16:creationId xmlns:a16="http://schemas.microsoft.com/office/drawing/2014/main" id="{37ED9B23-9560-4A4A-B6FD-507BB3667A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>
                <a:ea typeface="Angsana New" panose="02020603050405020304" pitchFamily="18" charset="-34"/>
              </a:rPr>
              <a:t>ตัวอย่าง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sp>
        <p:nvSpPr>
          <p:cNvPr id="196638" name="Text Box 30">
            <a:extLst>
              <a:ext uri="{FF2B5EF4-FFF2-40B4-BE49-F238E27FC236}">
                <a16:creationId xmlns:a16="http://schemas.microsoft.com/office/drawing/2014/main" id="{55F52AE7-6143-4B33-952F-146C49551D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295400"/>
            <a:ext cx="4778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 i="1">
                <a:latin typeface="Arial" panose="020B0604020202020204" pitchFamily="34" charset="0"/>
                <a:cs typeface="Angsana New" panose="02020603050405020304" pitchFamily="18" charset="-34"/>
              </a:rPr>
              <a:t>A</a:t>
            </a:r>
          </a:p>
        </p:txBody>
      </p:sp>
      <p:graphicFrame>
        <p:nvGraphicFramePr>
          <p:cNvPr id="146463" name="Group 31">
            <a:extLst>
              <a:ext uri="{FF2B5EF4-FFF2-40B4-BE49-F238E27FC236}">
                <a16:creationId xmlns:a16="http://schemas.microsoft.com/office/drawing/2014/main" id="{EBE50416-97F5-4618-BE15-E12D703CF6CF}"/>
              </a:ext>
            </a:extLst>
          </p:cNvPr>
          <p:cNvGraphicFramePr>
            <a:graphicFrameLocks noGrp="1"/>
          </p:cNvGraphicFramePr>
          <p:nvPr/>
        </p:nvGraphicFramePr>
        <p:xfrm>
          <a:off x="2514600" y="3733800"/>
          <a:ext cx="2722563" cy="974725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2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marT="25208" marB="252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แดง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08" marB="252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08" marB="252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B002</a:t>
                      </a:r>
                    </a:p>
                  </a:txBody>
                  <a:tcPr marT="25208" marB="252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ฝน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08" marB="252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กรุงเทพฯ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08" marB="252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6653" name="Text Box 45">
            <a:extLst>
              <a:ext uri="{FF2B5EF4-FFF2-40B4-BE49-F238E27FC236}">
                <a16:creationId xmlns:a16="http://schemas.microsoft.com/office/drawing/2014/main" id="{23BC9835-E96D-4E29-A5AE-740A4E3994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4038600"/>
            <a:ext cx="4778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 i="1">
                <a:latin typeface="Arial" panose="020B0604020202020204" pitchFamily="34" charset="0"/>
                <a:cs typeface="Angsana New" panose="02020603050405020304" pitchFamily="18" charset="-34"/>
              </a:rPr>
              <a:t>B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2">
            <a:extLst>
              <a:ext uri="{FF2B5EF4-FFF2-40B4-BE49-F238E27FC236}">
                <a16:creationId xmlns:a16="http://schemas.microsoft.com/office/drawing/2014/main" id="{3C823AB8-06C2-4C50-B141-444D744F34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Intersection</a:t>
            </a:r>
          </a:p>
        </p:txBody>
      </p:sp>
      <p:graphicFrame>
        <p:nvGraphicFramePr>
          <p:cNvPr id="147459" name="Group 3">
            <a:extLst>
              <a:ext uri="{FF2B5EF4-FFF2-40B4-BE49-F238E27FC236}">
                <a16:creationId xmlns:a16="http://schemas.microsoft.com/office/drawing/2014/main" id="{F6F3EA6D-1F63-4239-BA85-E8C4D7963664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514600" y="1314450"/>
          <a:ext cx="2722563" cy="2438400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2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รหัส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ชื่อ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จังหวัด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แดง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B002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ดำ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กรุงเทพฯ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B003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เขียว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สระบุรี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B004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ขาว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8685" name="Rectangle 29">
            <a:extLst>
              <a:ext uri="{FF2B5EF4-FFF2-40B4-BE49-F238E27FC236}">
                <a16:creationId xmlns:a16="http://schemas.microsoft.com/office/drawing/2014/main" id="{725543A1-E1DF-4C4F-BA54-5A3954A162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>
                <a:ea typeface="Angsana New" panose="02020603050405020304" pitchFamily="18" charset="-34"/>
              </a:rPr>
              <a:t>ตัวอย่าง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sp>
        <p:nvSpPr>
          <p:cNvPr id="198686" name="Text Box 30">
            <a:extLst>
              <a:ext uri="{FF2B5EF4-FFF2-40B4-BE49-F238E27FC236}">
                <a16:creationId xmlns:a16="http://schemas.microsoft.com/office/drawing/2014/main" id="{C3F574B4-A52B-40FD-A37E-BDB03D9F3E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295400"/>
            <a:ext cx="4778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 i="1">
                <a:latin typeface="Arial" panose="020B0604020202020204" pitchFamily="34" charset="0"/>
                <a:cs typeface="Angsana New" panose="02020603050405020304" pitchFamily="18" charset="-34"/>
              </a:rPr>
              <a:t>A</a:t>
            </a:r>
          </a:p>
        </p:txBody>
      </p:sp>
      <p:graphicFrame>
        <p:nvGraphicFramePr>
          <p:cNvPr id="147487" name="Group 31">
            <a:extLst>
              <a:ext uri="{FF2B5EF4-FFF2-40B4-BE49-F238E27FC236}">
                <a16:creationId xmlns:a16="http://schemas.microsoft.com/office/drawing/2014/main" id="{FEA8E0B0-68EA-4DB7-A287-39318B139030}"/>
              </a:ext>
            </a:extLst>
          </p:cNvPr>
          <p:cNvGraphicFramePr>
            <a:graphicFrameLocks noGrp="1"/>
          </p:cNvGraphicFramePr>
          <p:nvPr/>
        </p:nvGraphicFramePr>
        <p:xfrm>
          <a:off x="2514600" y="3733800"/>
          <a:ext cx="2722563" cy="974725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2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marT="25208" marB="252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แดง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08" marB="252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08" marB="252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B005</a:t>
                      </a:r>
                    </a:p>
                  </a:txBody>
                  <a:tcPr marT="25208" marB="252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ฝน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08" marB="252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กรุงเทพฯ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08" marB="252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8701" name="Text Box 45">
            <a:extLst>
              <a:ext uri="{FF2B5EF4-FFF2-40B4-BE49-F238E27FC236}">
                <a16:creationId xmlns:a16="http://schemas.microsoft.com/office/drawing/2014/main" id="{8A05764D-E4CA-4AEA-9FBA-2697C423A1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4038600"/>
            <a:ext cx="4778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 i="1">
                <a:latin typeface="Arial" panose="020B0604020202020204" pitchFamily="34" charset="0"/>
                <a:cs typeface="Angsana New" panose="02020603050405020304" pitchFamily="18" charset="-34"/>
              </a:rPr>
              <a:t>B</a:t>
            </a:r>
          </a:p>
        </p:txBody>
      </p:sp>
      <p:sp>
        <p:nvSpPr>
          <p:cNvPr id="198702" name="Line 46">
            <a:extLst>
              <a:ext uri="{FF2B5EF4-FFF2-40B4-BE49-F238E27FC236}">
                <a16:creationId xmlns:a16="http://schemas.microsoft.com/office/drawing/2014/main" id="{C5F9BF27-179E-42E9-9ED1-FE0415194BE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34000" y="2057400"/>
            <a:ext cx="4572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98703" name="Line 47">
            <a:extLst>
              <a:ext uri="{FF2B5EF4-FFF2-40B4-BE49-F238E27FC236}">
                <a16:creationId xmlns:a16="http://schemas.microsoft.com/office/drawing/2014/main" id="{2CC4E835-3B59-42DC-97E7-46DFD8A0200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34000" y="3962400"/>
            <a:ext cx="4572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2">
            <a:extLst>
              <a:ext uri="{FF2B5EF4-FFF2-40B4-BE49-F238E27FC236}">
                <a16:creationId xmlns:a16="http://schemas.microsoft.com/office/drawing/2014/main" id="{D86FD695-16AF-42B2-B037-A10C5C16C1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Intersection</a:t>
            </a:r>
          </a:p>
        </p:txBody>
      </p:sp>
      <p:graphicFrame>
        <p:nvGraphicFramePr>
          <p:cNvPr id="148483" name="Group 3">
            <a:extLst>
              <a:ext uri="{FF2B5EF4-FFF2-40B4-BE49-F238E27FC236}">
                <a16:creationId xmlns:a16="http://schemas.microsoft.com/office/drawing/2014/main" id="{E77DB327-3B37-4636-80F7-7AC8EA0DE32F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514600" y="1314450"/>
          <a:ext cx="2722563" cy="2438400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2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รหัส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ชื่อ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จังหวัด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แดง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B002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ดำ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กรุงเทพฯ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B003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เขียว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สระบุรี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B004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ขาว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0733" name="Rectangle 29">
            <a:extLst>
              <a:ext uri="{FF2B5EF4-FFF2-40B4-BE49-F238E27FC236}">
                <a16:creationId xmlns:a16="http://schemas.microsoft.com/office/drawing/2014/main" id="{DB624CBC-47DF-49B7-B58A-665031DF88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>
                <a:ea typeface="Angsana New" panose="02020603050405020304" pitchFamily="18" charset="-34"/>
              </a:rPr>
              <a:t>ตัวอย่าง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sp>
        <p:nvSpPr>
          <p:cNvPr id="200734" name="Text Box 30">
            <a:extLst>
              <a:ext uri="{FF2B5EF4-FFF2-40B4-BE49-F238E27FC236}">
                <a16:creationId xmlns:a16="http://schemas.microsoft.com/office/drawing/2014/main" id="{669315CE-C384-4068-B6F7-51B431BF16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295400"/>
            <a:ext cx="4778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 i="1">
                <a:latin typeface="Arial" panose="020B0604020202020204" pitchFamily="34" charset="0"/>
                <a:cs typeface="Angsana New" panose="02020603050405020304" pitchFamily="18" charset="-34"/>
              </a:rPr>
              <a:t>A</a:t>
            </a:r>
          </a:p>
        </p:txBody>
      </p:sp>
      <p:graphicFrame>
        <p:nvGraphicFramePr>
          <p:cNvPr id="148511" name="Group 31">
            <a:extLst>
              <a:ext uri="{FF2B5EF4-FFF2-40B4-BE49-F238E27FC236}">
                <a16:creationId xmlns:a16="http://schemas.microsoft.com/office/drawing/2014/main" id="{81D91AAC-E0CA-4FB0-A93A-AF82E740D14C}"/>
              </a:ext>
            </a:extLst>
          </p:cNvPr>
          <p:cNvGraphicFramePr>
            <a:graphicFrameLocks noGrp="1"/>
          </p:cNvGraphicFramePr>
          <p:nvPr/>
        </p:nvGraphicFramePr>
        <p:xfrm>
          <a:off x="2514600" y="3733800"/>
          <a:ext cx="2722563" cy="974725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2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marT="25208" marB="252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แดง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08" marB="252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08" marB="252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B005</a:t>
                      </a:r>
                    </a:p>
                  </a:txBody>
                  <a:tcPr marT="25208" marB="252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ฝน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08" marB="252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กรุงเทพฯ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08" marB="252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0749" name="Text Box 45">
            <a:extLst>
              <a:ext uri="{FF2B5EF4-FFF2-40B4-BE49-F238E27FC236}">
                <a16:creationId xmlns:a16="http://schemas.microsoft.com/office/drawing/2014/main" id="{756F4C8B-83CF-436A-AD4B-FC3331FFCB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4038600"/>
            <a:ext cx="4778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 i="1">
                <a:latin typeface="Arial" panose="020B0604020202020204" pitchFamily="34" charset="0"/>
                <a:cs typeface="Angsana New" panose="02020603050405020304" pitchFamily="18" charset="-34"/>
              </a:rPr>
              <a:t>B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Rectangle 2">
            <a:extLst>
              <a:ext uri="{FF2B5EF4-FFF2-40B4-BE49-F238E27FC236}">
                <a16:creationId xmlns:a16="http://schemas.microsoft.com/office/drawing/2014/main" id="{5FD2E796-E894-4112-A1A9-EC59124435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Intersection</a:t>
            </a:r>
          </a:p>
        </p:txBody>
      </p:sp>
      <p:graphicFrame>
        <p:nvGraphicFramePr>
          <p:cNvPr id="150577" name="Group 49">
            <a:extLst>
              <a:ext uri="{FF2B5EF4-FFF2-40B4-BE49-F238E27FC236}">
                <a16:creationId xmlns:a16="http://schemas.microsoft.com/office/drawing/2014/main" id="{0B6BD6FA-2534-474A-B52B-6C3CFC69C050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514600" y="1314450"/>
          <a:ext cx="2722563" cy="974725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2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รหัส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08" marB="252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ชื่อ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08" marB="252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จังหวัด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08" marB="252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marT="25208" marB="252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แดง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08" marB="252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08" marB="252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2769" name="Rectangle 29">
            <a:extLst>
              <a:ext uri="{FF2B5EF4-FFF2-40B4-BE49-F238E27FC236}">
                <a16:creationId xmlns:a16="http://schemas.microsoft.com/office/drawing/2014/main" id="{3796EA14-6EA9-41AE-81FF-C9EA206D2B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>
                <a:ea typeface="Angsana New" panose="02020603050405020304" pitchFamily="18" charset="-34"/>
              </a:rPr>
              <a:t>ตัวอย่าง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sp>
        <p:nvSpPr>
          <p:cNvPr id="202770" name="Text Box 30">
            <a:extLst>
              <a:ext uri="{FF2B5EF4-FFF2-40B4-BE49-F238E27FC236}">
                <a16:creationId xmlns:a16="http://schemas.microsoft.com/office/drawing/2014/main" id="{52852AE9-D5AA-4A3D-9F1A-329BDEFA9A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295400"/>
            <a:ext cx="4778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 i="1">
                <a:latin typeface="Arial" panose="020B0604020202020204" pitchFamily="34" charset="0"/>
              </a:rPr>
              <a:t>A</a:t>
            </a:r>
          </a:p>
        </p:txBody>
      </p:sp>
      <p:graphicFrame>
        <p:nvGraphicFramePr>
          <p:cNvPr id="150578" name="Group 50">
            <a:extLst>
              <a:ext uri="{FF2B5EF4-FFF2-40B4-BE49-F238E27FC236}">
                <a16:creationId xmlns:a16="http://schemas.microsoft.com/office/drawing/2014/main" id="{F12F2197-91D9-4B9E-8450-328B895D5311}"/>
              </a:ext>
            </a:extLst>
          </p:cNvPr>
          <p:cNvGraphicFramePr>
            <a:graphicFrameLocks noGrp="1"/>
          </p:cNvGraphicFramePr>
          <p:nvPr/>
        </p:nvGraphicFramePr>
        <p:xfrm>
          <a:off x="2514600" y="3733800"/>
          <a:ext cx="2722563" cy="487363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2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marT="25208" marB="252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แดง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08" marB="252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08" marB="252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2781" name="Text Box 45">
            <a:extLst>
              <a:ext uri="{FF2B5EF4-FFF2-40B4-BE49-F238E27FC236}">
                <a16:creationId xmlns:a16="http://schemas.microsoft.com/office/drawing/2014/main" id="{A7A2911F-D4A3-41FE-976D-31849D0973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4038600"/>
            <a:ext cx="4778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 i="1">
                <a:latin typeface="Arial" panose="020B0604020202020204" pitchFamily="34" charset="0"/>
              </a:rPr>
              <a:t>B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Rectangle 2">
            <a:extLst>
              <a:ext uri="{FF2B5EF4-FFF2-40B4-BE49-F238E27FC236}">
                <a16:creationId xmlns:a16="http://schemas.microsoft.com/office/drawing/2014/main" id="{CDF0E9B1-C7AF-4C52-A626-1146925364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Intersection</a:t>
            </a:r>
          </a:p>
        </p:txBody>
      </p:sp>
      <p:graphicFrame>
        <p:nvGraphicFramePr>
          <p:cNvPr id="151555" name="Group 3">
            <a:extLst>
              <a:ext uri="{FF2B5EF4-FFF2-40B4-BE49-F238E27FC236}">
                <a16:creationId xmlns:a16="http://schemas.microsoft.com/office/drawing/2014/main" id="{1115576C-EDD6-443F-A942-F1701ACCAD20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514600" y="1314450"/>
          <a:ext cx="2722563" cy="974725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2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รหัส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08" marB="252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ชื่อ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08" marB="252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จังหวัด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08" marB="252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marT="25208" marB="252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แดง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08" marB="252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08" marB="252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4817" name="Rectangle 17">
            <a:extLst>
              <a:ext uri="{FF2B5EF4-FFF2-40B4-BE49-F238E27FC236}">
                <a16:creationId xmlns:a16="http://schemas.microsoft.com/office/drawing/2014/main" id="{25C93D6A-480F-490F-91DF-AC6C8163E2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>
                <a:ea typeface="Angsana New" panose="02020603050405020304" pitchFamily="18" charset="-34"/>
              </a:rPr>
              <a:t>ตัวอย่าง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sp>
        <p:nvSpPr>
          <p:cNvPr id="204818" name="Text Box 18">
            <a:extLst>
              <a:ext uri="{FF2B5EF4-FFF2-40B4-BE49-F238E27FC236}">
                <a16:creationId xmlns:a16="http://schemas.microsoft.com/office/drawing/2014/main" id="{48537D76-BDA8-46EF-8E75-063036EEEB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295400"/>
            <a:ext cx="4778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 i="1">
                <a:latin typeface="Arial" panose="020B0604020202020204" pitchFamily="34" charset="0"/>
                <a:cs typeface="Angsana New" panose="02020603050405020304" pitchFamily="18" charset="-34"/>
              </a:rPr>
              <a:t>A</a:t>
            </a:r>
          </a:p>
        </p:txBody>
      </p:sp>
      <p:graphicFrame>
        <p:nvGraphicFramePr>
          <p:cNvPr id="151571" name="Group 19">
            <a:extLst>
              <a:ext uri="{FF2B5EF4-FFF2-40B4-BE49-F238E27FC236}">
                <a16:creationId xmlns:a16="http://schemas.microsoft.com/office/drawing/2014/main" id="{C9B0B182-5B18-44C3-9DFC-C38822E133BF}"/>
              </a:ext>
            </a:extLst>
          </p:cNvPr>
          <p:cNvGraphicFramePr>
            <a:graphicFrameLocks noGrp="1"/>
          </p:cNvGraphicFramePr>
          <p:nvPr/>
        </p:nvGraphicFramePr>
        <p:xfrm>
          <a:off x="2514600" y="3733800"/>
          <a:ext cx="2722563" cy="487363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2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marT="25208" marB="252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แดง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08" marB="252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08" marB="252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4829" name="Text Box 29">
            <a:extLst>
              <a:ext uri="{FF2B5EF4-FFF2-40B4-BE49-F238E27FC236}">
                <a16:creationId xmlns:a16="http://schemas.microsoft.com/office/drawing/2014/main" id="{D787B201-CA2F-44FD-8FE2-292241C627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4038600"/>
            <a:ext cx="4778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 i="1">
                <a:latin typeface="Arial" panose="020B0604020202020204" pitchFamily="34" charset="0"/>
                <a:cs typeface="Angsana New" panose="02020603050405020304" pitchFamily="18" charset="-34"/>
              </a:rPr>
              <a:t>B</a:t>
            </a:r>
          </a:p>
        </p:txBody>
      </p:sp>
      <p:sp>
        <p:nvSpPr>
          <p:cNvPr id="204830" name="Text Box 30">
            <a:extLst>
              <a:ext uri="{FF2B5EF4-FFF2-40B4-BE49-F238E27FC236}">
                <a16:creationId xmlns:a16="http://schemas.microsoft.com/office/drawing/2014/main" id="{5D55425A-F692-4FA9-972F-3099EFACBC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4953000"/>
            <a:ext cx="1447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 i="1">
                <a:latin typeface="Arial" panose="020B0604020202020204" pitchFamily="34" charset="0"/>
                <a:cs typeface="Angsana New" panose="02020603050405020304" pitchFamily="18" charset="-34"/>
              </a:rPr>
              <a:t>A </a:t>
            </a:r>
            <a:r>
              <a:rPr lang="en-US" altLang="en-US" sz="2800">
                <a:latin typeface="Arial" panose="020B0604020202020204" pitchFamily="34" charset="0"/>
                <a:cs typeface="Angsana New" panose="02020603050405020304" pitchFamily="18" charset="-34"/>
                <a:sym typeface="Symbol" panose="05050102010706020507" pitchFamily="18" charset="2"/>
              </a:rPr>
              <a:t></a:t>
            </a:r>
            <a:r>
              <a:rPr lang="en-US" altLang="en-US" sz="3200" b="1" i="1">
                <a:latin typeface="Arial" panose="020B0604020202020204" pitchFamily="34" charset="0"/>
                <a:cs typeface="Angsana New" panose="02020603050405020304" pitchFamily="18" charset="-34"/>
              </a:rPr>
              <a:t> B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-4.69935E-6 L -4.72222E-6 -0.279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515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99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2">
            <a:extLst>
              <a:ext uri="{FF2B5EF4-FFF2-40B4-BE49-F238E27FC236}">
                <a16:creationId xmlns:a16="http://schemas.microsoft.com/office/drawing/2014/main" id="{AA52F367-923C-44CA-995E-819B8E668E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Difference</a:t>
            </a:r>
          </a:p>
        </p:txBody>
      </p:sp>
      <p:sp>
        <p:nvSpPr>
          <p:cNvPr id="206851" name="Rectangle 3">
            <a:extLst>
              <a:ext uri="{FF2B5EF4-FFF2-40B4-BE49-F238E27FC236}">
                <a16:creationId xmlns:a16="http://schemas.microsoft.com/office/drawing/2014/main" id="{48FAE6AE-1852-4C04-8C32-19E9FFA5F6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th-TH" altLang="en-US" sz="5000">
                <a:ea typeface="Angsana New" panose="02020603050405020304" pitchFamily="18" charset="-34"/>
              </a:rPr>
              <a:t>เป็นโอเปอเรเตอร์ทางคณิตศาสตร์ที่ใช้ในการแสดงข้อมูลที่ปรากฏอยู่ในหนึ่ง แต่ไม่ปรากฏอยู่ในอีกรีเลชั่นหนึ่ง</a:t>
            </a:r>
          </a:p>
          <a:p>
            <a:pPr eaLnBrk="1" hangingPunct="1">
              <a:lnSpc>
                <a:spcPct val="90000"/>
              </a:lnSpc>
            </a:pPr>
            <a:r>
              <a:rPr lang="th-TH" altLang="en-US" sz="5000">
                <a:ea typeface="Angsana New" panose="02020603050405020304" pitchFamily="18" charset="-34"/>
              </a:rPr>
              <a:t>ต้องเป็นรีเลชั่นที่เข้ากันได้ </a:t>
            </a:r>
            <a:r>
              <a:rPr lang="en-US" altLang="en-US" sz="5000">
                <a:ea typeface="Angsana New" panose="02020603050405020304" pitchFamily="18" charset="-34"/>
              </a:rPr>
              <a:t>(Compatible Relation)</a:t>
            </a:r>
            <a:r>
              <a:rPr lang="th-TH" altLang="en-US" sz="5000">
                <a:ea typeface="Angsana New" panose="02020603050405020304" pitchFamily="18" charset="-34"/>
              </a:rPr>
              <a:t> </a:t>
            </a:r>
            <a:r>
              <a:rPr lang="en-US" altLang="en-US" sz="5000">
                <a:ea typeface="Angsana New" panose="02020603050405020304" pitchFamily="18" charset="-34"/>
              </a:rPr>
              <a:t>–</a:t>
            </a:r>
            <a:r>
              <a:rPr lang="th-TH" altLang="en-US" sz="5000">
                <a:ea typeface="Angsana New" panose="02020603050405020304" pitchFamily="18" charset="-34"/>
              </a:rPr>
              <a:t> มีจำนวนเท่ากัน,</a:t>
            </a:r>
            <a:r>
              <a:rPr lang="en-US" altLang="en-US" sz="5000">
                <a:ea typeface="Angsana New" panose="02020603050405020304" pitchFamily="18" charset="-34"/>
              </a:rPr>
              <a:t> </a:t>
            </a:r>
            <a:r>
              <a:rPr lang="th-TH" altLang="en-US" sz="5000">
                <a:ea typeface="Angsana New" panose="02020603050405020304" pitchFamily="18" charset="-34"/>
              </a:rPr>
              <a:t>ชื่อและลำดับ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th-TH" altLang="en-US" sz="5000">
                <a:ea typeface="Angsana New" panose="02020603050405020304" pitchFamily="18" charset="-34"/>
              </a:rPr>
              <a:t>	แอททริบิวต์เหมือนกัน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>
            <a:extLst>
              <a:ext uri="{FF2B5EF4-FFF2-40B4-BE49-F238E27FC236}">
                <a16:creationId xmlns:a16="http://schemas.microsoft.com/office/drawing/2014/main" id="{9613D7BB-993F-4B1F-BC2A-E7BAF2ACA1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Difference</a:t>
            </a:r>
          </a:p>
        </p:txBody>
      </p:sp>
      <p:graphicFrame>
        <p:nvGraphicFramePr>
          <p:cNvPr id="153622" name="Group 22">
            <a:extLst>
              <a:ext uri="{FF2B5EF4-FFF2-40B4-BE49-F238E27FC236}">
                <a16:creationId xmlns:a16="http://schemas.microsoft.com/office/drawing/2014/main" id="{6E7AF211-B51C-4FAA-860D-A2EF406CB0EF}"/>
              </a:ext>
            </a:extLst>
          </p:cNvPr>
          <p:cNvGraphicFramePr>
            <a:graphicFrameLocks noGrp="1"/>
          </p:cNvGraphicFramePr>
          <p:nvPr>
            <p:ph sz="quarter" idx="3"/>
          </p:nvPr>
        </p:nvGraphicFramePr>
        <p:xfrm>
          <a:off x="2590800" y="1524000"/>
          <a:ext cx="3962400" cy="1219200"/>
        </p:xfrm>
        <a:graphic>
          <a:graphicData uri="http://schemas.openxmlformats.org/drawingml/2006/table">
            <a:tbl>
              <a:tblPr/>
              <a:tblGrid>
                <a:gridCol w="396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19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th-TH" sz="4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gsana New" pitchFamily="18" charset="-34"/>
                        <a:cs typeface="Angsana New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3621" name="Group 21">
            <a:extLst>
              <a:ext uri="{FF2B5EF4-FFF2-40B4-BE49-F238E27FC236}">
                <a16:creationId xmlns:a16="http://schemas.microsoft.com/office/drawing/2014/main" id="{969691D5-44BB-4458-9DD8-D3DAC8CC8336}"/>
              </a:ext>
            </a:extLst>
          </p:cNvPr>
          <p:cNvGraphicFramePr>
            <a:graphicFrameLocks noGrp="1"/>
          </p:cNvGraphicFramePr>
          <p:nvPr/>
        </p:nvGraphicFramePr>
        <p:xfrm>
          <a:off x="2590800" y="2743200"/>
          <a:ext cx="3962400" cy="1219200"/>
        </p:xfrm>
        <a:graphic>
          <a:graphicData uri="http://schemas.openxmlformats.org/drawingml/2006/table">
            <a:tbl>
              <a:tblPr/>
              <a:tblGrid>
                <a:gridCol w="396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19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th-TH" sz="4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gsana New" pitchFamily="18" charset="-34"/>
                        <a:cs typeface="Angsana New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3615" name="Group 15">
            <a:extLst>
              <a:ext uri="{FF2B5EF4-FFF2-40B4-BE49-F238E27FC236}">
                <a16:creationId xmlns:a16="http://schemas.microsoft.com/office/drawing/2014/main" id="{93909A5A-6DCD-4542-B468-CB24AE2AD414}"/>
              </a:ext>
            </a:extLst>
          </p:cNvPr>
          <p:cNvGraphicFramePr>
            <a:graphicFrameLocks noGrp="1"/>
          </p:cNvGraphicFramePr>
          <p:nvPr/>
        </p:nvGraphicFramePr>
        <p:xfrm>
          <a:off x="2590800" y="3962400"/>
          <a:ext cx="3962400" cy="1219200"/>
        </p:xfrm>
        <a:graphic>
          <a:graphicData uri="http://schemas.openxmlformats.org/drawingml/2006/table">
            <a:tbl>
              <a:tblPr/>
              <a:tblGrid>
                <a:gridCol w="396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19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th-TH" sz="4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gsana New" pitchFamily="18" charset="-34"/>
                        <a:cs typeface="Angsana New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>
            <a:extLst>
              <a:ext uri="{FF2B5EF4-FFF2-40B4-BE49-F238E27FC236}">
                <a16:creationId xmlns:a16="http://schemas.microsoft.com/office/drawing/2014/main" id="{B35FF4E2-5453-4E3C-B7FC-A018963364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Difference</a:t>
            </a:r>
          </a:p>
        </p:txBody>
      </p:sp>
      <p:sp>
        <p:nvSpPr>
          <p:cNvPr id="210947" name="Rectangle 3">
            <a:extLst>
              <a:ext uri="{FF2B5EF4-FFF2-40B4-BE49-F238E27FC236}">
                <a16:creationId xmlns:a16="http://schemas.microsoft.com/office/drawing/2014/main" id="{321E02B2-FE6E-4094-BDC6-EA036D5433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 sz="5000">
                <a:ea typeface="Angsana New" panose="02020603050405020304" pitchFamily="18" charset="-34"/>
              </a:rPr>
              <a:t>รูปแบบ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sp>
        <p:nvSpPr>
          <p:cNvPr id="210948" name="Text Box 4">
            <a:extLst>
              <a:ext uri="{FF2B5EF4-FFF2-40B4-BE49-F238E27FC236}">
                <a16:creationId xmlns:a16="http://schemas.microsoft.com/office/drawing/2014/main" id="{11A1FCBA-EF08-4689-9E14-0EB88A3B7C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2667000"/>
            <a:ext cx="6934200" cy="65405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rgbClr val="FFD55D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th-TH" altLang="en-US" sz="3600">
                <a:solidFill>
                  <a:schemeClr val="tx1"/>
                </a:solidFill>
              </a:rPr>
              <a:t>ชื่อรีเลชั่นแรก</a:t>
            </a:r>
            <a:r>
              <a:rPr lang="en-US" altLang="en-US" sz="3600">
                <a:solidFill>
                  <a:schemeClr val="tx1"/>
                </a:solidFill>
              </a:rPr>
              <a:t> MINUS </a:t>
            </a:r>
            <a:r>
              <a:rPr lang="th-TH" altLang="en-US" sz="3600">
                <a:solidFill>
                  <a:schemeClr val="tx1"/>
                </a:solidFill>
              </a:rPr>
              <a:t>ชื่อรีเลชั่นสอง</a:t>
            </a:r>
            <a:endParaRPr lang="en-US" altLang="en-US" sz="3600">
              <a:solidFill>
                <a:schemeClr val="tx1"/>
              </a:solidFill>
            </a:endParaRPr>
          </a:p>
        </p:txBody>
      </p:sp>
      <p:sp>
        <p:nvSpPr>
          <p:cNvPr id="210949" name="Text Box 5">
            <a:extLst>
              <a:ext uri="{FF2B5EF4-FFF2-40B4-BE49-F238E27FC236}">
                <a16:creationId xmlns:a16="http://schemas.microsoft.com/office/drawing/2014/main" id="{FFB20334-B395-421E-829F-2A7DC0DD14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3657600"/>
            <a:ext cx="6858000" cy="7747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rgbClr val="FFD55D"/>
              </a:gs>
            </a:gsLst>
            <a:lin ang="5400000" scaled="1"/>
          </a:gra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400">
                <a:solidFill>
                  <a:schemeClr val="tx1"/>
                </a:solidFill>
                <a:sym typeface="Symbol" panose="05050102010706020507" pitchFamily="18" charset="2"/>
              </a:rPr>
              <a:t>Relation - Relation</a:t>
            </a:r>
            <a:endParaRPr lang="th-TH" altLang="en-US" sz="440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>
            <a:extLst>
              <a:ext uri="{FF2B5EF4-FFF2-40B4-BE49-F238E27FC236}">
                <a16:creationId xmlns:a16="http://schemas.microsoft.com/office/drawing/2014/main" id="{C04B5367-9363-4822-B407-396256CDB8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Difference</a:t>
            </a:r>
          </a:p>
        </p:txBody>
      </p:sp>
      <p:graphicFrame>
        <p:nvGraphicFramePr>
          <p:cNvPr id="155651" name="Group 3">
            <a:extLst>
              <a:ext uri="{FF2B5EF4-FFF2-40B4-BE49-F238E27FC236}">
                <a16:creationId xmlns:a16="http://schemas.microsoft.com/office/drawing/2014/main" id="{A3777890-61AE-4216-866C-F7A99E9B9753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514600" y="2286000"/>
          <a:ext cx="2722563" cy="2438400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2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รหัส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ชื่อ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จังหวัด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แดง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B002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ดำ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กรุงเทพฯ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B003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เขียว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สระบุรี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B004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ขาว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3021" name="Rectangle 29">
            <a:extLst>
              <a:ext uri="{FF2B5EF4-FFF2-40B4-BE49-F238E27FC236}">
                <a16:creationId xmlns:a16="http://schemas.microsoft.com/office/drawing/2014/main" id="{6C950974-9F08-4F24-B732-3FC873DA73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>
                <a:ea typeface="Angsana New" panose="02020603050405020304" pitchFamily="18" charset="-34"/>
              </a:rPr>
              <a:t>ตัวอย่าง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sp>
        <p:nvSpPr>
          <p:cNvPr id="213022" name="Text Box 30">
            <a:extLst>
              <a:ext uri="{FF2B5EF4-FFF2-40B4-BE49-F238E27FC236}">
                <a16:creationId xmlns:a16="http://schemas.microsoft.com/office/drawing/2014/main" id="{C95567B6-44EA-41D3-8B6C-9CE6ECB618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1657350"/>
            <a:ext cx="4778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 i="1">
                <a:latin typeface="Arial" panose="020B0604020202020204" pitchFamily="34" charset="0"/>
                <a:cs typeface="Angsana New" panose="02020603050405020304" pitchFamily="18" charset="-34"/>
              </a:rPr>
              <a:t>A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>
            <a:extLst>
              <a:ext uri="{FF2B5EF4-FFF2-40B4-BE49-F238E27FC236}">
                <a16:creationId xmlns:a16="http://schemas.microsoft.com/office/drawing/2014/main" id="{6836C340-628B-4807-921E-137BB96A54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Difference</a:t>
            </a:r>
          </a:p>
        </p:txBody>
      </p:sp>
      <p:graphicFrame>
        <p:nvGraphicFramePr>
          <p:cNvPr id="156675" name="Group 3">
            <a:extLst>
              <a:ext uri="{FF2B5EF4-FFF2-40B4-BE49-F238E27FC236}">
                <a16:creationId xmlns:a16="http://schemas.microsoft.com/office/drawing/2014/main" id="{9558EF9B-6423-46CA-AFE6-E33B98B1DB5C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514600" y="2286000"/>
          <a:ext cx="2722563" cy="1463675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2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8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รหัส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36" marB="252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ชื่อ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จังหวัด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8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marT="25236" marB="252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แดง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8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B002</a:t>
                      </a:r>
                    </a:p>
                  </a:txBody>
                  <a:tcPr marT="25236" marB="252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ฝน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กรุงเทพฯ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15061" name="Rectangle 21">
            <a:extLst>
              <a:ext uri="{FF2B5EF4-FFF2-40B4-BE49-F238E27FC236}">
                <a16:creationId xmlns:a16="http://schemas.microsoft.com/office/drawing/2014/main" id="{2BC3F982-9416-4C3D-8287-150AA0334B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>
                <a:ea typeface="Angsana New" panose="02020603050405020304" pitchFamily="18" charset="-34"/>
              </a:rPr>
              <a:t>ตัวอย่าง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sp>
        <p:nvSpPr>
          <p:cNvPr id="215062" name="Text Box 22">
            <a:extLst>
              <a:ext uri="{FF2B5EF4-FFF2-40B4-BE49-F238E27FC236}">
                <a16:creationId xmlns:a16="http://schemas.microsoft.com/office/drawing/2014/main" id="{69A9E325-7DE4-4729-981B-248608AC19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1657350"/>
            <a:ext cx="4778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 i="1">
                <a:latin typeface="Arial" panose="020B0604020202020204" pitchFamily="34" charset="0"/>
                <a:cs typeface="Angsana New" panose="02020603050405020304" pitchFamily="18" charset="-34"/>
              </a:rPr>
              <a:t>B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Rectangle 2">
            <a:extLst>
              <a:ext uri="{FF2B5EF4-FFF2-40B4-BE49-F238E27FC236}">
                <a16:creationId xmlns:a16="http://schemas.microsoft.com/office/drawing/2014/main" id="{0C6AB60C-9FC9-4B1A-BE5E-A18B41543D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Difference</a:t>
            </a:r>
          </a:p>
        </p:txBody>
      </p:sp>
      <p:graphicFrame>
        <p:nvGraphicFramePr>
          <p:cNvPr id="164867" name="Group 3">
            <a:extLst>
              <a:ext uri="{FF2B5EF4-FFF2-40B4-BE49-F238E27FC236}">
                <a16:creationId xmlns:a16="http://schemas.microsoft.com/office/drawing/2014/main" id="{E2D30680-517D-49C2-AB8E-9EE94F70B709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514600" y="1314450"/>
          <a:ext cx="2722563" cy="2438400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2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รหัส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ชื่อ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จังหวัด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แดง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B002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ดำ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กรุงเทพฯ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B003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เขียว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สระบุรี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B004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ขาว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7117" name="Rectangle 29">
            <a:extLst>
              <a:ext uri="{FF2B5EF4-FFF2-40B4-BE49-F238E27FC236}">
                <a16:creationId xmlns:a16="http://schemas.microsoft.com/office/drawing/2014/main" id="{2AE25EDF-A196-4EFF-87F5-F0CA67D623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>
                <a:ea typeface="Angsana New" panose="02020603050405020304" pitchFamily="18" charset="-34"/>
              </a:rPr>
              <a:t>ตัวอย่าง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sp>
        <p:nvSpPr>
          <p:cNvPr id="217118" name="Text Box 30">
            <a:extLst>
              <a:ext uri="{FF2B5EF4-FFF2-40B4-BE49-F238E27FC236}">
                <a16:creationId xmlns:a16="http://schemas.microsoft.com/office/drawing/2014/main" id="{F5A935EE-A567-4BC0-B1B9-A06E7CB280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792163"/>
            <a:ext cx="47783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 i="1">
                <a:latin typeface="Arial" panose="020B0604020202020204" pitchFamily="34" charset="0"/>
                <a:cs typeface="Angsana New" panose="02020603050405020304" pitchFamily="18" charset="-34"/>
              </a:rPr>
              <a:t>A</a:t>
            </a:r>
          </a:p>
        </p:txBody>
      </p:sp>
      <p:graphicFrame>
        <p:nvGraphicFramePr>
          <p:cNvPr id="164895" name="Group 31">
            <a:extLst>
              <a:ext uri="{FF2B5EF4-FFF2-40B4-BE49-F238E27FC236}">
                <a16:creationId xmlns:a16="http://schemas.microsoft.com/office/drawing/2014/main" id="{E3F0F705-49EB-45BF-B7BC-B12319EA9022}"/>
              </a:ext>
            </a:extLst>
          </p:cNvPr>
          <p:cNvGraphicFramePr>
            <a:graphicFrameLocks noGrp="1"/>
          </p:cNvGraphicFramePr>
          <p:nvPr/>
        </p:nvGraphicFramePr>
        <p:xfrm>
          <a:off x="2514600" y="4362450"/>
          <a:ext cx="2722563" cy="1463675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2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8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รหัส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36" marB="252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ชื่อ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จังหวัด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8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marT="25236" marB="252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แดง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8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B002</a:t>
                      </a:r>
                    </a:p>
                  </a:txBody>
                  <a:tcPr marT="25236" marB="252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ฝน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กรุงเทพฯ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17137" name="Text Box 49">
            <a:extLst>
              <a:ext uri="{FF2B5EF4-FFF2-40B4-BE49-F238E27FC236}">
                <a16:creationId xmlns:a16="http://schemas.microsoft.com/office/drawing/2014/main" id="{1A358DF4-5CEF-4DE8-9943-B551602B6E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3733800"/>
            <a:ext cx="4778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 i="1">
                <a:latin typeface="Arial" panose="020B0604020202020204" pitchFamily="34" charset="0"/>
                <a:cs typeface="Angsana New" panose="02020603050405020304" pitchFamily="18" charset="-34"/>
              </a:rPr>
              <a:t>B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Rectangle 2">
            <a:extLst>
              <a:ext uri="{FF2B5EF4-FFF2-40B4-BE49-F238E27FC236}">
                <a16:creationId xmlns:a16="http://schemas.microsoft.com/office/drawing/2014/main" id="{9E922BB1-FDB3-417E-9C30-0F1C678689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Difference</a:t>
            </a:r>
          </a:p>
        </p:txBody>
      </p:sp>
      <p:graphicFrame>
        <p:nvGraphicFramePr>
          <p:cNvPr id="157699" name="Group 3">
            <a:extLst>
              <a:ext uri="{FF2B5EF4-FFF2-40B4-BE49-F238E27FC236}">
                <a16:creationId xmlns:a16="http://schemas.microsoft.com/office/drawing/2014/main" id="{6F3AF416-1AB9-4B21-9C2E-4AF7BB46B986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514600" y="1314450"/>
          <a:ext cx="2722563" cy="2438400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2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รหัส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ชื่อ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จังหวัด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แดง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B002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ดำ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กรุงเทพฯ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B003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เขียว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สระบุรี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B004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ขาว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9165" name="Rectangle 29">
            <a:extLst>
              <a:ext uri="{FF2B5EF4-FFF2-40B4-BE49-F238E27FC236}">
                <a16:creationId xmlns:a16="http://schemas.microsoft.com/office/drawing/2014/main" id="{DA09D460-9527-4B4A-BD26-4E0DF883A7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>
                <a:ea typeface="Angsana New" panose="02020603050405020304" pitchFamily="18" charset="-34"/>
              </a:rPr>
              <a:t>ตัวอย่าง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sp>
        <p:nvSpPr>
          <p:cNvPr id="219166" name="Text Box 30">
            <a:extLst>
              <a:ext uri="{FF2B5EF4-FFF2-40B4-BE49-F238E27FC236}">
                <a16:creationId xmlns:a16="http://schemas.microsoft.com/office/drawing/2014/main" id="{96410FB9-430F-4E8E-840F-32BE3EA234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792163"/>
            <a:ext cx="47783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 i="1">
                <a:latin typeface="Arial" panose="020B0604020202020204" pitchFamily="34" charset="0"/>
                <a:cs typeface="Angsana New" panose="02020603050405020304" pitchFamily="18" charset="-34"/>
              </a:rPr>
              <a:t>A</a:t>
            </a:r>
          </a:p>
        </p:txBody>
      </p:sp>
      <p:graphicFrame>
        <p:nvGraphicFramePr>
          <p:cNvPr id="157727" name="Group 31">
            <a:extLst>
              <a:ext uri="{FF2B5EF4-FFF2-40B4-BE49-F238E27FC236}">
                <a16:creationId xmlns:a16="http://schemas.microsoft.com/office/drawing/2014/main" id="{B9B3BBC2-CE74-40C9-859C-795EB64E9D71}"/>
              </a:ext>
            </a:extLst>
          </p:cNvPr>
          <p:cNvGraphicFramePr>
            <a:graphicFrameLocks noGrp="1"/>
          </p:cNvGraphicFramePr>
          <p:nvPr/>
        </p:nvGraphicFramePr>
        <p:xfrm>
          <a:off x="2514600" y="4362450"/>
          <a:ext cx="2722563" cy="1463675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2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8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รหัส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36" marB="252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ชื่อ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จังหวัด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8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marT="25236" marB="252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แดง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8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B002</a:t>
                      </a:r>
                    </a:p>
                  </a:txBody>
                  <a:tcPr marT="25236" marB="252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ฝน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กรุงเทพฯ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19185" name="Text Box 49">
            <a:extLst>
              <a:ext uri="{FF2B5EF4-FFF2-40B4-BE49-F238E27FC236}">
                <a16:creationId xmlns:a16="http://schemas.microsoft.com/office/drawing/2014/main" id="{6B6F0C7D-A58B-4E53-8462-A0E551571E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3733800"/>
            <a:ext cx="4778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 i="1">
                <a:latin typeface="Arial" panose="020B0604020202020204" pitchFamily="34" charset="0"/>
                <a:cs typeface="Angsana New" panose="02020603050405020304" pitchFamily="18" charset="-34"/>
              </a:rPr>
              <a:t>B</a:t>
            </a:r>
          </a:p>
        </p:txBody>
      </p:sp>
      <p:sp>
        <p:nvSpPr>
          <p:cNvPr id="219186" name="Line 51">
            <a:extLst>
              <a:ext uri="{FF2B5EF4-FFF2-40B4-BE49-F238E27FC236}">
                <a16:creationId xmlns:a16="http://schemas.microsoft.com/office/drawing/2014/main" id="{C4337CD2-37E7-413E-85F2-DBF46F497ED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34000" y="2057400"/>
            <a:ext cx="4572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219187" name="Line 52">
            <a:extLst>
              <a:ext uri="{FF2B5EF4-FFF2-40B4-BE49-F238E27FC236}">
                <a16:creationId xmlns:a16="http://schemas.microsoft.com/office/drawing/2014/main" id="{B0C50CC9-5AE3-4245-A066-93B80B636E6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34000" y="5105400"/>
            <a:ext cx="4572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Rectangle 2">
            <a:extLst>
              <a:ext uri="{FF2B5EF4-FFF2-40B4-BE49-F238E27FC236}">
                <a16:creationId xmlns:a16="http://schemas.microsoft.com/office/drawing/2014/main" id="{E87594F8-8F19-4614-AC7C-B759EB5E66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Difference</a:t>
            </a:r>
          </a:p>
        </p:txBody>
      </p:sp>
      <p:graphicFrame>
        <p:nvGraphicFramePr>
          <p:cNvPr id="165940" name="Group 52">
            <a:extLst>
              <a:ext uri="{FF2B5EF4-FFF2-40B4-BE49-F238E27FC236}">
                <a16:creationId xmlns:a16="http://schemas.microsoft.com/office/drawing/2014/main" id="{11FB4AD1-DA82-4474-92DD-293062B23F62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514600" y="1314450"/>
          <a:ext cx="2722563" cy="2438400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2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รหัส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ชื่อ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จังหวัด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แดง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B002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ดำ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กรุงเทพฯ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B003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เขียว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สระบุรี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B004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ขาว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1213" name="Rectangle 29">
            <a:extLst>
              <a:ext uri="{FF2B5EF4-FFF2-40B4-BE49-F238E27FC236}">
                <a16:creationId xmlns:a16="http://schemas.microsoft.com/office/drawing/2014/main" id="{461F59C2-74CF-4514-A7AC-876B3916F1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>
                <a:ea typeface="Angsana New" panose="02020603050405020304" pitchFamily="18" charset="-34"/>
              </a:rPr>
              <a:t>ตัวอย่าง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sp>
        <p:nvSpPr>
          <p:cNvPr id="221214" name="Text Box 30">
            <a:extLst>
              <a:ext uri="{FF2B5EF4-FFF2-40B4-BE49-F238E27FC236}">
                <a16:creationId xmlns:a16="http://schemas.microsoft.com/office/drawing/2014/main" id="{2EC1B7CD-7967-4462-87D6-B22076C5BF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792163"/>
            <a:ext cx="47783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 i="1">
                <a:latin typeface="Arial" panose="020B0604020202020204" pitchFamily="34" charset="0"/>
              </a:rPr>
              <a:t>A</a:t>
            </a:r>
          </a:p>
        </p:txBody>
      </p:sp>
      <p:graphicFrame>
        <p:nvGraphicFramePr>
          <p:cNvPr id="165919" name="Group 31">
            <a:extLst>
              <a:ext uri="{FF2B5EF4-FFF2-40B4-BE49-F238E27FC236}">
                <a16:creationId xmlns:a16="http://schemas.microsoft.com/office/drawing/2014/main" id="{EC2B8E0E-3C55-4B95-AE80-843BF5F658E2}"/>
              </a:ext>
            </a:extLst>
          </p:cNvPr>
          <p:cNvGraphicFramePr>
            <a:graphicFrameLocks noGrp="1"/>
          </p:cNvGraphicFramePr>
          <p:nvPr/>
        </p:nvGraphicFramePr>
        <p:xfrm>
          <a:off x="2514600" y="4362450"/>
          <a:ext cx="2722563" cy="1463675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2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8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รหัส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36" marB="252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ชื่อ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จังหวัด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8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marT="25236" marB="252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แดง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8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B002</a:t>
                      </a:r>
                    </a:p>
                  </a:txBody>
                  <a:tcPr marT="25236" marB="252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ฝน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กรุงเทพฯ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1233" name="Text Box 49">
            <a:extLst>
              <a:ext uri="{FF2B5EF4-FFF2-40B4-BE49-F238E27FC236}">
                <a16:creationId xmlns:a16="http://schemas.microsoft.com/office/drawing/2014/main" id="{1A20E6DF-644A-456C-A916-87B668B531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3733800"/>
            <a:ext cx="4778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 i="1">
                <a:latin typeface="Arial" panose="020B0604020202020204" pitchFamily="34" charset="0"/>
              </a:rPr>
              <a:t>B</a:t>
            </a:r>
          </a:p>
        </p:txBody>
      </p:sp>
      <p:sp>
        <p:nvSpPr>
          <p:cNvPr id="221234" name="Line 50">
            <a:extLst>
              <a:ext uri="{FF2B5EF4-FFF2-40B4-BE49-F238E27FC236}">
                <a16:creationId xmlns:a16="http://schemas.microsoft.com/office/drawing/2014/main" id="{D7747B47-BEA5-46D8-9F3F-5D3DD9C6E66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34000" y="2057400"/>
            <a:ext cx="4572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221235" name="Line 51">
            <a:extLst>
              <a:ext uri="{FF2B5EF4-FFF2-40B4-BE49-F238E27FC236}">
                <a16:creationId xmlns:a16="http://schemas.microsoft.com/office/drawing/2014/main" id="{7FCD1490-59D3-4EFD-B546-DDBACE4939D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34000" y="5105400"/>
            <a:ext cx="4572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Rectangle 2">
            <a:extLst>
              <a:ext uri="{FF2B5EF4-FFF2-40B4-BE49-F238E27FC236}">
                <a16:creationId xmlns:a16="http://schemas.microsoft.com/office/drawing/2014/main" id="{1F420F2B-6D36-4508-84E1-970719F7FD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Difference</a:t>
            </a:r>
          </a:p>
        </p:txBody>
      </p:sp>
      <p:graphicFrame>
        <p:nvGraphicFramePr>
          <p:cNvPr id="166915" name="Group 3">
            <a:extLst>
              <a:ext uri="{FF2B5EF4-FFF2-40B4-BE49-F238E27FC236}">
                <a16:creationId xmlns:a16="http://schemas.microsoft.com/office/drawing/2014/main" id="{64B50FFF-D41A-4D68-88A5-8CBF53D46996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514600" y="1314450"/>
          <a:ext cx="2722563" cy="2438400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2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รหัส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ชื่อ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จังหวัด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แดง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B002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ดำ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กรุงเทพฯ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B003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เขียว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สระบุรี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B004</a:t>
                      </a:r>
                    </a:p>
                  </a:txBody>
                  <a:tcPr marT="25225" marB="252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ขาว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5" marB="252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3261" name="Rectangle 29">
            <a:extLst>
              <a:ext uri="{FF2B5EF4-FFF2-40B4-BE49-F238E27FC236}">
                <a16:creationId xmlns:a16="http://schemas.microsoft.com/office/drawing/2014/main" id="{F73399B5-D3B6-4FD3-AA7A-1497B8C0DF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>
                <a:ea typeface="Angsana New" panose="02020603050405020304" pitchFamily="18" charset="-34"/>
              </a:rPr>
              <a:t>ตัวอย่าง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sp>
        <p:nvSpPr>
          <p:cNvPr id="223262" name="Text Box 30">
            <a:extLst>
              <a:ext uri="{FF2B5EF4-FFF2-40B4-BE49-F238E27FC236}">
                <a16:creationId xmlns:a16="http://schemas.microsoft.com/office/drawing/2014/main" id="{182AB13D-98D1-49BA-8DD9-28C44F4D2F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792163"/>
            <a:ext cx="47783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 i="1">
                <a:latin typeface="Arial" panose="020B0604020202020204" pitchFamily="34" charset="0"/>
                <a:cs typeface="Angsana New" panose="02020603050405020304" pitchFamily="18" charset="-34"/>
              </a:rPr>
              <a:t>A</a:t>
            </a:r>
          </a:p>
        </p:txBody>
      </p:sp>
      <p:graphicFrame>
        <p:nvGraphicFramePr>
          <p:cNvPr id="166943" name="Group 31">
            <a:extLst>
              <a:ext uri="{FF2B5EF4-FFF2-40B4-BE49-F238E27FC236}">
                <a16:creationId xmlns:a16="http://schemas.microsoft.com/office/drawing/2014/main" id="{F15CCE79-8425-442A-8296-50151268F20D}"/>
              </a:ext>
            </a:extLst>
          </p:cNvPr>
          <p:cNvGraphicFramePr>
            <a:graphicFrameLocks noGrp="1"/>
          </p:cNvGraphicFramePr>
          <p:nvPr/>
        </p:nvGraphicFramePr>
        <p:xfrm>
          <a:off x="2514600" y="4362450"/>
          <a:ext cx="2722563" cy="1463675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2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8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รหัส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36" marB="252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ชื่อ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จังหวัด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8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marT="25236" marB="252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แดง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8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B002</a:t>
                      </a:r>
                    </a:p>
                  </a:txBody>
                  <a:tcPr marT="25236" marB="252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ฝน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กรุงเทพฯ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3281" name="Text Box 49">
            <a:extLst>
              <a:ext uri="{FF2B5EF4-FFF2-40B4-BE49-F238E27FC236}">
                <a16:creationId xmlns:a16="http://schemas.microsoft.com/office/drawing/2014/main" id="{A5A1BF7A-A46C-4D2D-ABD4-2AD73DF23A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3733800"/>
            <a:ext cx="4778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 i="1">
                <a:latin typeface="Arial" panose="020B0604020202020204" pitchFamily="34" charset="0"/>
                <a:cs typeface="Angsana New" panose="02020603050405020304" pitchFamily="18" charset="-34"/>
              </a:rPr>
              <a:t>B</a:t>
            </a:r>
          </a:p>
        </p:txBody>
      </p:sp>
      <p:sp>
        <p:nvSpPr>
          <p:cNvPr id="223282" name="Line 50">
            <a:extLst>
              <a:ext uri="{FF2B5EF4-FFF2-40B4-BE49-F238E27FC236}">
                <a16:creationId xmlns:a16="http://schemas.microsoft.com/office/drawing/2014/main" id="{5615F10C-AEFC-4FA6-B6E7-E708040F1B9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34000" y="2057400"/>
            <a:ext cx="4572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223283" name="Line 51">
            <a:extLst>
              <a:ext uri="{FF2B5EF4-FFF2-40B4-BE49-F238E27FC236}">
                <a16:creationId xmlns:a16="http://schemas.microsoft.com/office/drawing/2014/main" id="{99A177B0-78EE-41E6-8511-679669B524D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34000" y="5105400"/>
            <a:ext cx="4572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2">
            <a:extLst>
              <a:ext uri="{FF2B5EF4-FFF2-40B4-BE49-F238E27FC236}">
                <a16:creationId xmlns:a16="http://schemas.microsoft.com/office/drawing/2014/main" id="{1F54CC58-A9B0-4766-97ED-569E6DF6F7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Difference</a:t>
            </a:r>
          </a:p>
        </p:txBody>
      </p:sp>
      <p:graphicFrame>
        <p:nvGraphicFramePr>
          <p:cNvPr id="167989" name="Group 53">
            <a:extLst>
              <a:ext uri="{FF2B5EF4-FFF2-40B4-BE49-F238E27FC236}">
                <a16:creationId xmlns:a16="http://schemas.microsoft.com/office/drawing/2014/main" id="{088D71FD-ED9C-420E-A839-1EDB6C1E30EF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514600" y="1314450"/>
          <a:ext cx="2722563" cy="1951038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2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7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รหัส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9" marB="252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ชื่อ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9" marB="252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จังหวัด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9" marB="252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7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B002</a:t>
                      </a:r>
                    </a:p>
                  </a:txBody>
                  <a:tcPr marT="25229" marB="252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ดำ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9" marB="252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กรุงเทพฯ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9" marB="252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7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B003</a:t>
                      </a:r>
                    </a:p>
                  </a:txBody>
                  <a:tcPr marT="25229" marB="252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เขียว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9" marB="252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สระบุรี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9" marB="252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7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B004</a:t>
                      </a:r>
                    </a:p>
                  </a:txBody>
                  <a:tcPr marT="25229" marB="252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ขาว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9" marB="252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นครราชสีมา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9" marB="252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5305" name="Rectangle 29">
            <a:extLst>
              <a:ext uri="{FF2B5EF4-FFF2-40B4-BE49-F238E27FC236}">
                <a16:creationId xmlns:a16="http://schemas.microsoft.com/office/drawing/2014/main" id="{A5F56C0E-4FD6-4B07-80DF-D5DA095F2E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>
                <a:ea typeface="Angsana New" panose="02020603050405020304" pitchFamily="18" charset="-34"/>
              </a:rPr>
              <a:t>ตัวอย่าง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sp>
        <p:nvSpPr>
          <p:cNvPr id="225306" name="Text Box 52">
            <a:extLst>
              <a:ext uri="{FF2B5EF4-FFF2-40B4-BE49-F238E27FC236}">
                <a16:creationId xmlns:a16="http://schemas.microsoft.com/office/drawing/2014/main" id="{77735F44-40C3-4E8C-92E8-7D7BAB72D5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4953000"/>
            <a:ext cx="1447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 i="1">
                <a:latin typeface="Arial" panose="020B0604020202020204" pitchFamily="34" charset="0"/>
                <a:cs typeface="Angsana New" panose="02020603050405020304" pitchFamily="18" charset="-34"/>
              </a:rPr>
              <a:t>A </a:t>
            </a:r>
            <a:r>
              <a:rPr lang="en-US" altLang="en-US" sz="2800">
                <a:latin typeface="Arial" panose="020B0604020202020204" pitchFamily="34" charset="0"/>
                <a:cs typeface="Angsana New" panose="02020603050405020304" pitchFamily="18" charset="-34"/>
                <a:sym typeface="Symbol" panose="05050102010706020507" pitchFamily="18" charset="2"/>
              </a:rPr>
              <a:t>-</a:t>
            </a:r>
            <a:r>
              <a:rPr lang="en-US" altLang="en-US" sz="3200" b="1" i="1">
                <a:latin typeface="Arial" panose="020B0604020202020204" pitchFamily="34" charset="0"/>
                <a:cs typeface="Angsana New" panose="02020603050405020304" pitchFamily="18" charset="-34"/>
              </a:rPr>
              <a:t> B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>
            <a:extLst>
              <a:ext uri="{FF2B5EF4-FFF2-40B4-BE49-F238E27FC236}">
                <a16:creationId xmlns:a16="http://schemas.microsoft.com/office/drawing/2014/main" id="{29661802-8E08-4048-A555-93519452AE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h-TH" altLang="en-US">
                <a:ea typeface="Angsana New" panose="02020603050405020304" pitchFamily="18" charset="-34"/>
              </a:rPr>
              <a:t>พีชคณิตเชิงสัมพันธ์</a:t>
            </a:r>
            <a:r>
              <a:rPr lang="en-US" altLang="en-US">
                <a:ea typeface="Angsana New" panose="02020603050405020304" pitchFamily="18" charset="-34"/>
              </a:rPr>
              <a:t> (Relational Algebra)</a:t>
            </a:r>
          </a:p>
        </p:txBody>
      </p:sp>
      <p:sp>
        <p:nvSpPr>
          <p:cNvPr id="227331" name="Rectangle 3">
            <a:extLst>
              <a:ext uri="{FF2B5EF4-FFF2-40B4-BE49-F238E27FC236}">
                <a16:creationId xmlns:a16="http://schemas.microsoft.com/office/drawing/2014/main" id="{E1F0AE8C-B6C5-4002-B755-95CF44E8C5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3700">
                <a:ea typeface="Angsana New" panose="02020603050405020304" pitchFamily="18" charset="-34"/>
              </a:rPr>
              <a:t>Selection (Restrict)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3700">
                <a:ea typeface="Angsana New" panose="02020603050405020304" pitchFamily="18" charset="-34"/>
              </a:rPr>
              <a:t>Project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3700">
                <a:ea typeface="Angsana New" panose="02020603050405020304" pitchFamily="18" charset="-34"/>
              </a:rPr>
              <a:t>Product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3700">
                <a:ea typeface="Angsana New" panose="02020603050405020304" pitchFamily="18" charset="-34"/>
              </a:rPr>
              <a:t>Union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3700">
                <a:ea typeface="Angsana New" panose="02020603050405020304" pitchFamily="18" charset="-34"/>
              </a:rPr>
              <a:t>Intersection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3700">
                <a:ea typeface="Angsana New" panose="02020603050405020304" pitchFamily="18" charset="-34"/>
              </a:rPr>
              <a:t>Difference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3700" b="1">
                <a:ea typeface="Angsana New" panose="02020603050405020304" pitchFamily="18" charset="-34"/>
              </a:rPr>
              <a:t>Join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3700">
                <a:ea typeface="Angsana New" panose="02020603050405020304" pitchFamily="18" charset="-34"/>
              </a:rPr>
              <a:t>Division</a:t>
            </a:r>
          </a:p>
          <a:p>
            <a:pPr eaLnBrk="1" hangingPunct="1">
              <a:lnSpc>
                <a:spcPct val="80000"/>
              </a:lnSpc>
            </a:pPr>
            <a:endParaRPr lang="en-US" altLang="en-US" sz="3700">
              <a:ea typeface="Angsana New" panose="02020603050405020304" pitchFamily="18" charset="-34"/>
            </a:endParaRPr>
          </a:p>
          <a:p>
            <a:pPr eaLnBrk="1" hangingPunct="1">
              <a:lnSpc>
                <a:spcPct val="80000"/>
              </a:lnSpc>
            </a:pPr>
            <a:endParaRPr lang="en-US" altLang="en-US" sz="3700">
              <a:ea typeface="Angsana New" panose="02020603050405020304" pitchFamily="18" charset="-34"/>
            </a:endParaRPr>
          </a:p>
          <a:p>
            <a:pPr eaLnBrk="1" hangingPunct="1">
              <a:lnSpc>
                <a:spcPct val="80000"/>
              </a:lnSpc>
            </a:pPr>
            <a:endParaRPr lang="en-US" altLang="en-US" sz="3700">
              <a:ea typeface="Angsana New" panose="02020603050405020304" pitchFamily="18" charset="-34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2">
            <a:extLst>
              <a:ext uri="{FF2B5EF4-FFF2-40B4-BE49-F238E27FC236}">
                <a16:creationId xmlns:a16="http://schemas.microsoft.com/office/drawing/2014/main" id="{7E55FFD6-47CE-4659-AF5D-94AD6C7777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Join</a:t>
            </a:r>
          </a:p>
        </p:txBody>
      </p:sp>
      <p:sp>
        <p:nvSpPr>
          <p:cNvPr id="229379" name="Rectangle 3">
            <a:extLst>
              <a:ext uri="{FF2B5EF4-FFF2-40B4-BE49-F238E27FC236}">
                <a16:creationId xmlns:a16="http://schemas.microsoft.com/office/drawing/2014/main" id="{05923FAC-8F39-437B-AFD3-867AA75A83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th-TH" altLang="en-US" sz="5000">
                <a:ea typeface="Angsana New" panose="02020603050405020304" pitchFamily="18" charset="-34"/>
              </a:rPr>
              <a:t>เป็นการกระทำเพื่อแสดงข้อมูลที่เป็นไปได้ทั้งหมดที่เกิดจากการเชื่อมโยงข้อมูลของ</a:t>
            </a:r>
            <a:r>
              <a:rPr lang="en-US" altLang="en-US" sz="5000">
                <a:ea typeface="Angsana New" panose="02020603050405020304" pitchFamily="18" charset="-34"/>
              </a:rPr>
              <a:t> 2</a:t>
            </a:r>
            <a:r>
              <a:rPr lang="th-TH" altLang="en-US" sz="5000">
                <a:ea typeface="Angsana New" panose="02020603050405020304" pitchFamily="18" charset="-34"/>
              </a:rPr>
              <a:t> รีเลชั่นที่มีค่าของข้อมูลในแอททริบิวต์ที่กำหนดเหมือนกัน</a:t>
            </a:r>
          </a:p>
          <a:p>
            <a:pPr eaLnBrk="1" hangingPunct="1">
              <a:lnSpc>
                <a:spcPct val="90000"/>
              </a:lnSpc>
            </a:pPr>
            <a:r>
              <a:rPr lang="th-TH" altLang="en-US" sz="5000">
                <a:ea typeface="Angsana New" panose="02020603050405020304" pitchFamily="18" charset="-34"/>
              </a:rPr>
              <a:t>เป็นแอททริบิวต์เดียวหรือมากกว่าก็ได้</a:t>
            </a:r>
          </a:p>
          <a:p>
            <a:pPr eaLnBrk="1" hangingPunct="1">
              <a:lnSpc>
                <a:spcPct val="90000"/>
              </a:lnSpc>
            </a:pPr>
            <a:r>
              <a:rPr lang="th-TH" altLang="en-US" sz="5000">
                <a:ea typeface="Angsana New" panose="02020603050405020304" pitchFamily="18" charset="-34"/>
              </a:rPr>
              <a:t>ต้องเป็นแอททริบิวต์ที่อ้างถึงข้อมูลเดียวกัน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Rectangle 2">
            <a:extLst>
              <a:ext uri="{FF2B5EF4-FFF2-40B4-BE49-F238E27FC236}">
                <a16:creationId xmlns:a16="http://schemas.microsoft.com/office/drawing/2014/main" id="{F70D6D88-A3DD-4B56-96B8-83F77F9FFB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Join</a:t>
            </a:r>
          </a:p>
        </p:txBody>
      </p:sp>
      <p:graphicFrame>
        <p:nvGraphicFramePr>
          <p:cNvPr id="170061" name="Group 77">
            <a:extLst>
              <a:ext uri="{FF2B5EF4-FFF2-40B4-BE49-F238E27FC236}">
                <a16:creationId xmlns:a16="http://schemas.microsoft.com/office/drawing/2014/main" id="{85566171-DBB0-4588-882F-9AFC133953CF}"/>
              </a:ext>
            </a:extLst>
          </p:cNvPr>
          <p:cNvGraphicFramePr>
            <a:graphicFrameLocks noGrp="1"/>
          </p:cNvGraphicFramePr>
          <p:nvPr/>
        </p:nvGraphicFramePr>
        <p:xfrm>
          <a:off x="1447800" y="1830388"/>
          <a:ext cx="1219200" cy="2560637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159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T</a:t>
                      </a:r>
                    </a:p>
                  </a:txBody>
                  <a:tcPr marT="45726" marB="45726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1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A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B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1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a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1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1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b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2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70063" name="Group 79">
            <a:extLst>
              <a:ext uri="{FF2B5EF4-FFF2-40B4-BE49-F238E27FC236}">
                <a16:creationId xmlns:a16="http://schemas.microsoft.com/office/drawing/2014/main" id="{57EB95CD-7443-45F4-886F-B18C69A5C60D}"/>
              </a:ext>
            </a:extLst>
          </p:cNvPr>
          <p:cNvGraphicFramePr>
            <a:graphicFrameLocks noGrp="1"/>
          </p:cNvGraphicFramePr>
          <p:nvPr/>
        </p:nvGraphicFramePr>
        <p:xfrm>
          <a:off x="3352800" y="1830388"/>
          <a:ext cx="1219200" cy="32004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367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U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1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1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z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70200" name="Group 216">
            <a:extLst>
              <a:ext uri="{FF2B5EF4-FFF2-40B4-BE49-F238E27FC236}">
                <a16:creationId xmlns:a16="http://schemas.microsoft.com/office/drawing/2014/main" id="{ED10C9CF-DAFF-4AAE-A23F-F43A8A2CF475}"/>
              </a:ext>
            </a:extLst>
          </p:cNvPr>
          <p:cNvGraphicFramePr>
            <a:graphicFrameLocks noGrp="1"/>
          </p:cNvGraphicFramePr>
          <p:nvPr/>
        </p:nvGraphicFramePr>
        <p:xfrm>
          <a:off x="5638800" y="1830388"/>
          <a:ext cx="1828800" cy="2560637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15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T</a:t>
                      </a:r>
                      <a:r>
                        <a:rPr kumimoji="0" lang="en-US" sz="36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⋈</a:t>
                      </a:r>
                      <a:r>
                        <a:rPr kumimoji="0" lang="en-US" sz="3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U </a:t>
                      </a:r>
                    </a:p>
                  </a:txBody>
                  <a:tcPr marT="45726" marB="45726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1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A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B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C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1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a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1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X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1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a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1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y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Rectangle 2">
            <a:extLst>
              <a:ext uri="{FF2B5EF4-FFF2-40B4-BE49-F238E27FC236}">
                <a16:creationId xmlns:a16="http://schemas.microsoft.com/office/drawing/2014/main" id="{90398537-14F4-46EF-A048-0D34D96FE3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Join</a:t>
            </a:r>
          </a:p>
        </p:txBody>
      </p:sp>
      <p:graphicFrame>
        <p:nvGraphicFramePr>
          <p:cNvPr id="181251" name="Group 3">
            <a:extLst>
              <a:ext uri="{FF2B5EF4-FFF2-40B4-BE49-F238E27FC236}">
                <a16:creationId xmlns:a16="http://schemas.microsoft.com/office/drawing/2014/main" id="{7FB5626E-C752-4927-B388-970428E4637F}"/>
              </a:ext>
            </a:extLst>
          </p:cNvPr>
          <p:cNvGraphicFramePr>
            <a:graphicFrameLocks noGrp="1"/>
          </p:cNvGraphicFramePr>
          <p:nvPr/>
        </p:nvGraphicFramePr>
        <p:xfrm>
          <a:off x="1447800" y="1830388"/>
          <a:ext cx="1219200" cy="2560637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159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T</a:t>
                      </a:r>
                    </a:p>
                  </a:txBody>
                  <a:tcPr marT="45726" marB="45726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1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A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B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1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a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1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1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b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2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81269" name="Group 21">
            <a:extLst>
              <a:ext uri="{FF2B5EF4-FFF2-40B4-BE49-F238E27FC236}">
                <a16:creationId xmlns:a16="http://schemas.microsoft.com/office/drawing/2014/main" id="{63198F15-93E9-455B-A195-AC74FB5C151D}"/>
              </a:ext>
            </a:extLst>
          </p:cNvPr>
          <p:cNvGraphicFramePr>
            <a:graphicFrameLocks noGrp="1"/>
          </p:cNvGraphicFramePr>
          <p:nvPr/>
        </p:nvGraphicFramePr>
        <p:xfrm>
          <a:off x="3352800" y="1830388"/>
          <a:ext cx="1219200" cy="32004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367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U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1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1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z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81314" name="Group 66">
            <a:extLst>
              <a:ext uri="{FF2B5EF4-FFF2-40B4-BE49-F238E27FC236}">
                <a16:creationId xmlns:a16="http://schemas.microsoft.com/office/drawing/2014/main" id="{984A11FB-172B-473E-BEC1-169983F35856}"/>
              </a:ext>
            </a:extLst>
          </p:cNvPr>
          <p:cNvGraphicFramePr>
            <a:graphicFrameLocks noGrp="1"/>
          </p:cNvGraphicFramePr>
          <p:nvPr/>
        </p:nvGraphicFramePr>
        <p:xfrm>
          <a:off x="5638800" y="1830388"/>
          <a:ext cx="1828800" cy="1279525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9763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T</a:t>
                      </a:r>
                      <a:r>
                        <a:rPr kumimoji="0" lang="en-US" sz="36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⋈</a:t>
                      </a:r>
                      <a:r>
                        <a:rPr kumimoji="0" lang="en-US" sz="3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U </a:t>
                      </a:r>
                    </a:p>
                  </a:txBody>
                  <a:tcPr marT="45661" marB="45661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9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A</a:t>
                      </a:r>
                    </a:p>
                  </a:txBody>
                  <a:tcPr marT="45661" marB="4566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B</a:t>
                      </a:r>
                    </a:p>
                  </a:txBody>
                  <a:tcPr marT="45661" marB="4566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C</a:t>
                      </a:r>
                    </a:p>
                  </a:txBody>
                  <a:tcPr marT="45661" marB="4566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7807" name="Line 64">
            <a:extLst>
              <a:ext uri="{FF2B5EF4-FFF2-40B4-BE49-F238E27FC236}">
                <a16:creationId xmlns:a16="http://schemas.microsoft.com/office/drawing/2014/main" id="{6384BBEB-195A-4D01-A52D-5AA90D968A7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43200" y="3352800"/>
            <a:ext cx="533400" cy="0"/>
          </a:xfrm>
          <a:prstGeom prst="line">
            <a:avLst/>
          </a:prstGeom>
          <a:noFill/>
          <a:ln w="57150">
            <a:solidFill>
              <a:schemeClr val="bg1">
                <a:lumMod val="95000"/>
              </a:schemeClr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17808" name="Line 68">
            <a:extLst>
              <a:ext uri="{FF2B5EF4-FFF2-40B4-BE49-F238E27FC236}">
                <a16:creationId xmlns:a16="http://schemas.microsoft.com/office/drawing/2014/main" id="{E3C46057-E7BC-4658-80E2-228DD55DFE6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2000" y="3352800"/>
            <a:ext cx="609600" cy="0"/>
          </a:xfrm>
          <a:prstGeom prst="line">
            <a:avLst/>
          </a:prstGeom>
          <a:noFill/>
          <a:ln w="57150">
            <a:solidFill>
              <a:schemeClr val="bg1">
                <a:lumMod val="95000"/>
              </a:schemeClr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>
            <a:extLst>
              <a:ext uri="{FF2B5EF4-FFF2-40B4-BE49-F238E27FC236}">
                <a16:creationId xmlns:a16="http://schemas.microsoft.com/office/drawing/2014/main" id="{32C551B7-2BC4-4DFE-881A-D2C3E79BF5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Join</a:t>
            </a:r>
          </a:p>
        </p:txBody>
      </p:sp>
      <p:graphicFrame>
        <p:nvGraphicFramePr>
          <p:cNvPr id="183299" name="Group 3">
            <a:extLst>
              <a:ext uri="{FF2B5EF4-FFF2-40B4-BE49-F238E27FC236}">
                <a16:creationId xmlns:a16="http://schemas.microsoft.com/office/drawing/2014/main" id="{EB5874D0-CD88-4275-8F5C-DDD4E08D09FC}"/>
              </a:ext>
            </a:extLst>
          </p:cNvPr>
          <p:cNvGraphicFramePr>
            <a:graphicFrameLocks noGrp="1"/>
          </p:cNvGraphicFramePr>
          <p:nvPr/>
        </p:nvGraphicFramePr>
        <p:xfrm>
          <a:off x="1447800" y="1830388"/>
          <a:ext cx="1219200" cy="2560637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159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T</a:t>
                      </a:r>
                    </a:p>
                  </a:txBody>
                  <a:tcPr marT="45726" marB="45726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1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A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B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1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a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1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1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b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2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83317" name="Group 21">
            <a:extLst>
              <a:ext uri="{FF2B5EF4-FFF2-40B4-BE49-F238E27FC236}">
                <a16:creationId xmlns:a16="http://schemas.microsoft.com/office/drawing/2014/main" id="{9E67558D-1F55-471D-94D7-484F4E016918}"/>
              </a:ext>
            </a:extLst>
          </p:cNvPr>
          <p:cNvGraphicFramePr>
            <a:graphicFrameLocks noGrp="1"/>
          </p:cNvGraphicFramePr>
          <p:nvPr/>
        </p:nvGraphicFramePr>
        <p:xfrm>
          <a:off x="3352800" y="1830388"/>
          <a:ext cx="1219200" cy="32004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367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U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1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1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z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83370" name="Group 74">
            <a:extLst>
              <a:ext uri="{FF2B5EF4-FFF2-40B4-BE49-F238E27FC236}">
                <a16:creationId xmlns:a16="http://schemas.microsoft.com/office/drawing/2014/main" id="{5FBB2B57-8B89-4579-A03E-A18390AFBB04}"/>
              </a:ext>
            </a:extLst>
          </p:cNvPr>
          <p:cNvGraphicFramePr>
            <a:graphicFrameLocks noGrp="1"/>
          </p:cNvGraphicFramePr>
          <p:nvPr/>
        </p:nvGraphicFramePr>
        <p:xfrm>
          <a:off x="5638800" y="1830388"/>
          <a:ext cx="1828800" cy="1920875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292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T</a:t>
                      </a:r>
                      <a:r>
                        <a:rPr kumimoji="0" lang="en-US" sz="36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⋈</a:t>
                      </a:r>
                      <a:r>
                        <a:rPr kumimoji="0" lang="en-US" sz="3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U </a:t>
                      </a:r>
                    </a:p>
                  </a:txBody>
                  <a:tcPr marT="45735" marB="45735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2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A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B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C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2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a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1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x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8835" name="Line 56">
            <a:extLst>
              <a:ext uri="{FF2B5EF4-FFF2-40B4-BE49-F238E27FC236}">
                <a16:creationId xmlns:a16="http://schemas.microsoft.com/office/drawing/2014/main" id="{82594DA3-DC70-4942-A5DE-7E2FE0C7AEE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43200" y="3352800"/>
            <a:ext cx="533400" cy="0"/>
          </a:xfrm>
          <a:prstGeom prst="line">
            <a:avLst/>
          </a:prstGeom>
          <a:noFill/>
          <a:ln w="57150">
            <a:solidFill>
              <a:schemeClr val="bg1">
                <a:lumMod val="95000"/>
              </a:schemeClr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18836" name="Line 57">
            <a:extLst>
              <a:ext uri="{FF2B5EF4-FFF2-40B4-BE49-F238E27FC236}">
                <a16:creationId xmlns:a16="http://schemas.microsoft.com/office/drawing/2014/main" id="{81ED3A7D-5260-4488-9BC3-D073DDDEC54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48200" y="3352800"/>
            <a:ext cx="838200" cy="0"/>
          </a:xfrm>
          <a:prstGeom prst="line">
            <a:avLst/>
          </a:prstGeom>
          <a:noFill/>
          <a:ln w="57150">
            <a:solidFill>
              <a:schemeClr val="bg1">
                <a:lumMod val="95000"/>
              </a:schemeClr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18837" name="Line 75">
            <a:extLst>
              <a:ext uri="{FF2B5EF4-FFF2-40B4-BE49-F238E27FC236}">
                <a16:creationId xmlns:a16="http://schemas.microsoft.com/office/drawing/2014/main" id="{B8AEB47B-5A1D-4BEB-9FD8-0BCAA8DA122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2000" y="3352800"/>
            <a:ext cx="609600" cy="0"/>
          </a:xfrm>
          <a:prstGeom prst="line">
            <a:avLst/>
          </a:prstGeom>
          <a:noFill/>
          <a:ln w="57150">
            <a:solidFill>
              <a:schemeClr val="bg1">
                <a:lumMod val="95000"/>
              </a:schemeClr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Rectangle 2">
            <a:extLst>
              <a:ext uri="{FF2B5EF4-FFF2-40B4-BE49-F238E27FC236}">
                <a16:creationId xmlns:a16="http://schemas.microsoft.com/office/drawing/2014/main" id="{71345AEF-ECAE-40AE-A762-DF085C5DBF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Join</a:t>
            </a:r>
          </a:p>
        </p:txBody>
      </p:sp>
      <p:graphicFrame>
        <p:nvGraphicFramePr>
          <p:cNvPr id="184323" name="Group 3">
            <a:extLst>
              <a:ext uri="{FF2B5EF4-FFF2-40B4-BE49-F238E27FC236}">
                <a16:creationId xmlns:a16="http://schemas.microsoft.com/office/drawing/2014/main" id="{9C564CD4-6EA0-4CE1-BEBC-E927B1A42740}"/>
              </a:ext>
            </a:extLst>
          </p:cNvPr>
          <p:cNvGraphicFramePr>
            <a:graphicFrameLocks noGrp="1"/>
          </p:cNvGraphicFramePr>
          <p:nvPr/>
        </p:nvGraphicFramePr>
        <p:xfrm>
          <a:off x="1447800" y="1830388"/>
          <a:ext cx="1219200" cy="2560637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159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T</a:t>
                      </a:r>
                    </a:p>
                  </a:txBody>
                  <a:tcPr marT="45726" marB="45726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1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A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B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1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a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1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1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b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2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84341" name="Group 21">
            <a:extLst>
              <a:ext uri="{FF2B5EF4-FFF2-40B4-BE49-F238E27FC236}">
                <a16:creationId xmlns:a16="http://schemas.microsoft.com/office/drawing/2014/main" id="{14F7422F-F8B4-43B6-B0CB-170B68AF4A65}"/>
              </a:ext>
            </a:extLst>
          </p:cNvPr>
          <p:cNvGraphicFramePr>
            <a:graphicFrameLocks noGrp="1"/>
          </p:cNvGraphicFramePr>
          <p:nvPr/>
        </p:nvGraphicFramePr>
        <p:xfrm>
          <a:off x="3352800" y="1830388"/>
          <a:ext cx="1219200" cy="32004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367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U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1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1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z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84362" name="Group 42">
            <a:extLst>
              <a:ext uri="{FF2B5EF4-FFF2-40B4-BE49-F238E27FC236}">
                <a16:creationId xmlns:a16="http://schemas.microsoft.com/office/drawing/2014/main" id="{204CC485-17EC-4244-8F0F-C4A94CC58ACB}"/>
              </a:ext>
            </a:extLst>
          </p:cNvPr>
          <p:cNvGraphicFramePr>
            <a:graphicFrameLocks noGrp="1"/>
          </p:cNvGraphicFramePr>
          <p:nvPr/>
        </p:nvGraphicFramePr>
        <p:xfrm>
          <a:off x="5638800" y="1830388"/>
          <a:ext cx="1828800" cy="1920875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292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T</a:t>
                      </a:r>
                      <a:r>
                        <a:rPr kumimoji="0" lang="en-US" sz="36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⋈</a:t>
                      </a:r>
                      <a:r>
                        <a:rPr kumimoji="0" lang="en-US" sz="3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U </a:t>
                      </a:r>
                    </a:p>
                  </a:txBody>
                  <a:tcPr marT="45735" marB="45735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2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A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B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C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2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a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1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x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9859" name="Line 64">
            <a:extLst>
              <a:ext uri="{FF2B5EF4-FFF2-40B4-BE49-F238E27FC236}">
                <a16:creationId xmlns:a16="http://schemas.microsoft.com/office/drawing/2014/main" id="{E084844B-392F-4A97-BCBE-0FA02FC73E8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43200" y="3352800"/>
            <a:ext cx="533400" cy="0"/>
          </a:xfrm>
          <a:prstGeom prst="line">
            <a:avLst/>
          </a:prstGeom>
          <a:noFill/>
          <a:ln w="57150">
            <a:solidFill>
              <a:schemeClr val="bg1">
                <a:lumMod val="95000"/>
              </a:schemeClr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19860" name="Line 65">
            <a:extLst>
              <a:ext uri="{FF2B5EF4-FFF2-40B4-BE49-F238E27FC236}">
                <a16:creationId xmlns:a16="http://schemas.microsoft.com/office/drawing/2014/main" id="{2437B63E-796D-4066-AAA7-17088CDB4EC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48200" y="3352800"/>
            <a:ext cx="838200" cy="0"/>
          </a:xfrm>
          <a:prstGeom prst="line">
            <a:avLst/>
          </a:prstGeom>
          <a:noFill/>
          <a:ln w="57150">
            <a:solidFill>
              <a:schemeClr val="bg1">
                <a:lumMod val="95000"/>
              </a:schemeClr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19861" name="Line 66">
            <a:extLst>
              <a:ext uri="{FF2B5EF4-FFF2-40B4-BE49-F238E27FC236}">
                <a16:creationId xmlns:a16="http://schemas.microsoft.com/office/drawing/2014/main" id="{5C91A499-AE78-4048-846A-D75F8745100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743200" y="3352800"/>
            <a:ext cx="533400" cy="762000"/>
          </a:xfrm>
          <a:prstGeom prst="line">
            <a:avLst/>
          </a:prstGeom>
          <a:noFill/>
          <a:ln w="57150">
            <a:solidFill>
              <a:schemeClr val="bg1">
                <a:lumMod val="95000"/>
              </a:schemeClr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19862" name="Line 67">
            <a:extLst>
              <a:ext uri="{FF2B5EF4-FFF2-40B4-BE49-F238E27FC236}">
                <a16:creationId xmlns:a16="http://schemas.microsoft.com/office/drawing/2014/main" id="{17823ED3-94F5-45CA-83E2-C03CC0760FA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2000" y="3352800"/>
            <a:ext cx="609600" cy="0"/>
          </a:xfrm>
          <a:prstGeom prst="line">
            <a:avLst/>
          </a:prstGeom>
          <a:noFill/>
          <a:ln w="57150">
            <a:solidFill>
              <a:schemeClr val="bg1">
                <a:lumMod val="95000"/>
              </a:schemeClr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2">
            <a:extLst>
              <a:ext uri="{FF2B5EF4-FFF2-40B4-BE49-F238E27FC236}">
                <a16:creationId xmlns:a16="http://schemas.microsoft.com/office/drawing/2014/main" id="{374EC200-3704-4851-A142-0DAC0BF5D3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Join</a:t>
            </a:r>
          </a:p>
        </p:txBody>
      </p:sp>
      <p:graphicFrame>
        <p:nvGraphicFramePr>
          <p:cNvPr id="185347" name="Group 3">
            <a:extLst>
              <a:ext uri="{FF2B5EF4-FFF2-40B4-BE49-F238E27FC236}">
                <a16:creationId xmlns:a16="http://schemas.microsoft.com/office/drawing/2014/main" id="{712F3774-B1E7-4211-915C-EE483D6C49D2}"/>
              </a:ext>
            </a:extLst>
          </p:cNvPr>
          <p:cNvGraphicFramePr>
            <a:graphicFrameLocks noGrp="1"/>
          </p:cNvGraphicFramePr>
          <p:nvPr/>
        </p:nvGraphicFramePr>
        <p:xfrm>
          <a:off x="1447800" y="1830388"/>
          <a:ext cx="1219200" cy="2560637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159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T</a:t>
                      </a:r>
                    </a:p>
                  </a:txBody>
                  <a:tcPr marT="45726" marB="45726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1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A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B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1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a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1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1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b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2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85365" name="Group 21">
            <a:extLst>
              <a:ext uri="{FF2B5EF4-FFF2-40B4-BE49-F238E27FC236}">
                <a16:creationId xmlns:a16="http://schemas.microsoft.com/office/drawing/2014/main" id="{54BD5E5B-2080-4E39-8D35-4A58E02038A3}"/>
              </a:ext>
            </a:extLst>
          </p:cNvPr>
          <p:cNvGraphicFramePr>
            <a:graphicFrameLocks noGrp="1"/>
          </p:cNvGraphicFramePr>
          <p:nvPr/>
        </p:nvGraphicFramePr>
        <p:xfrm>
          <a:off x="3352800" y="1830388"/>
          <a:ext cx="1219200" cy="32004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367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U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1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1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z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85431" name="Group 87">
            <a:extLst>
              <a:ext uri="{FF2B5EF4-FFF2-40B4-BE49-F238E27FC236}">
                <a16:creationId xmlns:a16="http://schemas.microsoft.com/office/drawing/2014/main" id="{44228000-84E9-4B23-B63D-905E236E5111}"/>
              </a:ext>
            </a:extLst>
          </p:cNvPr>
          <p:cNvGraphicFramePr>
            <a:graphicFrameLocks noGrp="1"/>
          </p:cNvGraphicFramePr>
          <p:nvPr/>
        </p:nvGraphicFramePr>
        <p:xfrm>
          <a:off x="5638800" y="1830388"/>
          <a:ext cx="1828800" cy="2560637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15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T</a:t>
                      </a:r>
                      <a:r>
                        <a:rPr kumimoji="0" lang="en-US" sz="36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⋈</a:t>
                      </a:r>
                      <a:r>
                        <a:rPr kumimoji="0" lang="en-US" sz="3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U </a:t>
                      </a:r>
                    </a:p>
                  </a:txBody>
                  <a:tcPr marT="45726" marB="45726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1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A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B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C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1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a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1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x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1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a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1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y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0887" name="Line 64">
            <a:extLst>
              <a:ext uri="{FF2B5EF4-FFF2-40B4-BE49-F238E27FC236}">
                <a16:creationId xmlns:a16="http://schemas.microsoft.com/office/drawing/2014/main" id="{A3D05194-E3F9-4117-A759-64252C8D91C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43200" y="3352800"/>
            <a:ext cx="533400" cy="0"/>
          </a:xfrm>
          <a:prstGeom prst="line">
            <a:avLst/>
          </a:prstGeom>
          <a:noFill/>
          <a:ln w="57150">
            <a:solidFill>
              <a:schemeClr val="bg1">
                <a:lumMod val="95000"/>
              </a:schemeClr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20888" name="Line 65">
            <a:extLst>
              <a:ext uri="{FF2B5EF4-FFF2-40B4-BE49-F238E27FC236}">
                <a16:creationId xmlns:a16="http://schemas.microsoft.com/office/drawing/2014/main" id="{4E26C632-5124-433F-8E77-CC55C2759CA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48200" y="3352800"/>
            <a:ext cx="838200" cy="0"/>
          </a:xfrm>
          <a:prstGeom prst="line">
            <a:avLst/>
          </a:prstGeom>
          <a:noFill/>
          <a:ln w="57150">
            <a:solidFill>
              <a:schemeClr val="bg1">
                <a:lumMod val="95000"/>
              </a:schemeClr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20889" name="Line 66">
            <a:extLst>
              <a:ext uri="{FF2B5EF4-FFF2-40B4-BE49-F238E27FC236}">
                <a16:creationId xmlns:a16="http://schemas.microsoft.com/office/drawing/2014/main" id="{F9D5B0CF-EEED-4304-A658-AE1A39FE2D7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743200" y="3352800"/>
            <a:ext cx="533400" cy="762000"/>
          </a:xfrm>
          <a:prstGeom prst="line">
            <a:avLst/>
          </a:prstGeom>
          <a:noFill/>
          <a:ln w="57150">
            <a:solidFill>
              <a:schemeClr val="bg1">
                <a:lumMod val="95000"/>
              </a:schemeClr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20890" name="Line 67">
            <a:extLst>
              <a:ext uri="{FF2B5EF4-FFF2-40B4-BE49-F238E27FC236}">
                <a16:creationId xmlns:a16="http://schemas.microsoft.com/office/drawing/2014/main" id="{8AC7771E-D4AC-4322-B86C-8A42A03F1A2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48200" y="4038600"/>
            <a:ext cx="838200" cy="0"/>
          </a:xfrm>
          <a:prstGeom prst="line">
            <a:avLst/>
          </a:prstGeom>
          <a:noFill/>
          <a:ln w="57150">
            <a:solidFill>
              <a:schemeClr val="bg1">
                <a:lumMod val="95000"/>
              </a:schemeClr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20891" name="Line 88">
            <a:extLst>
              <a:ext uri="{FF2B5EF4-FFF2-40B4-BE49-F238E27FC236}">
                <a16:creationId xmlns:a16="http://schemas.microsoft.com/office/drawing/2014/main" id="{8C47537C-A3C2-4294-B643-2C56309FF87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2000" y="3352800"/>
            <a:ext cx="609600" cy="0"/>
          </a:xfrm>
          <a:prstGeom prst="line">
            <a:avLst/>
          </a:prstGeom>
          <a:noFill/>
          <a:ln w="57150">
            <a:solidFill>
              <a:schemeClr val="bg1">
                <a:lumMod val="95000"/>
              </a:schemeClr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2">
            <a:extLst>
              <a:ext uri="{FF2B5EF4-FFF2-40B4-BE49-F238E27FC236}">
                <a16:creationId xmlns:a16="http://schemas.microsoft.com/office/drawing/2014/main" id="{25DCDA09-5DB1-4B3C-A469-5670D498DC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Join</a:t>
            </a:r>
          </a:p>
        </p:txBody>
      </p:sp>
      <p:graphicFrame>
        <p:nvGraphicFramePr>
          <p:cNvPr id="187395" name="Group 3">
            <a:extLst>
              <a:ext uri="{FF2B5EF4-FFF2-40B4-BE49-F238E27FC236}">
                <a16:creationId xmlns:a16="http://schemas.microsoft.com/office/drawing/2014/main" id="{77EC3B67-DDD8-416E-8F55-78B91CF91617}"/>
              </a:ext>
            </a:extLst>
          </p:cNvPr>
          <p:cNvGraphicFramePr>
            <a:graphicFrameLocks noGrp="1"/>
          </p:cNvGraphicFramePr>
          <p:nvPr/>
        </p:nvGraphicFramePr>
        <p:xfrm>
          <a:off x="1447800" y="1830388"/>
          <a:ext cx="1219200" cy="2560637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159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T</a:t>
                      </a:r>
                    </a:p>
                  </a:txBody>
                  <a:tcPr marT="45726" marB="45726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1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A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B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1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a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1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1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b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2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87413" name="Group 21">
            <a:extLst>
              <a:ext uri="{FF2B5EF4-FFF2-40B4-BE49-F238E27FC236}">
                <a16:creationId xmlns:a16="http://schemas.microsoft.com/office/drawing/2014/main" id="{FFE1A4D8-D3C2-4478-A4CC-D1789375AE66}"/>
              </a:ext>
            </a:extLst>
          </p:cNvPr>
          <p:cNvGraphicFramePr>
            <a:graphicFrameLocks noGrp="1"/>
          </p:cNvGraphicFramePr>
          <p:nvPr/>
        </p:nvGraphicFramePr>
        <p:xfrm>
          <a:off x="3352800" y="1830388"/>
          <a:ext cx="1219200" cy="32004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367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U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1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1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z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87434" name="Group 42">
            <a:extLst>
              <a:ext uri="{FF2B5EF4-FFF2-40B4-BE49-F238E27FC236}">
                <a16:creationId xmlns:a16="http://schemas.microsoft.com/office/drawing/2014/main" id="{4E5966AD-6FF7-4AB9-9DC9-DCB4F383F2CC}"/>
              </a:ext>
            </a:extLst>
          </p:cNvPr>
          <p:cNvGraphicFramePr>
            <a:graphicFrameLocks noGrp="1"/>
          </p:cNvGraphicFramePr>
          <p:nvPr/>
        </p:nvGraphicFramePr>
        <p:xfrm>
          <a:off x="5638800" y="1830388"/>
          <a:ext cx="1828800" cy="2560637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15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T</a:t>
                      </a:r>
                      <a:r>
                        <a:rPr kumimoji="0" lang="en-US" sz="36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⋈</a:t>
                      </a:r>
                      <a:r>
                        <a:rPr kumimoji="0" lang="en-US" sz="3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U </a:t>
                      </a:r>
                    </a:p>
                  </a:txBody>
                  <a:tcPr marT="45726" marB="45726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1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A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B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C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1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a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1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x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1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a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1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y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1911" name="Line 68">
            <a:extLst>
              <a:ext uri="{FF2B5EF4-FFF2-40B4-BE49-F238E27FC236}">
                <a16:creationId xmlns:a16="http://schemas.microsoft.com/office/drawing/2014/main" id="{96B00D85-8CA2-45D1-A038-B71FA0DBA7C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43200" y="3352800"/>
            <a:ext cx="533400" cy="0"/>
          </a:xfrm>
          <a:prstGeom prst="line">
            <a:avLst/>
          </a:prstGeom>
          <a:noFill/>
          <a:ln w="57150">
            <a:solidFill>
              <a:schemeClr val="bg1">
                <a:lumMod val="95000"/>
              </a:schemeClr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21912" name="Line 69">
            <a:extLst>
              <a:ext uri="{FF2B5EF4-FFF2-40B4-BE49-F238E27FC236}">
                <a16:creationId xmlns:a16="http://schemas.microsoft.com/office/drawing/2014/main" id="{21C0DEFB-36F6-4A5A-8BCE-0EB94B32A33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48200" y="3352800"/>
            <a:ext cx="838200" cy="0"/>
          </a:xfrm>
          <a:prstGeom prst="line">
            <a:avLst/>
          </a:prstGeom>
          <a:noFill/>
          <a:ln w="57150">
            <a:solidFill>
              <a:schemeClr val="bg1">
                <a:lumMod val="95000"/>
              </a:schemeClr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21913" name="Line 70">
            <a:extLst>
              <a:ext uri="{FF2B5EF4-FFF2-40B4-BE49-F238E27FC236}">
                <a16:creationId xmlns:a16="http://schemas.microsoft.com/office/drawing/2014/main" id="{509C6463-7079-4D5E-B68B-772CA5A2F86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743200" y="3352800"/>
            <a:ext cx="533400" cy="762000"/>
          </a:xfrm>
          <a:prstGeom prst="line">
            <a:avLst/>
          </a:prstGeom>
          <a:noFill/>
          <a:ln w="57150">
            <a:solidFill>
              <a:schemeClr val="bg1">
                <a:lumMod val="95000"/>
              </a:schemeClr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21914" name="Line 71">
            <a:extLst>
              <a:ext uri="{FF2B5EF4-FFF2-40B4-BE49-F238E27FC236}">
                <a16:creationId xmlns:a16="http://schemas.microsoft.com/office/drawing/2014/main" id="{663F6798-5613-4441-8E2D-9BD189D27DD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48200" y="4038600"/>
            <a:ext cx="838200" cy="0"/>
          </a:xfrm>
          <a:prstGeom prst="line">
            <a:avLst/>
          </a:prstGeom>
          <a:noFill/>
          <a:ln w="57150">
            <a:solidFill>
              <a:schemeClr val="bg1">
                <a:lumMod val="95000"/>
              </a:schemeClr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21915" name="Line 73">
            <a:extLst>
              <a:ext uri="{FF2B5EF4-FFF2-40B4-BE49-F238E27FC236}">
                <a16:creationId xmlns:a16="http://schemas.microsoft.com/office/drawing/2014/main" id="{08D0E515-AA1E-406B-B0B6-17C45F30EB8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2000" y="4114800"/>
            <a:ext cx="609600" cy="0"/>
          </a:xfrm>
          <a:prstGeom prst="line">
            <a:avLst/>
          </a:prstGeom>
          <a:noFill/>
          <a:ln w="57150">
            <a:solidFill>
              <a:schemeClr val="bg1">
                <a:lumMod val="95000"/>
              </a:schemeClr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Rectangle 2">
            <a:extLst>
              <a:ext uri="{FF2B5EF4-FFF2-40B4-BE49-F238E27FC236}">
                <a16:creationId xmlns:a16="http://schemas.microsoft.com/office/drawing/2014/main" id="{1EBA5FB6-DF46-4D4A-A40A-1FF52EE997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Join</a:t>
            </a:r>
          </a:p>
        </p:txBody>
      </p:sp>
      <p:graphicFrame>
        <p:nvGraphicFramePr>
          <p:cNvPr id="186371" name="Group 3">
            <a:extLst>
              <a:ext uri="{FF2B5EF4-FFF2-40B4-BE49-F238E27FC236}">
                <a16:creationId xmlns:a16="http://schemas.microsoft.com/office/drawing/2014/main" id="{53B5433D-3748-493E-AD06-D16F48CDC720}"/>
              </a:ext>
            </a:extLst>
          </p:cNvPr>
          <p:cNvGraphicFramePr>
            <a:graphicFrameLocks noGrp="1"/>
          </p:cNvGraphicFramePr>
          <p:nvPr/>
        </p:nvGraphicFramePr>
        <p:xfrm>
          <a:off x="1447800" y="1830388"/>
          <a:ext cx="1219200" cy="2560637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159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T</a:t>
                      </a:r>
                    </a:p>
                  </a:txBody>
                  <a:tcPr marT="45726" marB="45726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1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A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B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1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a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1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1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b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2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86389" name="Group 21">
            <a:extLst>
              <a:ext uri="{FF2B5EF4-FFF2-40B4-BE49-F238E27FC236}">
                <a16:creationId xmlns:a16="http://schemas.microsoft.com/office/drawing/2014/main" id="{D48BEB20-C611-4C72-9029-2B4ECBC2D12C}"/>
              </a:ext>
            </a:extLst>
          </p:cNvPr>
          <p:cNvGraphicFramePr>
            <a:graphicFrameLocks noGrp="1"/>
          </p:cNvGraphicFramePr>
          <p:nvPr/>
        </p:nvGraphicFramePr>
        <p:xfrm>
          <a:off x="3352800" y="1830388"/>
          <a:ext cx="1219200" cy="32004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367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U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1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1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z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86410" name="Group 42">
            <a:extLst>
              <a:ext uri="{FF2B5EF4-FFF2-40B4-BE49-F238E27FC236}">
                <a16:creationId xmlns:a16="http://schemas.microsoft.com/office/drawing/2014/main" id="{C0FE478B-8220-4B77-A538-57896238D5BF}"/>
              </a:ext>
            </a:extLst>
          </p:cNvPr>
          <p:cNvGraphicFramePr>
            <a:graphicFrameLocks noGrp="1"/>
          </p:cNvGraphicFramePr>
          <p:nvPr/>
        </p:nvGraphicFramePr>
        <p:xfrm>
          <a:off x="5638800" y="1830388"/>
          <a:ext cx="1828800" cy="2560637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15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T</a:t>
                      </a:r>
                      <a:r>
                        <a:rPr kumimoji="0" lang="en-US" sz="36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⋈</a:t>
                      </a:r>
                      <a:r>
                        <a:rPr kumimoji="0" lang="en-US" sz="3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U </a:t>
                      </a:r>
                    </a:p>
                  </a:txBody>
                  <a:tcPr marT="45726" marB="45726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1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A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B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C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1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a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1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x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1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a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1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y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>
            <a:extLst>
              <a:ext uri="{FF2B5EF4-FFF2-40B4-BE49-F238E27FC236}">
                <a16:creationId xmlns:a16="http://schemas.microsoft.com/office/drawing/2014/main" id="{2B53095D-9763-47AB-A3EE-132B1EC515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Join</a:t>
            </a:r>
          </a:p>
        </p:txBody>
      </p:sp>
      <p:sp>
        <p:nvSpPr>
          <p:cNvPr id="245763" name="Rectangle 3">
            <a:extLst>
              <a:ext uri="{FF2B5EF4-FFF2-40B4-BE49-F238E27FC236}">
                <a16:creationId xmlns:a16="http://schemas.microsoft.com/office/drawing/2014/main" id="{D2B9B5C4-23B1-4F50-ADCD-4DB29F8CFD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 sz="5000">
                <a:ea typeface="Angsana New" panose="02020603050405020304" pitchFamily="18" charset="-34"/>
              </a:rPr>
              <a:t>รูปแบบ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sp>
        <p:nvSpPr>
          <p:cNvPr id="245764" name="Text Box 4">
            <a:extLst>
              <a:ext uri="{FF2B5EF4-FFF2-40B4-BE49-F238E27FC236}">
                <a16:creationId xmlns:a16="http://schemas.microsoft.com/office/drawing/2014/main" id="{8265B971-C02A-4AD7-B117-D1611B9265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2667000"/>
            <a:ext cx="6934200" cy="65405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rgbClr val="FFD55D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th-TH" altLang="en-US" sz="3600">
                <a:solidFill>
                  <a:schemeClr val="tx1"/>
                </a:solidFill>
              </a:rPr>
              <a:t>ชื่อรีเลชั่น</a:t>
            </a:r>
            <a:r>
              <a:rPr lang="en-US" altLang="en-US" sz="3600">
                <a:solidFill>
                  <a:schemeClr val="tx1"/>
                </a:solidFill>
              </a:rPr>
              <a:t> JOIN </a:t>
            </a:r>
            <a:r>
              <a:rPr lang="th-TH" altLang="en-US" sz="3600">
                <a:solidFill>
                  <a:schemeClr val="tx1"/>
                </a:solidFill>
              </a:rPr>
              <a:t>ชื่อรีเลชั่น</a:t>
            </a:r>
            <a:endParaRPr lang="en-US" altLang="en-US" sz="3600">
              <a:solidFill>
                <a:schemeClr val="tx1"/>
              </a:solidFill>
            </a:endParaRPr>
          </a:p>
        </p:txBody>
      </p:sp>
      <p:sp>
        <p:nvSpPr>
          <p:cNvPr id="245765" name="Text Box 5">
            <a:extLst>
              <a:ext uri="{FF2B5EF4-FFF2-40B4-BE49-F238E27FC236}">
                <a16:creationId xmlns:a16="http://schemas.microsoft.com/office/drawing/2014/main" id="{A7211A63-F4E7-46F4-AD1B-314321B997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3657600"/>
            <a:ext cx="6858000" cy="7747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rgbClr val="FFD55D"/>
              </a:gs>
            </a:gsLst>
            <a:lin ang="5400000" scaled="1"/>
          </a:gra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400">
                <a:solidFill>
                  <a:schemeClr val="tx1"/>
                </a:solidFill>
                <a:sym typeface="Symbol" panose="05050102010706020507" pitchFamily="18" charset="2"/>
              </a:rPr>
              <a:t>Relation </a:t>
            </a:r>
            <a:r>
              <a:rPr lang="en-US" altLang="en-US" sz="4400" baseline="-25000">
                <a:solidFill>
                  <a:schemeClr val="tx1"/>
                </a:solidFill>
              </a:rPr>
              <a:t>⋈ </a:t>
            </a:r>
            <a:r>
              <a:rPr lang="en-US" altLang="en-US" sz="4400">
                <a:solidFill>
                  <a:schemeClr val="tx1"/>
                </a:solidFill>
                <a:sym typeface="Symbol" panose="05050102010706020507" pitchFamily="18" charset="2"/>
              </a:rPr>
              <a:t>Relation</a:t>
            </a:r>
            <a:endParaRPr lang="th-TH" altLang="en-US" sz="440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>
            <a:extLst>
              <a:ext uri="{FF2B5EF4-FFF2-40B4-BE49-F238E27FC236}">
                <a16:creationId xmlns:a16="http://schemas.microsoft.com/office/drawing/2014/main" id="{1BC66425-FCC8-411F-8381-F6AA9B78D5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Join</a:t>
            </a:r>
          </a:p>
        </p:txBody>
      </p:sp>
      <p:graphicFrame>
        <p:nvGraphicFramePr>
          <p:cNvPr id="172068" name="Group 36">
            <a:extLst>
              <a:ext uri="{FF2B5EF4-FFF2-40B4-BE49-F238E27FC236}">
                <a16:creationId xmlns:a16="http://schemas.microsoft.com/office/drawing/2014/main" id="{7CADEC79-8A80-42B3-BB61-3BD5867576B8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514600" y="2286000"/>
          <a:ext cx="3657600" cy="1463675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5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0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8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S#</a:t>
                      </a:r>
                    </a:p>
                  </a:txBody>
                  <a:tcPr marT="25236" marB="252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SName</a:t>
                      </a: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SCity</a:t>
                      </a: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8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marT="25236" marB="252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Jack</a:t>
                      </a: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Korat</a:t>
                      </a: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8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B002</a:t>
                      </a:r>
                    </a:p>
                  </a:txBody>
                  <a:tcPr marT="25236" marB="252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Tom</a:t>
                      </a: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Bangkok</a:t>
                      </a: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47829" name="Rectangle 29">
            <a:extLst>
              <a:ext uri="{FF2B5EF4-FFF2-40B4-BE49-F238E27FC236}">
                <a16:creationId xmlns:a16="http://schemas.microsoft.com/office/drawing/2014/main" id="{9BEAEED5-9128-43D7-819C-31FFE4D9CA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>
                <a:ea typeface="Angsana New" panose="02020603050405020304" pitchFamily="18" charset="-34"/>
              </a:rPr>
              <a:t>ตัวอย่าง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sp>
        <p:nvSpPr>
          <p:cNvPr id="247830" name="Text Box 30">
            <a:extLst>
              <a:ext uri="{FF2B5EF4-FFF2-40B4-BE49-F238E27FC236}">
                <a16:creationId xmlns:a16="http://schemas.microsoft.com/office/drawing/2014/main" id="{34AFD08C-AB52-461B-B4B6-4D4EEFC90D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1657350"/>
            <a:ext cx="4556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 i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rPr>
              <a:t>X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2">
            <a:extLst>
              <a:ext uri="{FF2B5EF4-FFF2-40B4-BE49-F238E27FC236}">
                <a16:creationId xmlns:a16="http://schemas.microsoft.com/office/drawing/2014/main" id="{872DE3BE-1016-4B0E-9397-E1EB5D92D0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Join</a:t>
            </a:r>
          </a:p>
        </p:txBody>
      </p:sp>
      <p:graphicFrame>
        <p:nvGraphicFramePr>
          <p:cNvPr id="173116" name="Group 60">
            <a:extLst>
              <a:ext uri="{FF2B5EF4-FFF2-40B4-BE49-F238E27FC236}">
                <a16:creationId xmlns:a16="http://schemas.microsoft.com/office/drawing/2014/main" id="{149BB3E1-01C0-4382-86B2-F75AEA33FD98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514600" y="2286000"/>
          <a:ext cx="2971800" cy="1951038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7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TName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9" marB="252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Subject</a:t>
                      </a:r>
                    </a:p>
                  </a:txBody>
                  <a:tcPr marT="25229" marB="252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PCity</a:t>
                      </a:r>
                    </a:p>
                  </a:txBody>
                  <a:tcPr marT="25229" marB="252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7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Jim</a:t>
                      </a:r>
                    </a:p>
                  </a:txBody>
                  <a:tcPr marT="25229" marB="252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Math</a:t>
                      </a:r>
                    </a:p>
                  </a:txBody>
                  <a:tcPr marT="25229" marB="252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Korat</a:t>
                      </a:r>
                    </a:p>
                  </a:txBody>
                  <a:tcPr marT="25229" marB="252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7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Noi</a:t>
                      </a:r>
                    </a:p>
                  </a:txBody>
                  <a:tcPr marT="25229" marB="252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English</a:t>
                      </a:r>
                    </a:p>
                  </a:txBody>
                  <a:tcPr marT="25229" marB="252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Bangkok</a:t>
                      </a:r>
                    </a:p>
                  </a:txBody>
                  <a:tcPr marT="25229" marB="252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7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Lin</a:t>
                      </a:r>
                    </a:p>
                  </a:txBody>
                  <a:tcPr marT="25229" marB="252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Physic</a:t>
                      </a:r>
                    </a:p>
                  </a:txBody>
                  <a:tcPr marT="25229" marB="252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Korat</a:t>
                      </a:r>
                    </a:p>
                  </a:txBody>
                  <a:tcPr marT="25229" marB="252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9881" name="Rectangle 21">
            <a:extLst>
              <a:ext uri="{FF2B5EF4-FFF2-40B4-BE49-F238E27FC236}">
                <a16:creationId xmlns:a16="http://schemas.microsoft.com/office/drawing/2014/main" id="{A34FF6A2-14D7-4F36-85F6-75343C0A7E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>
                <a:ea typeface="Angsana New" panose="02020603050405020304" pitchFamily="18" charset="-34"/>
              </a:rPr>
              <a:t>ตัวอย่าง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sp>
        <p:nvSpPr>
          <p:cNvPr id="249882" name="Text Box 22">
            <a:extLst>
              <a:ext uri="{FF2B5EF4-FFF2-40B4-BE49-F238E27FC236}">
                <a16:creationId xmlns:a16="http://schemas.microsoft.com/office/drawing/2014/main" id="{C2B7E415-326F-4CF6-ACD0-B098C246D4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1657350"/>
            <a:ext cx="4556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 i="1">
                <a:latin typeface="Arial" panose="020B0604020202020204" pitchFamily="34" charset="0"/>
                <a:cs typeface="Angsana New" panose="02020603050405020304" pitchFamily="18" charset="-34"/>
              </a:rPr>
              <a:t>Y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2">
            <a:extLst>
              <a:ext uri="{FF2B5EF4-FFF2-40B4-BE49-F238E27FC236}">
                <a16:creationId xmlns:a16="http://schemas.microsoft.com/office/drawing/2014/main" id="{34568DC5-CC80-4917-BA19-FB04BECEB3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Join</a:t>
            </a:r>
          </a:p>
        </p:txBody>
      </p:sp>
      <p:graphicFrame>
        <p:nvGraphicFramePr>
          <p:cNvPr id="191491" name="Group 3">
            <a:extLst>
              <a:ext uri="{FF2B5EF4-FFF2-40B4-BE49-F238E27FC236}">
                <a16:creationId xmlns:a16="http://schemas.microsoft.com/office/drawing/2014/main" id="{AFA480B0-AD34-4590-9EA2-9CF9C909D3EA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762000" y="1695450"/>
          <a:ext cx="3048000" cy="1463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2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2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8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S#</a:t>
                      </a:r>
                    </a:p>
                  </a:txBody>
                  <a:tcPr marT="25236" marB="252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SName</a:t>
                      </a: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SCity</a:t>
                      </a: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8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marT="25236" marB="252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Jack</a:t>
                      </a: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Korat</a:t>
                      </a: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8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B002</a:t>
                      </a:r>
                    </a:p>
                  </a:txBody>
                  <a:tcPr marT="25236" marB="252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Tom</a:t>
                      </a: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Bangkok</a:t>
                      </a: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51925" name="Text Box 21">
            <a:extLst>
              <a:ext uri="{FF2B5EF4-FFF2-40B4-BE49-F238E27FC236}">
                <a16:creationId xmlns:a16="http://schemas.microsoft.com/office/drawing/2014/main" id="{D052B30C-766E-4216-9AE0-B591C75E99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371600"/>
            <a:ext cx="4556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 i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rPr>
              <a:t>X</a:t>
            </a:r>
          </a:p>
        </p:txBody>
      </p:sp>
      <p:graphicFrame>
        <p:nvGraphicFramePr>
          <p:cNvPr id="191510" name="Group 22">
            <a:extLst>
              <a:ext uri="{FF2B5EF4-FFF2-40B4-BE49-F238E27FC236}">
                <a16:creationId xmlns:a16="http://schemas.microsoft.com/office/drawing/2014/main" id="{661C8373-B726-4A59-B0DC-61B0750829B1}"/>
              </a:ext>
            </a:extLst>
          </p:cNvPr>
          <p:cNvGraphicFramePr>
            <a:graphicFrameLocks noGrp="1"/>
          </p:cNvGraphicFramePr>
          <p:nvPr/>
        </p:nvGraphicFramePr>
        <p:xfrm>
          <a:off x="4724400" y="1631950"/>
          <a:ext cx="2971800" cy="1951038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7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TName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9" marB="252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Subject</a:t>
                      </a:r>
                    </a:p>
                  </a:txBody>
                  <a:tcPr marT="25229" marB="252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PCity</a:t>
                      </a:r>
                    </a:p>
                  </a:txBody>
                  <a:tcPr marT="25229" marB="252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7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Jim</a:t>
                      </a:r>
                    </a:p>
                  </a:txBody>
                  <a:tcPr marT="25229" marB="252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Math</a:t>
                      </a:r>
                    </a:p>
                  </a:txBody>
                  <a:tcPr marT="25229" marB="252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Korat</a:t>
                      </a:r>
                    </a:p>
                  </a:txBody>
                  <a:tcPr marT="25229" marB="252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7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Noi</a:t>
                      </a:r>
                    </a:p>
                  </a:txBody>
                  <a:tcPr marT="25229" marB="252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English</a:t>
                      </a:r>
                    </a:p>
                  </a:txBody>
                  <a:tcPr marT="25229" marB="252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Bangkok</a:t>
                      </a:r>
                    </a:p>
                  </a:txBody>
                  <a:tcPr marT="25229" marB="252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7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Lin</a:t>
                      </a:r>
                    </a:p>
                  </a:txBody>
                  <a:tcPr marT="25229" marB="252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Physic</a:t>
                      </a:r>
                    </a:p>
                  </a:txBody>
                  <a:tcPr marT="25229" marB="252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Korat</a:t>
                      </a:r>
                    </a:p>
                  </a:txBody>
                  <a:tcPr marT="25229" marB="252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1948" name="Text Box 44">
            <a:extLst>
              <a:ext uri="{FF2B5EF4-FFF2-40B4-BE49-F238E27FC236}">
                <a16:creationId xmlns:a16="http://schemas.microsoft.com/office/drawing/2014/main" id="{17937263-587A-4583-89F8-59F9A55F18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1231900"/>
            <a:ext cx="4556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 i="1">
                <a:latin typeface="Arial" panose="020B0604020202020204" pitchFamily="34" charset="0"/>
                <a:cs typeface="Angsana New" panose="02020603050405020304" pitchFamily="18" charset="-34"/>
              </a:rPr>
              <a:t>Y</a:t>
            </a:r>
          </a:p>
        </p:txBody>
      </p:sp>
      <p:sp>
        <p:nvSpPr>
          <p:cNvPr id="251949" name="Text Box 44">
            <a:extLst>
              <a:ext uri="{FF2B5EF4-FFF2-40B4-BE49-F238E27FC236}">
                <a16:creationId xmlns:a16="http://schemas.microsoft.com/office/drawing/2014/main" id="{150854EF-71A9-471F-8AC9-2A861BD5EF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213" y="1227138"/>
            <a:ext cx="4587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 i="1">
                <a:latin typeface="Arial" panose="020B0604020202020204" pitchFamily="34" charset="0"/>
                <a:cs typeface="Angsana New" panose="02020603050405020304" pitchFamily="18" charset="-34"/>
              </a:rPr>
              <a:t>X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2">
            <a:extLst>
              <a:ext uri="{FF2B5EF4-FFF2-40B4-BE49-F238E27FC236}">
                <a16:creationId xmlns:a16="http://schemas.microsoft.com/office/drawing/2014/main" id="{2B6112BD-703F-47A9-9A33-9250DBF60D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Join</a:t>
            </a:r>
          </a:p>
        </p:txBody>
      </p:sp>
      <p:graphicFrame>
        <p:nvGraphicFramePr>
          <p:cNvPr id="190467" name="Group 3">
            <a:extLst>
              <a:ext uri="{FF2B5EF4-FFF2-40B4-BE49-F238E27FC236}">
                <a16:creationId xmlns:a16="http://schemas.microsoft.com/office/drawing/2014/main" id="{EE533147-728B-4759-A491-78E16A7FA8CC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762000" y="1695450"/>
          <a:ext cx="3048000" cy="1463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2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2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8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S#</a:t>
                      </a:r>
                    </a:p>
                  </a:txBody>
                  <a:tcPr marT="25236" marB="252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SName</a:t>
                      </a: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SCity</a:t>
                      </a: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8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marT="25236" marB="252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Jack</a:t>
                      </a: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Korat</a:t>
                      </a: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8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B002</a:t>
                      </a:r>
                    </a:p>
                  </a:txBody>
                  <a:tcPr marT="25236" marB="252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Tom</a:t>
                      </a: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Bangkok</a:t>
                      </a: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53973" name="Text Box 21">
            <a:extLst>
              <a:ext uri="{FF2B5EF4-FFF2-40B4-BE49-F238E27FC236}">
                <a16:creationId xmlns:a16="http://schemas.microsoft.com/office/drawing/2014/main" id="{F211B295-86D0-47CE-814B-10D14799EA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371600"/>
            <a:ext cx="4556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 i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rPr>
              <a:t>X</a:t>
            </a:r>
          </a:p>
        </p:txBody>
      </p:sp>
      <p:graphicFrame>
        <p:nvGraphicFramePr>
          <p:cNvPr id="190486" name="Group 22">
            <a:extLst>
              <a:ext uri="{FF2B5EF4-FFF2-40B4-BE49-F238E27FC236}">
                <a16:creationId xmlns:a16="http://schemas.microsoft.com/office/drawing/2014/main" id="{F686B5C9-1A99-4764-A8BD-BE5662B925C6}"/>
              </a:ext>
            </a:extLst>
          </p:cNvPr>
          <p:cNvGraphicFramePr>
            <a:graphicFrameLocks noGrp="1"/>
          </p:cNvGraphicFramePr>
          <p:nvPr/>
        </p:nvGraphicFramePr>
        <p:xfrm>
          <a:off x="4724400" y="1631950"/>
          <a:ext cx="2971800" cy="1951038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7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TName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9" marB="252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Subject</a:t>
                      </a:r>
                    </a:p>
                  </a:txBody>
                  <a:tcPr marT="25229" marB="252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PCity</a:t>
                      </a:r>
                    </a:p>
                  </a:txBody>
                  <a:tcPr marT="25229" marB="252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7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Jim</a:t>
                      </a:r>
                    </a:p>
                  </a:txBody>
                  <a:tcPr marT="25229" marB="252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Math</a:t>
                      </a:r>
                    </a:p>
                  </a:txBody>
                  <a:tcPr marT="25229" marB="252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Korat</a:t>
                      </a:r>
                    </a:p>
                  </a:txBody>
                  <a:tcPr marT="25229" marB="252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7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Noi</a:t>
                      </a:r>
                    </a:p>
                  </a:txBody>
                  <a:tcPr marT="25229" marB="252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English</a:t>
                      </a:r>
                    </a:p>
                  </a:txBody>
                  <a:tcPr marT="25229" marB="252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Bangkok</a:t>
                      </a:r>
                    </a:p>
                  </a:txBody>
                  <a:tcPr marT="25229" marB="252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7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Lin</a:t>
                      </a:r>
                    </a:p>
                  </a:txBody>
                  <a:tcPr marT="25229" marB="252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Physic</a:t>
                      </a:r>
                    </a:p>
                  </a:txBody>
                  <a:tcPr marT="25229" marB="252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Korat</a:t>
                      </a:r>
                    </a:p>
                  </a:txBody>
                  <a:tcPr marT="25229" marB="252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3996" name="Text Box 44">
            <a:extLst>
              <a:ext uri="{FF2B5EF4-FFF2-40B4-BE49-F238E27FC236}">
                <a16:creationId xmlns:a16="http://schemas.microsoft.com/office/drawing/2014/main" id="{F9A1E5B9-1BB8-4FED-8A5B-F74C989AE1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1231900"/>
            <a:ext cx="4556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 i="1">
                <a:latin typeface="Arial" panose="020B0604020202020204" pitchFamily="34" charset="0"/>
                <a:cs typeface="Angsana New" panose="02020603050405020304" pitchFamily="18" charset="-34"/>
              </a:rPr>
              <a:t>Y</a:t>
            </a:r>
          </a:p>
        </p:txBody>
      </p:sp>
      <p:sp>
        <p:nvSpPr>
          <p:cNvPr id="190509" name="Line 45">
            <a:extLst>
              <a:ext uri="{FF2B5EF4-FFF2-40B4-BE49-F238E27FC236}">
                <a16:creationId xmlns:a16="http://schemas.microsoft.com/office/drawing/2014/main" id="{400E652B-F93B-4EC2-96AF-605A2C83AAC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2400" y="2438400"/>
            <a:ext cx="457200" cy="0"/>
          </a:xfrm>
          <a:prstGeom prst="line">
            <a:avLst/>
          </a:prstGeom>
          <a:noFill/>
          <a:ln w="57150">
            <a:solidFill>
              <a:schemeClr val="bg1">
                <a:lumMod val="95000"/>
              </a:schemeClr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90510" name="Line 46">
            <a:extLst>
              <a:ext uri="{FF2B5EF4-FFF2-40B4-BE49-F238E27FC236}">
                <a16:creationId xmlns:a16="http://schemas.microsoft.com/office/drawing/2014/main" id="{10A268E9-3157-4B02-98E3-4FB847CB4B9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143000" y="1143000"/>
            <a:ext cx="0" cy="3810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90511" name="Line 47">
            <a:extLst>
              <a:ext uri="{FF2B5EF4-FFF2-40B4-BE49-F238E27FC236}">
                <a16:creationId xmlns:a16="http://schemas.microsoft.com/office/drawing/2014/main" id="{4FABADD8-AA2C-480D-9BBE-9EDEBEC3B95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029200" y="1079500"/>
            <a:ext cx="0" cy="381000"/>
          </a:xfrm>
          <a:prstGeom prst="line">
            <a:avLst/>
          </a:prstGeom>
          <a:noFill/>
          <a:ln w="57150">
            <a:solidFill>
              <a:schemeClr val="bg1">
                <a:lumMod val="95000"/>
              </a:schemeClr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90512" name="Line 48">
            <a:extLst>
              <a:ext uri="{FF2B5EF4-FFF2-40B4-BE49-F238E27FC236}">
                <a16:creationId xmlns:a16="http://schemas.microsoft.com/office/drawing/2014/main" id="{09BFB4CA-8163-4070-9821-B3AA1B6AA6D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905000" y="1143000"/>
            <a:ext cx="0" cy="381000"/>
          </a:xfrm>
          <a:prstGeom prst="line">
            <a:avLst/>
          </a:prstGeom>
          <a:noFill/>
          <a:ln w="57150">
            <a:solidFill>
              <a:schemeClr val="bg1">
                <a:lumMod val="95000"/>
              </a:schemeClr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90513" name="Line 49">
            <a:extLst>
              <a:ext uri="{FF2B5EF4-FFF2-40B4-BE49-F238E27FC236}">
                <a16:creationId xmlns:a16="http://schemas.microsoft.com/office/drawing/2014/main" id="{7008C3F0-2A18-4950-A40C-8D2885FC265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019800" y="1079500"/>
            <a:ext cx="0" cy="381000"/>
          </a:xfrm>
          <a:prstGeom prst="line">
            <a:avLst/>
          </a:prstGeom>
          <a:noFill/>
          <a:ln w="57150">
            <a:solidFill>
              <a:schemeClr val="bg1">
                <a:lumMod val="95000"/>
              </a:schemeClr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90514" name="Line 50">
            <a:extLst>
              <a:ext uri="{FF2B5EF4-FFF2-40B4-BE49-F238E27FC236}">
                <a16:creationId xmlns:a16="http://schemas.microsoft.com/office/drawing/2014/main" id="{5A630CE3-6A9D-4D08-B7A2-C147566F916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010400" y="1079500"/>
            <a:ext cx="0" cy="381000"/>
          </a:xfrm>
          <a:prstGeom prst="line">
            <a:avLst/>
          </a:prstGeom>
          <a:noFill/>
          <a:ln w="57150">
            <a:solidFill>
              <a:schemeClr val="bg1">
                <a:lumMod val="95000"/>
              </a:schemeClr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90515" name="Line 51">
            <a:extLst>
              <a:ext uri="{FF2B5EF4-FFF2-40B4-BE49-F238E27FC236}">
                <a16:creationId xmlns:a16="http://schemas.microsoft.com/office/drawing/2014/main" id="{A070A6AB-A171-422A-A6FD-31AB2764170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743200" y="1143000"/>
            <a:ext cx="0" cy="381000"/>
          </a:xfrm>
          <a:prstGeom prst="line">
            <a:avLst/>
          </a:prstGeom>
          <a:noFill/>
          <a:ln w="57150">
            <a:solidFill>
              <a:schemeClr val="bg1">
                <a:lumMod val="95000"/>
              </a:schemeClr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graphicFrame>
        <p:nvGraphicFramePr>
          <p:cNvPr id="190572" name="Group 108">
            <a:extLst>
              <a:ext uri="{FF2B5EF4-FFF2-40B4-BE49-F238E27FC236}">
                <a16:creationId xmlns:a16="http://schemas.microsoft.com/office/drawing/2014/main" id="{8A489FC5-EDE1-4ED7-8B4B-73557C94DDB4}"/>
              </a:ext>
            </a:extLst>
          </p:cNvPr>
          <p:cNvGraphicFramePr>
            <a:graphicFrameLocks noGrp="1"/>
          </p:cNvGraphicFramePr>
          <p:nvPr/>
        </p:nvGraphicFramePr>
        <p:xfrm>
          <a:off x="762000" y="4114800"/>
          <a:ext cx="6858000" cy="517525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S#</a:t>
                      </a:r>
                    </a:p>
                  </a:txBody>
                  <a:tcPr marT="25042" marB="2504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SName</a:t>
                      </a:r>
                    </a:p>
                  </a:txBody>
                  <a:tcPr marT="25042" marB="250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SCity</a:t>
                      </a:r>
                    </a:p>
                  </a:txBody>
                  <a:tcPr marT="25042" marB="250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TName</a:t>
                      </a:r>
                    </a:p>
                  </a:txBody>
                  <a:tcPr marT="25042" marB="250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Subject</a:t>
                      </a:r>
                    </a:p>
                  </a:txBody>
                  <a:tcPr marT="25042" marB="250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PCity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042" marB="250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54020" name="Text Box 44">
            <a:extLst>
              <a:ext uri="{FF2B5EF4-FFF2-40B4-BE49-F238E27FC236}">
                <a16:creationId xmlns:a16="http://schemas.microsoft.com/office/drawing/2014/main" id="{7F0ED17E-B1F3-4710-9AD4-193F8045AE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213" y="1227138"/>
            <a:ext cx="4587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 i="1">
                <a:latin typeface="Arial" panose="020B0604020202020204" pitchFamily="34" charset="0"/>
                <a:cs typeface="Angsana New" panose="02020603050405020304" pitchFamily="18" charset="-34"/>
              </a:rPr>
              <a:t>X</a:t>
            </a:r>
          </a:p>
        </p:txBody>
      </p:sp>
      <p:sp>
        <p:nvSpPr>
          <p:cNvPr id="16" name="Text Box 132">
            <a:extLst>
              <a:ext uri="{FF2B5EF4-FFF2-40B4-BE49-F238E27FC236}">
                <a16:creationId xmlns:a16="http://schemas.microsoft.com/office/drawing/2014/main" id="{688EB7E9-A774-4816-9E88-C52322A8FB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3276600"/>
            <a:ext cx="1219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 i="1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altLang="en-US" sz="4400" baseline="-25000">
                <a:latin typeface="Arial" panose="020B0604020202020204" pitchFamily="34" charset="0"/>
                <a:ea typeface="Arial Unicode MS" pitchFamily="34" charset="-128"/>
                <a:cs typeface="Arial" panose="020B0604020202020204" pitchFamily="34" charset="0"/>
              </a:rPr>
              <a:t>⋈</a:t>
            </a:r>
            <a:r>
              <a:rPr lang="en-US" altLang="en-US" sz="1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i="1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2">
            <a:extLst>
              <a:ext uri="{FF2B5EF4-FFF2-40B4-BE49-F238E27FC236}">
                <a16:creationId xmlns:a16="http://schemas.microsoft.com/office/drawing/2014/main" id="{71118352-BDE9-45A3-B889-B35E261D5A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Join</a:t>
            </a:r>
          </a:p>
        </p:txBody>
      </p:sp>
      <p:graphicFrame>
        <p:nvGraphicFramePr>
          <p:cNvPr id="192515" name="Group 3">
            <a:extLst>
              <a:ext uri="{FF2B5EF4-FFF2-40B4-BE49-F238E27FC236}">
                <a16:creationId xmlns:a16="http://schemas.microsoft.com/office/drawing/2014/main" id="{B2FD7D74-C492-4E05-972D-7202FE5382F1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762000" y="1695450"/>
          <a:ext cx="3048000" cy="1463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2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2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8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S#</a:t>
                      </a:r>
                    </a:p>
                  </a:txBody>
                  <a:tcPr marT="25236" marB="252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SName</a:t>
                      </a: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SCity</a:t>
                      </a: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8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marT="25236" marB="252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Jack</a:t>
                      </a: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Korat</a:t>
                      </a: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8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B002</a:t>
                      </a:r>
                    </a:p>
                  </a:txBody>
                  <a:tcPr marT="25236" marB="252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Tom</a:t>
                      </a: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Bangkok</a:t>
                      </a: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56021" name="Text Box 21">
            <a:extLst>
              <a:ext uri="{FF2B5EF4-FFF2-40B4-BE49-F238E27FC236}">
                <a16:creationId xmlns:a16="http://schemas.microsoft.com/office/drawing/2014/main" id="{7244F0C4-5549-4238-A93C-9947983653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371600"/>
            <a:ext cx="4556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 i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rPr>
              <a:t>X</a:t>
            </a:r>
          </a:p>
        </p:txBody>
      </p:sp>
      <p:graphicFrame>
        <p:nvGraphicFramePr>
          <p:cNvPr id="192534" name="Group 22">
            <a:extLst>
              <a:ext uri="{FF2B5EF4-FFF2-40B4-BE49-F238E27FC236}">
                <a16:creationId xmlns:a16="http://schemas.microsoft.com/office/drawing/2014/main" id="{64FCD302-5ADE-465B-A1F4-A0A1500EB69F}"/>
              </a:ext>
            </a:extLst>
          </p:cNvPr>
          <p:cNvGraphicFramePr>
            <a:graphicFrameLocks noGrp="1"/>
          </p:cNvGraphicFramePr>
          <p:nvPr/>
        </p:nvGraphicFramePr>
        <p:xfrm>
          <a:off x="4724400" y="1631950"/>
          <a:ext cx="2971800" cy="1951038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7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TName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9" marB="252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Subject</a:t>
                      </a:r>
                    </a:p>
                  </a:txBody>
                  <a:tcPr marT="25229" marB="252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PCity</a:t>
                      </a:r>
                    </a:p>
                  </a:txBody>
                  <a:tcPr marT="25229" marB="252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7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Jim</a:t>
                      </a:r>
                    </a:p>
                  </a:txBody>
                  <a:tcPr marT="25229" marB="252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Math</a:t>
                      </a:r>
                    </a:p>
                  </a:txBody>
                  <a:tcPr marT="25229" marB="252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Korat</a:t>
                      </a:r>
                    </a:p>
                  </a:txBody>
                  <a:tcPr marT="25229" marB="252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7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Noi</a:t>
                      </a:r>
                    </a:p>
                  </a:txBody>
                  <a:tcPr marT="25229" marB="252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English</a:t>
                      </a:r>
                    </a:p>
                  </a:txBody>
                  <a:tcPr marT="25229" marB="252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Bangkok</a:t>
                      </a:r>
                    </a:p>
                  </a:txBody>
                  <a:tcPr marT="25229" marB="252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7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Lin</a:t>
                      </a:r>
                    </a:p>
                  </a:txBody>
                  <a:tcPr marT="25229" marB="252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Physic</a:t>
                      </a:r>
                    </a:p>
                  </a:txBody>
                  <a:tcPr marT="25229" marB="252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Korat</a:t>
                      </a:r>
                    </a:p>
                  </a:txBody>
                  <a:tcPr marT="25229" marB="252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6044" name="Text Box 44">
            <a:extLst>
              <a:ext uri="{FF2B5EF4-FFF2-40B4-BE49-F238E27FC236}">
                <a16:creationId xmlns:a16="http://schemas.microsoft.com/office/drawing/2014/main" id="{A78CA1B1-AC4A-449B-ABBB-5510783B4C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1231900"/>
            <a:ext cx="4556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 i="1">
                <a:latin typeface="Arial" panose="020B0604020202020204" pitchFamily="34" charset="0"/>
                <a:cs typeface="Angsana New" panose="02020603050405020304" pitchFamily="18" charset="-34"/>
              </a:rPr>
              <a:t>Y</a:t>
            </a:r>
          </a:p>
        </p:txBody>
      </p:sp>
      <p:sp>
        <p:nvSpPr>
          <p:cNvPr id="192557" name="Line 45">
            <a:extLst>
              <a:ext uri="{FF2B5EF4-FFF2-40B4-BE49-F238E27FC236}">
                <a16:creationId xmlns:a16="http://schemas.microsoft.com/office/drawing/2014/main" id="{86793F1F-8763-4604-B55D-3B13B1F23AC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2400" y="2438400"/>
            <a:ext cx="533400" cy="0"/>
          </a:xfrm>
          <a:prstGeom prst="line">
            <a:avLst/>
          </a:prstGeom>
          <a:noFill/>
          <a:ln w="57150">
            <a:solidFill>
              <a:schemeClr val="bg1">
                <a:lumMod val="95000"/>
              </a:schemeClr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92594" name="Line 82">
            <a:extLst>
              <a:ext uri="{FF2B5EF4-FFF2-40B4-BE49-F238E27FC236}">
                <a16:creationId xmlns:a16="http://schemas.microsoft.com/office/drawing/2014/main" id="{5EEA7B15-2130-495B-AE5D-5BBBDC8BBFA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86200" y="2438400"/>
            <a:ext cx="685800" cy="0"/>
          </a:xfrm>
          <a:prstGeom prst="line">
            <a:avLst/>
          </a:prstGeom>
          <a:noFill/>
          <a:ln w="57150">
            <a:solidFill>
              <a:schemeClr val="bg1">
                <a:lumMod val="95000"/>
              </a:schemeClr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92595" name="Line 83">
            <a:extLst>
              <a:ext uri="{FF2B5EF4-FFF2-40B4-BE49-F238E27FC236}">
                <a16:creationId xmlns:a16="http://schemas.microsoft.com/office/drawing/2014/main" id="{26EE6E97-F6A8-4EE4-B827-F3C4294161E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886200" y="2438400"/>
            <a:ext cx="685800" cy="457200"/>
          </a:xfrm>
          <a:prstGeom prst="line">
            <a:avLst/>
          </a:prstGeom>
          <a:noFill/>
          <a:ln w="57150">
            <a:solidFill>
              <a:schemeClr val="bg1">
                <a:lumMod val="95000"/>
              </a:schemeClr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92596" name="Line 84">
            <a:extLst>
              <a:ext uri="{FF2B5EF4-FFF2-40B4-BE49-F238E27FC236}">
                <a16:creationId xmlns:a16="http://schemas.microsoft.com/office/drawing/2014/main" id="{0EC95779-FAA9-4F04-BF9E-88600BAB8AD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886200" y="2438400"/>
            <a:ext cx="685800" cy="914400"/>
          </a:xfrm>
          <a:prstGeom prst="line">
            <a:avLst/>
          </a:prstGeom>
          <a:noFill/>
          <a:ln w="57150">
            <a:solidFill>
              <a:schemeClr val="bg1">
                <a:lumMod val="95000"/>
              </a:schemeClr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graphicFrame>
        <p:nvGraphicFramePr>
          <p:cNvPr id="192714" name="Group 202">
            <a:extLst>
              <a:ext uri="{FF2B5EF4-FFF2-40B4-BE49-F238E27FC236}">
                <a16:creationId xmlns:a16="http://schemas.microsoft.com/office/drawing/2014/main" id="{72B1AD14-47A4-456C-A9E0-996BF296CDD9}"/>
              </a:ext>
            </a:extLst>
          </p:cNvPr>
          <p:cNvGraphicFramePr>
            <a:graphicFrameLocks noGrp="1"/>
          </p:cNvGraphicFramePr>
          <p:nvPr/>
        </p:nvGraphicFramePr>
        <p:xfrm>
          <a:off x="762000" y="4114800"/>
          <a:ext cx="6858000" cy="517525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S#</a:t>
                      </a:r>
                    </a:p>
                  </a:txBody>
                  <a:tcPr marT="25042" marB="2504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SName</a:t>
                      </a:r>
                    </a:p>
                  </a:txBody>
                  <a:tcPr marT="25042" marB="250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SCity</a:t>
                      </a:r>
                    </a:p>
                  </a:txBody>
                  <a:tcPr marT="25042" marB="250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TName</a:t>
                      </a:r>
                    </a:p>
                  </a:txBody>
                  <a:tcPr marT="25042" marB="250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Subject</a:t>
                      </a:r>
                    </a:p>
                  </a:txBody>
                  <a:tcPr marT="25042" marB="250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PCity</a:t>
                      </a:r>
                    </a:p>
                  </a:txBody>
                  <a:tcPr marT="25042" marB="250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2768" name="Group 256">
            <a:extLst>
              <a:ext uri="{FF2B5EF4-FFF2-40B4-BE49-F238E27FC236}">
                <a16:creationId xmlns:a16="http://schemas.microsoft.com/office/drawing/2014/main" id="{54A28D7C-928B-4AAF-B3FF-5214F279DE27}"/>
              </a:ext>
            </a:extLst>
          </p:cNvPr>
          <p:cNvGraphicFramePr>
            <a:graphicFrameLocks noGrp="1"/>
          </p:cNvGraphicFramePr>
          <p:nvPr/>
        </p:nvGraphicFramePr>
        <p:xfrm>
          <a:off x="762000" y="3886200"/>
          <a:ext cx="6858000" cy="1554163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80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S#</a:t>
                      </a:r>
                    </a:p>
                  </a:txBody>
                  <a:tcPr marT="25067" marB="2506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SName</a:t>
                      </a:r>
                    </a:p>
                  </a:txBody>
                  <a:tcPr marT="25067" marB="2506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SCity</a:t>
                      </a:r>
                    </a:p>
                  </a:txBody>
                  <a:tcPr marT="25067" marB="2506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TName</a:t>
                      </a:r>
                    </a:p>
                  </a:txBody>
                  <a:tcPr marT="25067" marB="2506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Subject</a:t>
                      </a:r>
                    </a:p>
                  </a:txBody>
                  <a:tcPr marT="25067" marB="2506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PCity</a:t>
                      </a:r>
                    </a:p>
                  </a:txBody>
                  <a:tcPr marT="25067" marB="2506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0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marT="25067" marB="2506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Jack</a:t>
                      </a:r>
                    </a:p>
                  </a:txBody>
                  <a:tcPr marT="25067" marB="2506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Korat</a:t>
                      </a:r>
                    </a:p>
                  </a:txBody>
                  <a:tcPr marT="25067" marB="2506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Jim</a:t>
                      </a:r>
                    </a:p>
                  </a:txBody>
                  <a:tcPr marT="25067" marB="2506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Math</a:t>
                      </a:r>
                    </a:p>
                  </a:txBody>
                  <a:tcPr marT="25067" marB="2506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Korat</a:t>
                      </a:r>
                    </a:p>
                  </a:txBody>
                  <a:tcPr marT="25067" marB="2506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0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marT="25067" marB="2506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Jack</a:t>
                      </a:r>
                    </a:p>
                  </a:txBody>
                  <a:tcPr marT="25067" marB="2506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Korat</a:t>
                      </a:r>
                    </a:p>
                  </a:txBody>
                  <a:tcPr marT="25067" marB="2506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Lin</a:t>
                      </a:r>
                    </a:p>
                  </a:txBody>
                  <a:tcPr marT="25067" marB="2506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Physic</a:t>
                      </a:r>
                    </a:p>
                  </a:txBody>
                  <a:tcPr marT="25067" marB="2506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Korat</a:t>
                      </a:r>
                    </a:p>
                  </a:txBody>
                  <a:tcPr marT="25067" marB="2506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56095" name="Text Box 44">
            <a:extLst>
              <a:ext uri="{FF2B5EF4-FFF2-40B4-BE49-F238E27FC236}">
                <a16:creationId xmlns:a16="http://schemas.microsoft.com/office/drawing/2014/main" id="{8BAA36C7-80FF-4468-9D2F-F2F4F4EBFD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213" y="1227138"/>
            <a:ext cx="4587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 i="1">
                <a:latin typeface="Arial" panose="020B0604020202020204" pitchFamily="34" charset="0"/>
                <a:cs typeface="Angsana New" panose="02020603050405020304" pitchFamily="18" charset="-34"/>
              </a:rPr>
              <a:t>X</a:t>
            </a:r>
          </a:p>
        </p:txBody>
      </p:sp>
      <p:sp>
        <p:nvSpPr>
          <p:cNvPr id="14" name="Text Box 132">
            <a:extLst>
              <a:ext uri="{FF2B5EF4-FFF2-40B4-BE49-F238E27FC236}">
                <a16:creationId xmlns:a16="http://schemas.microsoft.com/office/drawing/2014/main" id="{FCE786AF-4EFC-4331-956A-BF0D1CB652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3276600"/>
            <a:ext cx="1219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 i="1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altLang="en-US" sz="4400" baseline="-25000">
                <a:latin typeface="Arial" panose="020B0604020202020204" pitchFamily="34" charset="0"/>
                <a:ea typeface="Arial Unicode MS" pitchFamily="34" charset="-128"/>
                <a:cs typeface="Arial" panose="020B0604020202020204" pitchFamily="34" charset="0"/>
              </a:rPr>
              <a:t>⋈</a:t>
            </a:r>
            <a:r>
              <a:rPr lang="en-US" altLang="en-US" sz="1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i="1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>
            <a:extLst>
              <a:ext uri="{FF2B5EF4-FFF2-40B4-BE49-F238E27FC236}">
                <a16:creationId xmlns:a16="http://schemas.microsoft.com/office/drawing/2014/main" id="{098BFD34-8D75-4F09-9E33-7B5567B67D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Join</a:t>
            </a:r>
          </a:p>
        </p:txBody>
      </p:sp>
      <p:graphicFrame>
        <p:nvGraphicFramePr>
          <p:cNvPr id="193539" name="Group 3">
            <a:extLst>
              <a:ext uri="{FF2B5EF4-FFF2-40B4-BE49-F238E27FC236}">
                <a16:creationId xmlns:a16="http://schemas.microsoft.com/office/drawing/2014/main" id="{CAC986F4-9618-45F0-871A-F24251200C74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762000" y="1695450"/>
          <a:ext cx="3048000" cy="1463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2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2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8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S#</a:t>
                      </a:r>
                    </a:p>
                  </a:txBody>
                  <a:tcPr marT="25236" marB="252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SName</a:t>
                      </a: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SCity</a:t>
                      </a: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8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B001</a:t>
                      </a:r>
                    </a:p>
                  </a:txBody>
                  <a:tcPr marT="25236" marB="252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Jack</a:t>
                      </a: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Korat</a:t>
                      </a: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8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B002</a:t>
                      </a:r>
                    </a:p>
                  </a:txBody>
                  <a:tcPr marT="25236" marB="252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Tom</a:t>
                      </a: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Bangkok</a:t>
                      </a: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58069" name="Text Box 21">
            <a:extLst>
              <a:ext uri="{FF2B5EF4-FFF2-40B4-BE49-F238E27FC236}">
                <a16:creationId xmlns:a16="http://schemas.microsoft.com/office/drawing/2014/main" id="{B9637DD2-3129-40FE-9BA0-7F0CCD2A24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371600"/>
            <a:ext cx="4556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 i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rPr>
              <a:t>X</a:t>
            </a:r>
          </a:p>
        </p:txBody>
      </p:sp>
      <p:graphicFrame>
        <p:nvGraphicFramePr>
          <p:cNvPr id="193558" name="Group 22">
            <a:extLst>
              <a:ext uri="{FF2B5EF4-FFF2-40B4-BE49-F238E27FC236}">
                <a16:creationId xmlns:a16="http://schemas.microsoft.com/office/drawing/2014/main" id="{0AE0B951-25F7-4223-AA5A-EEA79FA2C36C}"/>
              </a:ext>
            </a:extLst>
          </p:cNvPr>
          <p:cNvGraphicFramePr>
            <a:graphicFrameLocks noGrp="1"/>
          </p:cNvGraphicFramePr>
          <p:nvPr/>
        </p:nvGraphicFramePr>
        <p:xfrm>
          <a:off x="4724400" y="1631950"/>
          <a:ext cx="2971800" cy="1951038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7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TName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25229" marB="252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Subject</a:t>
                      </a:r>
                    </a:p>
                  </a:txBody>
                  <a:tcPr marT="25229" marB="252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PCity</a:t>
                      </a:r>
                    </a:p>
                  </a:txBody>
                  <a:tcPr marT="25229" marB="252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7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Jim</a:t>
                      </a:r>
                    </a:p>
                  </a:txBody>
                  <a:tcPr marT="25229" marB="252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Math</a:t>
                      </a:r>
                    </a:p>
                  </a:txBody>
                  <a:tcPr marT="25229" marB="252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Korat</a:t>
                      </a:r>
                    </a:p>
                  </a:txBody>
                  <a:tcPr marT="25229" marB="252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7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Noi</a:t>
                      </a:r>
                    </a:p>
                  </a:txBody>
                  <a:tcPr marT="25229" marB="252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English</a:t>
                      </a:r>
                    </a:p>
                  </a:txBody>
                  <a:tcPr marT="25229" marB="252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Bangkok</a:t>
                      </a:r>
                    </a:p>
                  </a:txBody>
                  <a:tcPr marT="25229" marB="252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7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Lin</a:t>
                      </a:r>
                    </a:p>
                  </a:txBody>
                  <a:tcPr marT="25229" marB="252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Physic</a:t>
                      </a:r>
                    </a:p>
                  </a:txBody>
                  <a:tcPr marT="25229" marB="252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Korat</a:t>
                      </a:r>
                    </a:p>
                  </a:txBody>
                  <a:tcPr marT="25229" marB="252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8092" name="Text Box 44">
            <a:extLst>
              <a:ext uri="{FF2B5EF4-FFF2-40B4-BE49-F238E27FC236}">
                <a16:creationId xmlns:a16="http://schemas.microsoft.com/office/drawing/2014/main" id="{37CA78CA-D9F4-492C-AC3B-A40AABBBC3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1231900"/>
            <a:ext cx="4556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 i="1">
                <a:latin typeface="Arial" panose="020B0604020202020204" pitchFamily="34" charset="0"/>
                <a:cs typeface="Angsana New" panose="02020603050405020304" pitchFamily="18" charset="-34"/>
              </a:rPr>
              <a:t>Y</a:t>
            </a:r>
          </a:p>
        </p:txBody>
      </p:sp>
      <p:sp>
        <p:nvSpPr>
          <p:cNvPr id="193581" name="Line 45">
            <a:extLst>
              <a:ext uri="{FF2B5EF4-FFF2-40B4-BE49-F238E27FC236}">
                <a16:creationId xmlns:a16="http://schemas.microsoft.com/office/drawing/2014/main" id="{46ADBBC5-4FDA-42EA-96BD-309891712D6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2400" y="2895600"/>
            <a:ext cx="533400" cy="0"/>
          </a:xfrm>
          <a:prstGeom prst="line">
            <a:avLst/>
          </a:prstGeom>
          <a:noFill/>
          <a:ln w="57150">
            <a:solidFill>
              <a:schemeClr val="bg1">
                <a:lumMod val="95000"/>
              </a:schemeClr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>
              <a:defRPr/>
            </a:pPr>
            <a:endParaRPr lang="en-US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93612" name="Line 76">
            <a:extLst>
              <a:ext uri="{FF2B5EF4-FFF2-40B4-BE49-F238E27FC236}">
                <a16:creationId xmlns:a16="http://schemas.microsoft.com/office/drawing/2014/main" id="{65AE1974-0819-43D6-8618-6EFF2315730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86200" y="2438400"/>
            <a:ext cx="685800" cy="457200"/>
          </a:xfrm>
          <a:prstGeom prst="line">
            <a:avLst/>
          </a:prstGeom>
          <a:noFill/>
          <a:ln w="57150">
            <a:solidFill>
              <a:schemeClr val="bg1">
                <a:lumMod val="95000"/>
              </a:schemeClr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>
              <a:defRPr/>
            </a:pPr>
            <a:endParaRPr lang="en-US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93613" name="Line 77">
            <a:extLst>
              <a:ext uri="{FF2B5EF4-FFF2-40B4-BE49-F238E27FC236}">
                <a16:creationId xmlns:a16="http://schemas.microsoft.com/office/drawing/2014/main" id="{4F77719E-7E51-4D48-8224-F6815CD6277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886200" y="2895600"/>
            <a:ext cx="685800" cy="0"/>
          </a:xfrm>
          <a:prstGeom prst="line">
            <a:avLst/>
          </a:prstGeom>
          <a:noFill/>
          <a:ln w="57150">
            <a:solidFill>
              <a:schemeClr val="bg1">
                <a:lumMod val="95000"/>
              </a:schemeClr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>
              <a:defRPr/>
            </a:pPr>
            <a:endParaRPr lang="en-US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93614" name="Line 78">
            <a:extLst>
              <a:ext uri="{FF2B5EF4-FFF2-40B4-BE49-F238E27FC236}">
                <a16:creationId xmlns:a16="http://schemas.microsoft.com/office/drawing/2014/main" id="{17D43643-4CAC-4C5B-BFC6-3BFF8B06550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886200" y="2895600"/>
            <a:ext cx="685800" cy="457200"/>
          </a:xfrm>
          <a:prstGeom prst="line">
            <a:avLst/>
          </a:prstGeom>
          <a:noFill/>
          <a:ln w="57150">
            <a:solidFill>
              <a:schemeClr val="bg1">
                <a:lumMod val="95000"/>
              </a:schemeClr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>
              <a:defRPr/>
            </a:pPr>
            <a:endParaRPr lang="en-US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93668" name="Text Box 132">
            <a:extLst>
              <a:ext uri="{FF2B5EF4-FFF2-40B4-BE49-F238E27FC236}">
                <a16:creationId xmlns:a16="http://schemas.microsoft.com/office/drawing/2014/main" id="{FB5BE75B-AB21-429B-B7FD-2CB4148283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3276600"/>
            <a:ext cx="1219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 i="1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altLang="en-US" sz="4400" baseline="-25000">
                <a:latin typeface="Arial" panose="020B0604020202020204" pitchFamily="34" charset="0"/>
                <a:ea typeface="Arial Unicode MS" pitchFamily="34" charset="-128"/>
                <a:cs typeface="Arial" panose="020B0604020202020204" pitchFamily="34" charset="0"/>
              </a:rPr>
              <a:t>⋈</a:t>
            </a:r>
            <a:r>
              <a:rPr lang="en-US" altLang="en-US" sz="1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i="1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</a:p>
        </p:txBody>
      </p:sp>
      <p:graphicFrame>
        <p:nvGraphicFramePr>
          <p:cNvPr id="193669" name="Group 133">
            <a:extLst>
              <a:ext uri="{FF2B5EF4-FFF2-40B4-BE49-F238E27FC236}">
                <a16:creationId xmlns:a16="http://schemas.microsoft.com/office/drawing/2014/main" id="{CC461E5F-6403-4936-AC63-5B873D623541}"/>
              </a:ext>
            </a:extLst>
          </p:cNvPr>
          <p:cNvGraphicFramePr>
            <a:graphicFrameLocks noGrp="1"/>
          </p:cNvGraphicFramePr>
          <p:nvPr/>
        </p:nvGraphicFramePr>
        <p:xfrm>
          <a:off x="762000" y="3886200"/>
          <a:ext cx="6858000" cy="1554163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80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S#</a:t>
                      </a:r>
                    </a:p>
                  </a:txBody>
                  <a:tcPr marT="25067" marB="2506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SName</a:t>
                      </a:r>
                    </a:p>
                  </a:txBody>
                  <a:tcPr marT="25067" marB="2506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SCity</a:t>
                      </a:r>
                    </a:p>
                  </a:txBody>
                  <a:tcPr marT="25067" marB="2506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TName</a:t>
                      </a:r>
                    </a:p>
                  </a:txBody>
                  <a:tcPr marT="25067" marB="2506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Subject</a:t>
                      </a:r>
                    </a:p>
                  </a:txBody>
                  <a:tcPr marT="25067" marB="2506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PCity</a:t>
                      </a:r>
                    </a:p>
                  </a:txBody>
                  <a:tcPr marT="25067" marB="2506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0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B001</a:t>
                      </a:r>
                    </a:p>
                  </a:txBody>
                  <a:tcPr marT="25067" marB="2506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Jack</a:t>
                      </a:r>
                    </a:p>
                  </a:txBody>
                  <a:tcPr marT="25067" marB="2506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Korat</a:t>
                      </a:r>
                    </a:p>
                  </a:txBody>
                  <a:tcPr marT="25067" marB="2506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Jim</a:t>
                      </a:r>
                    </a:p>
                  </a:txBody>
                  <a:tcPr marT="25067" marB="2506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Math</a:t>
                      </a:r>
                    </a:p>
                  </a:txBody>
                  <a:tcPr marT="25067" marB="2506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Korat</a:t>
                      </a:r>
                    </a:p>
                  </a:txBody>
                  <a:tcPr marT="25067" marB="2506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0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B001</a:t>
                      </a:r>
                    </a:p>
                  </a:txBody>
                  <a:tcPr marT="25067" marB="2506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Jack</a:t>
                      </a:r>
                    </a:p>
                  </a:txBody>
                  <a:tcPr marT="25067" marB="2506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Korat</a:t>
                      </a:r>
                    </a:p>
                  </a:txBody>
                  <a:tcPr marT="25067" marB="2506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Lin</a:t>
                      </a:r>
                    </a:p>
                  </a:txBody>
                  <a:tcPr marT="25067" marB="2506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Physic</a:t>
                      </a:r>
                    </a:p>
                  </a:txBody>
                  <a:tcPr marT="25067" marB="2506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Korat</a:t>
                      </a:r>
                    </a:p>
                  </a:txBody>
                  <a:tcPr marT="25067" marB="2506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93777" name="Group 241">
            <a:extLst>
              <a:ext uri="{FF2B5EF4-FFF2-40B4-BE49-F238E27FC236}">
                <a16:creationId xmlns:a16="http://schemas.microsoft.com/office/drawing/2014/main" id="{823B277E-9E17-498C-A897-B6955C4543E1}"/>
              </a:ext>
            </a:extLst>
          </p:cNvPr>
          <p:cNvGraphicFramePr>
            <a:graphicFrameLocks noGrp="1"/>
          </p:cNvGraphicFramePr>
          <p:nvPr/>
        </p:nvGraphicFramePr>
        <p:xfrm>
          <a:off x="762000" y="3886200"/>
          <a:ext cx="6858000" cy="2073275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83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S#</a:t>
                      </a:r>
                    </a:p>
                  </a:txBody>
                  <a:tcPr marT="25080" marB="250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SName</a:t>
                      </a:r>
                    </a:p>
                  </a:txBody>
                  <a:tcPr marT="25080" marB="250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SCity</a:t>
                      </a:r>
                    </a:p>
                  </a:txBody>
                  <a:tcPr marT="25080" marB="250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TName</a:t>
                      </a:r>
                    </a:p>
                  </a:txBody>
                  <a:tcPr marT="25080" marB="250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Subject</a:t>
                      </a:r>
                    </a:p>
                  </a:txBody>
                  <a:tcPr marT="25080" marB="250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PCity</a:t>
                      </a:r>
                    </a:p>
                  </a:txBody>
                  <a:tcPr marT="25080" marB="250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3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B001</a:t>
                      </a:r>
                    </a:p>
                  </a:txBody>
                  <a:tcPr marT="25080" marB="250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Jack</a:t>
                      </a:r>
                    </a:p>
                  </a:txBody>
                  <a:tcPr marT="25080" marB="250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Korat</a:t>
                      </a:r>
                    </a:p>
                  </a:txBody>
                  <a:tcPr marT="25080" marB="250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Jim</a:t>
                      </a:r>
                    </a:p>
                  </a:txBody>
                  <a:tcPr marT="25080" marB="250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Math</a:t>
                      </a:r>
                    </a:p>
                  </a:txBody>
                  <a:tcPr marT="25080" marB="250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Korat</a:t>
                      </a:r>
                    </a:p>
                  </a:txBody>
                  <a:tcPr marT="25080" marB="250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3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B001</a:t>
                      </a:r>
                    </a:p>
                  </a:txBody>
                  <a:tcPr marT="25080" marB="250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Jack</a:t>
                      </a:r>
                    </a:p>
                  </a:txBody>
                  <a:tcPr marT="25080" marB="250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Korat</a:t>
                      </a:r>
                    </a:p>
                  </a:txBody>
                  <a:tcPr marT="25080" marB="250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Lin</a:t>
                      </a:r>
                    </a:p>
                  </a:txBody>
                  <a:tcPr marT="25080" marB="250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Physic</a:t>
                      </a:r>
                    </a:p>
                  </a:txBody>
                  <a:tcPr marT="25080" marB="250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Korat</a:t>
                      </a:r>
                    </a:p>
                  </a:txBody>
                  <a:tcPr marT="25080" marB="250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3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B002</a:t>
                      </a:r>
                    </a:p>
                  </a:txBody>
                  <a:tcPr marT="25080" marB="250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Tom</a:t>
                      </a:r>
                    </a:p>
                  </a:txBody>
                  <a:tcPr marT="25080" marB="250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Bangkok</a:t>
                      </a:r>
                    </a:p>
                  </a:txBody>
                  <a:tcPr marT="25080" marB="250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Noi</a:t>
                      </a:r>
                    </a:p>
                  </a:txBody>
                  <a:tcPr marT="25080" marB="250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English</a:t>
                      </a:r>
                    </a:p>
                  </a:txBody>
                  <a:tcPr marT="25080" marB="250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Bangkok</a:t>
                      </a:r>
                    </a:p>
                  </a:txBody>
                  <a:tcPr marT="25080" marB="250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8165" name="Text Box 44">
            <a:extLst>
              <a:ext uri="{FF2B5EF4-FFF2-40B4-BE49-F238E27FC236}">
                <a16:creationId xmlns:a16="http://schemas.microsoft.com/office/drawing/2014/main" id="{EAF942B9-F457-4A63-912C-F1904DF652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213" y="1227138"/>
            <a:ext cx="4587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 i="1">
                <a:latin typeface="Arial" panose="020B0604020202020204" pitchFamily="34" charset="0"/>
                <a:cs typeface="Angsana New" panose="02020603050405020304" pitchFamily="18" charset="-34"/>
              </a:rPr>
              <a:t>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193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3668" grpId="0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8" name="Rectangle 2">
            <a:extLst>
              <a:ext uri="{FF2B5EF4-FFF2-40B4-BE49-F238E27FC236}">
                <a16:creationId xmlns:a16="http://schemas.microsoft.com/office/drawing/2014/main" id="{74B906E9-9BAD-4DD7-8EFD-084E62B31B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Join</a:t>
            </a:r>
          </a:p>
        </p:txBody>
      </p:sp>
      <p:graphicFrame>
        <p:nvGraphicFramePr>
          <p:cNvPr id="196672" name="Group 64">
            <a:extLst>
              <a:ext uri="{FF2B5EF4-FFF2-40B4-BE49-F238E27FC236}">
                <a16:creationId xmlns:a16="http://schemas.microsoft.com/office/drawing/2014/main" id="{058DE0F1-762F-4454-ABAF-84C0675FBF0B}"/>
              </a:ext>
            </a:extLst>
          </p:cNvPr>
          <p:cNvGraphicFramePr>
            <a:graphicFrameLocks noGrp="1"/>
          </p:cNvGraphicFramePr>
          <p:nvPr/>
        </p:nvGraphicFramePr>
        <p:xfrm>
          <a:off x="762000" y="1830388"/>
          <a:ext cx="1219200" cy="2560637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159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T</a:t>
                      </a:r>
                    </a:p>
                  </a:txBody>
                  <a:tcPr marT="45726" marB="45726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1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1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1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96629" name="Group 21">
            <a:extLst>
              <a:ext uri="{FF2B5EF4-FFF2-40B4-BE49-F238E27FC236}">
                <a16:creationId xmlns:a16="http://schemas.microsoft.com/office/drawing/2014/main" id="{23975E95-39F0-4863-AE83-1265EF190AE0}"/>
              </a:ext>
            </a:extLst>
          </p:cNvPr>
          <p:cNvGraphicFramePr>
            <a:graphicFrameLocks noGrp="1"/>
          </p:cNvGraphicFramePr>
          <p:nvPr/>
        </p:nvGraphicFramePr>
        <p:xfrm>
          <a:off x="2286000" y="1830388"/>
          <a:ext cx="1219200" cy="32004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367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1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1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z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96716" name="Group 108">
            <a:extLst>
              <a:ext uri="{FF2B5EF4-FFF2-40B4-BE49-F238E27FC236}">
                <a16:creationId xmlns:a16="http://schemas.microsoft.com/office/drawing/2014/main" id="{592D4C92-C1C2-4F3A-AA77-DD8E2DD4229B}"/>
              </a:ext>
            </a:extLst>
          </p:cNvPr>
          <p:cNvGraphicFramePr>
            <a:graphicFrameLocks noGrp="1"/>
          </p:cNvGraphicFramePr>
          <p:nvPr/>
        </p:nvGraphicFramePr>
        <p:xfrm>
          <a:off x="4191000" y="1830388"/>
          <a:ext cx="1828800" cy="2560637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92098661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03662797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055749569"/>
                    </a:ext>
                  </a:extLst>
                </a:gridCol>
              </a:tblGrid>
              <a:tr h="640159">
                <a:tc gridSpan="3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4200">
                          <a:solidFill>
                            <a:schemeClr val="bg1"/>
                          </a:solidFill>
                          <a:latin typeface="Angsana New" pitchFamily="18" charset="-120"/>
                          <a:ea typeface="Angsana New" pitchFamily="18" charset="-120"/>
                          <a:cs typeface="Angsana New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3800">
                          <a:solidFill>
                            <a:schemeClr val="bg1"/>
                          </a:solidFill>
                          <a:latin typeface="Angsana New" pitchFamily="18" charset="-120"/>
                          <a:ea typeface="Angsana New" pitchFamily="18" charset="-120"/>
                          <a:cs typeface="Angsana New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3400">
                          <a:solidFill>
                            <a:schemeClr val="bg1"/>
                          </a:solidFill>
                          <a:latin typeface="Angsana New" pitchFamily="18" charset="-120"/>
                          <a:ea typeface="Angsana New" pitchFamily="18" charset="-120"/>
                          <a:cs typeface="Angsana New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3200">
                          <a:solidFill>
                            <a:schemeClr val="bg1"/>
                          </a:solidFill>
                          <a:latin typeface="Angsana New" pitchFamily="18" charset="-120"/>
                          <a:ea typeface="Angsana New" pitchFamily="18" charset="-120"/>
                          <a:cs typeface="Angsana New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3200">
                          <a:solidFill>
                            <a:schemeClr val="bg1"/>
                          </a:solidFill>
                          <a:latin typeface="Angsana New" pitchFamily="18" charset="-120"/>
                          <a:ea typeface="Angsana New" pitchFamily="18" charset="-120"/>
                          <a:cs typeface="Angsana New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3200">
                          <a:solidFill>
                            <a:schemeClr val="bg1"/>
                          </a:solidFill>
                          <a:latin typeface="Angsana New" pitchFamily="18" charset="-120"/>
                          <a:ea typeface="Angsana New" pitchFamily="18" charset="-120"/>
                          <a:cs typeface="Angsana New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3200">
                          <a:solidFill>
                            <a:schemeClr val="bg1"/>
                          </a:solidFill>
                          <a:latin typeface="Angsana New" pitchFamily="18" charset="-120"/>
                          <a:ea typeface="Angsana New" pitchFamily="18" charset="-120"/>
                          <a:cs typeface="Angsana New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3200">
                          <a:solidFill>
                            <a:schemeClr val="bg1"/>
                          </a:solidFill>
                          <a:latin typeface="Angsana New" pitchFamily="18" charset="-120"/>
                          <a:ea typeface="Angsana New" pitchFamily="18" charset="-120"/>
                          <a:cs typeface="Angsana New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3200">
                          <a:solidFill>
                            <a:schemeClr val="bg1"/>
                          </a:solidFill>
                          <a:latin typeface="Angsana New" pitchFamily="18" charset="-120"/>
                          <a:ea typeface="Angsana New" pitchFamily="18" charset="-120"/>
                          <a:cs typeface="Angsana New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ea typeface="Angsana New" pitchFamily="18" charset="-120"/>
                          <a:cs typeface="TH Sarabun New" panose="020B0500040200020003" pitchFamily="34" charset="-34"/>
                        </a:rPr>
                        <a:t>T</a:t>
                      </a:r>
                      <a:r>
                        <a:rPr kumimoji="0" lang="en-US" altLang="en-US" sz="4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ea typeface="Angsana New" pitchFamily="18" charset="-120"/>
                          <a:cs typeface="TH Sarabun New" panose="020B0500040200020003" pitchFamily="34" charset="-34"/>
                        </a:rPr>
                        <a:t>⋈</a:t>
                      </a:r>
                      <a:r>
                        <a:rPr kumimoji="0" lang="en-US" altLang="en-US" sz="3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ea typeface="Angsana New" pitchFamily="18" charset="-120"/>
                          <a:cs typeface="TH Sarabun New" panose="020B0500040200020003" pitchFamily="34" charset="-34"/>
                        </a:rPr>
                        <a:t>U </a:t>
                      </a:r>
                    </a:p>
                  </a:txBody>
                  <a:tcPr marT="45726" marB="4572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5698296"/>
                  </a:ext>
                </a:extLst>
              </a:tr>
              <a:tr h="64015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4200">
                          <a:solidFill>
                            <a:schemeClr val="bg1"/>
                          </a:solidFill>
                          <a:latin typeface="Angsana New" pitchFamily="18" charset="-120"/>
                          <a:ea typeface="Angsana New" pitchFamily="18" charset="-120"/>
                          <a:cs typeface="Angsana New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3800">
                          <a:solidFill>
                            <a:schemeClr val="bg1"/>
                          </a:solidFill>
                          <a:latin typeface="Angsana New" pitchFamily="18" charset="-120"/>
                          <a:ea typeface="Angsana New" pitchFamily="18" charset="-120"/>
                          <a:cs typeface="Angsana New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3400">
                          <a:solidFill>
                            <a:schemeClr val="bg1"/>
                          </a:solidFill>
                          <a:latin typeface="Angsana New" pitchFamily="18" charset="-120"/>
                          <a:ea typeface="Angsana New" pitchFamily="18" charset="-120"/>
                          <a:cs typeface="Angsana New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3200">
                          <a:solidFill>
                            <a:schemeClr val="bg1"/>
                          </a:solidFill>
                          <a:latin typeface="Angsana New" pitchFamily="18" charset="-120"/>
                          <a:ea typeface="Angsana New" pitchFamily="18" charset="-120"/>
                          <a:cs typeface="Angsana New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3200">
                          <a:solidFill>
                            <a:schemeClr val="bg1"/>
                          </a:solidFill>
                          <a:latin typeface="Angsana New" pitchFamily="18" charset="-120"/>
                          <a:ea typeface="Angsana New" pitchFamily="18" charset="-120"/>
                          <a:cs typeface="Angsana New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3200">
                          <a:solidFill>
                            <a:schemeClr val="bg1"/>
                          </a:solidFill>
                          <a:latin typeface="Angsana New" pitchFamily="18" charset="-120"/>
                          <a:ea typeface="Angsana New" pitchFamily="18" charset="-120"/>
                          <a:cs typeface="Angsana New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3200">
                          <a:solidFill>
                            <a:schemeClr val="bg1"/>
                          </a:solidFill>
                          <a:latin typeface="Angsana New" pitchFamily="18" charset="-120"/>
                          <a:ea typeface="Angsana New" pitchFamily="18" charset="-120"/>
                          <a:cs typeface="Angsana New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3200">
                          <a:solidFill>
                            <a:schemeClr val="bg1"/>
                          </a:solidFill>
                          <a:latin typeface="Angsana New" pitchFamily="18" charset="-120"/>
                          <a:ea typeface="Angsana New" pitchFamily="18" charset="-120"/>
                          <a:cs typeface="Angsana New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3200">
                          <a:solidFill>
                            <a:schemeClr val="bg1"/>
                          </a:solidFill>
                          <a:latin typeface="Angsana New" pitchFamily="18" charset="-120"/>
                          <a:ea typeface="Angsana New" pitchFamily="18" charset="-120"/>
                          <a:cs typeface="Angsana New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ea typeface="Angsana New" pitchFamily="18" charset="-120"/>
                          <a:cs typeface="TH Sarabun New" panose="020B0500040200020003" pitchFamily="34" charset="-34"/>
                        </a:rPr>
                        <a:t>A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4200">
                          <a:solidFill>
                            <a:schemeClr val="bg1"/>
                          </a:solidFill>
                          <a:latin typeface="Angsana New" pitchFamily="18" charset="-120"/>
                          <a:ea typeface="Angsana New" pitchFamily="18" charset="-120"/>
                          <a:cs typeface="Angsana New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3800">
                          <a:solidFill>
                            <a:schemeClr val="bg1"/>
                          </a:solidFill>
                          <a:latin typeface="Angsana New" pitchFamily="18" charset="-120"/>
                          <a:ea typeface="Angsana New" pitchFamily="18" charset="-120"/>
                          <a:cs typeface="Angsana New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3400">
                          <a:solidFill>
                            <a:schemeClr val="bg1"/>
                          </a:solidFill>
                          <a:latin typeface="Angsana New" pitchFamily="18" charset="-120"/>
                          <a:ea typeface="Angsana New" pitchFamily="18" charset="-120"/>
                          <a:cs typeface="Angsana New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3200">
                          <a:solidFill>
                            <a:schemeClr val="bg1"/>
                          </a:solidFill>
                          <a:latin typeface="Angsana New" pitchFamily="18" charset="-120"/>
                          <a:ea typeface="Angsana New" pitchFamily="18" charset="-120"/>
                          <a:cs typeface="Angsana New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3200">
                          <a:solidFill>
                            <a:schemeClr val="bg1"/>
                          </a:solidFill>
                          <a:latin typeface="Angsana New" pitchFamily="18" charset="-120"/>
                          <a:ea typeface="Angsana New" pitchFamily="18" charset="-120"/>
                          <a:cs typeface="Angsana New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3200">
                          <a:solidFill>
                            <a:schemeClr val="bg1"/>
                          </a:solidFill>
                          <a:latin typeface="Angsana New" pitchFamily="18" charset="-120"/>
                          <a:ea typeface="Angsana New" pitchFamily="18" charset="-120"/>
                          <a:cs typeface="Angsana New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3200">
                          <a:solidFill>
                            <a:schemeClr val="bg1"/>
                          </a:solidFill>
                          <a:latin typeface="Angsana New" pitchFamily="18" charset="-120"/>
                          <a:ea typeface="Angsana New" pitchFamily="18" charset="-120"/>
                          <a:cs typeface="Angsana New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3200">
                          <a:solidFill>
                            <a:schemeClr val="bg1"/>
                          </a:solidFill>
                          <a:latin typeface="Angsana New" pitchFamily="18" charset="-120"/>
                          <a:ea typeface="Angsana New" pitchFamily="18" charset="-120"/>
                          <a:cs typeface="Angsana New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3200">
                          <a:solidFill>
                            <a:schemeClr val="bg1"/>
                          </a:solidFill>
                          <a:latin typeface="Angsana New" pitchFamily="18" charset="-120"/>
                          <a:ea typeface="Angsana New" pitchFamily="18" charset="-120"/>
                          <a:cs typeface="Angsana New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ea typeface="Angsana New" pitchFamily="18" charset="-120"/>
                          <a:cs typeface="TH Sarabun New" panose="020B0500040200020003" pitchFamily="34" charset="-34"/>
                        </a:rPr>
                        <a:t>B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4200">
                          <a:solidFill>
                            <a:schemeClr val="bg1"/>
                          </a:solidFill>
                          <a:latin typeface="Angsana New" pitchFamily="18" charset="-120"/>
                          <a:ea typeface="Angsana New" pitchFamily="18" charset="-120"/>
                          <a:cs typeface="Angsana New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3800">
                          <a:solidFill>
                            <a:schemeClr val="bg1"/>
                          </a:solidFill>
                          <a:latin typeface="Angsana New" pitchFamily="18" charset="-120"/>
                          <a:ea typeface="Angsana New" pitchFamily="18" charset="-120"/>
                          <a:cs typeface="Angsana New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3400">
                          <a:solidFill>
                            <a:schemeClr val="bg1"/>
                          </a:solidFill>
                          <a:latin typeface="Angsana New" pitchFamily="18" charset="-120"/>
                          <a:ea typeface="Angsana New" pitchFamily="18" charset="-120"/>
                          <a:cs typeface="Angsana New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3200">
                          <a:solidFill>
                            <a:schemeClr val="bg1"/>
                          </a:solidFill>
                          <a:latin typeface="Angsana New" pitchFamily="18" charset="-120"/>
                          <a:ea typeface="Angsana New" pitchFamily="18" charset="-120"/>
                          <a:cs typeface="Angsana New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3200">
                          <a:solidFill>
                            <a:schemeClr val="bg1"/>
                          </a:solidFill>
                          <a:latin typeface="Angsana New" pitchFamily="18" charset="-120"/>
                          <a:ea typeface="Angsana New" pitchFamily="18" charset="-120"/>
                          <a:cs typeface="Angsana New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3200">
                          <a:solidFill>
                            <a:schemeClr val="bg1"/>
                          </a:solidFill>
                          <a:latin typeface="Angsana New" pitchFamily="18" charset="-120"/>
                          <a:ea typeface="Angsana New" pitchFamily="18" charset="-120"/>
                          <a:cs typeface="Angsana New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3200">
                          <a:solidFill>
                            <a:schemeClr val="bg1"/>
                          </a:solidFill>
                          <a:latin typeface="Angsana New" pitchFamily="18" charset="-120"/>
                          <a:ea typeface="Angsana New" pitchFamily="18" charset="-120"/>
                          <a:cs typeface="Angsana New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3200">
                          <a:solidFill>
                            <a:schemeClr val="bg1"/>
                          </a:solidFill>
                          <a:latin typeface="Angsana New" pitchFamily="18" charset="-120"/>
                          <a:ea typeface="Angsana New" pitchFamily="18" charset="-120"/>
                          <a:cs typeface="Angsana New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3200">
                          <a:solidFill>
                            <a:schemeClr val="bg1"/>
                          </a:solidFill>
                          <a:latin typeface="Angsana New" pitchFamily="18" charset="-120"/>
                          <a:ea typeface="Angsana New" pitchFamily="18" charset="-120"/>
                          <a:cs typeface="Angsana New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ea typeface="Angsana New" pitchFamily="18" charset="-120"/>
                          <a:cs typeface="TH Sarabun New" panose="020B0500040200020003" pitchFamily="34" charset="-34"/>
                        </a:rPr>
                        <a:t>C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2774180"/>
                  </a:ext>
                </a:extLst>
              </a:tr>
              <a:tr h="64015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4200">
                          <a:solidFill>
                            <a:schemeClr val="bg1"/>
                          </a:solidFill>
                          <a:latin typeface="Angsana New" pitchFamily="18" charset="-120"/>
                          <a:ea typeface="Angsana New" pitchFamily="18" charset="-120"/>
                          <a:cs typeface="Angsana New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3800">
                          <a:solidFill>
                            <a:schemeClr val="bg1"/>
                          </a:solidFill>
                          <a:latin typeface="Angsana New" pitchFamily="18" charset="-120"/>
                          <a:ea typeface="Angsana New" pitchFamily="18" charset="-120"/>
                          <a:cs typeface="Angsana New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3400">
                          <a:solidFill>
                            <a:schemeClr val="bg1"/>
                          </a:solidFill>
                          <a:latin typeface="Angsana New" pitchFamily="18" charset="-120"/>
                          <a:ea typeface="Angsana New" pitchFamily="18" charset="-120"/>
                          <a:cs typeface="Angsana New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3200">
                          <a:solidFill>
                            <a:schemeClr val="bg1"/>
                          </a:solidFill>
                          <a:latin typeface="Angsana New" pitchFamily="18" charset="-120"/>
                          <a:ea typeface="Angsana New" pitchFamily="18" charset="-120"/>
                          <a:cs typeface="Angsana New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3200">
                          <a:solidFill>
                            <a:schemeClr val="bg1"/>
                          </a:solidFill>
                          <a:latin typeface="Angsana New" pitchFamily="18" charset="-120"/>
                          <a:ea typeface="Angsana New" pitchFamily="18" charset="-120"/>
                          <a:cs typeface="Angsana New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3200">
                          <a:solidFill>
                            <a:schemeClr val="bg1"/>
                          </a:solidFill>
                          <a:latin typeface="Angsana New" pitchFamily="18" charset="-120"/>
                          <a:ea typeface="Angsana New" pitchFamily="18" charset="-120"/>
                          <a:cs typeface="Angsana New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3200">
                          <a:solidFill>
                            <a:schemeClr val="bg1"/>
                          </a:solidFill>
                          <a:latin typeface="Angsana New" pitchFamily="18" charset="-120"/>
                          <a:ea typeface="Angsana New" pitchFamily="18" charset="-120"/>
                          <a:cs typeface="Angsana New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3200">
                          <a:solidFill>
                            <a:schemeClr val="bg1"/>
                          </a:solidFill>
                          <a:latin typeface="Angsana New" pitchFamily="18" charset="-120"/>
                          <a:ea typeface="Angsana New" pitchFamily="18" charset="-120"/>
                          <a:cs typeface="Angsana New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3200">
                          <a:solidFill>
                            <a:schemeClr val="bg1"/>
                          </a:solidFill>
                          <a:latin typeface="Angsana New" pitchFamily="18" charset="-120"/>
                          <a:ea typeface="Angsana New" pitchFamily="18" charset="-120"/>
                          <a:cs typeface="Angsana New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ea typeface="Angsana New" pitchFamily="18" charset="-120"/>
                          <a:cs typeface="TH Sarabun New" panose="020B0500040200020003" pitchFamily="34" charset="-34"/>
                        </a:rPr>
                        <a:t>a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4200">
                          <a:solidFill>
                            <a:schemeClr val="bg1"/>
                          </a:solidFill>
                          <a:latin typeface="Angsana New" pitchFamily="18" charset="-120"/>
                          <a:ea typeface="Angsana New" pitchFamily="18" charset="-120"/>
                          <a:cs typeface="Angsana New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3800">
                          <a:solidFill>
                            <a:schemeClr val="bg1"/>
                          </a:solidFill>
                          <a:latin typeface="Angsana New" pitchFamily="18" charset="-120"/>
                          <a:ea typeface="Angsana New" pitchFamily="18" charset="-120"/>
                          <a:cs typeface="Angsana New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3400">
                          <a:solidFill>
                            <a:schemeClr val="bg1"/>
                          </a:solidFill>
                          <a:latin typeface="Angsana New" pitchFamily="18" charset="-120"/>
                          <a:ea typeface="Angsana New" pitchFamily="18" charset="-120"/>
                          <a:cs typeface="Angsana New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3200">
                          <a:solidFill>
                            <a:schemeClr val="bg1"/>
                          </a:solidFill>
                          <a:latin typeface="Angsana New" pitchFamily="18" charset="-120"/>
                          <a:ea typeface="Angsana New" pitchFamily="18" charset="-120"/>
                          <a:cs typeface="Angsana New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3200">
                          <a:solidFill>
                            <a:schemeClr val="bg1"/>
                          </a:solidFill>
                          <a:latin typeface="Angsana New" pitchFamily="18" charset="-120"/>
                          <a:ea typeface="Angsana New" pitchFamily="18" charset="-120"/>
                          <a:cs typeface="Angsana New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3200">
                          <a:solidFill>
                            <a:schemeClr val="bg1"/>
                          </a:solidFill>
                          <a:latin typeface="Angsana New" pitchFamily="18" charset="-120"/>
                          <a:ea typeface="Angsana New" pitchFamily="18" charset="-120"/>
                          <a:cs typeface="Angsana New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3200">
                          <a:solidFill>
                            <a:schemeClr val="bg1"/>
                          </a:solidFill>
                          <a:latin typeface="Angsana New" pitchFamily="18" charset="-120"/>
                          <a:ea typeface="Angsana New" pitchFamily="18" charset="-120"/>
                          <a:cs typeface="Angsana New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3200">
                          <a:solidFill>
                            <a:schemeClr val="bg1"/>
                          </a:solidFill>
                          <a:latin typeface="Angsana New" pitchFamily="18" charset="-120"/>
                          <a:ea typeface="Angsana New" pitchFamily="18" charset="-120"/>
                          <a:cs typeface="Angsana New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3200">
                          <a:solidFill>
                            <a:schemeClr val="bg1"/>
                          </a:solidFill>
                          <a:latin typeface="Angsana New" pitchFamily="18" charset="-120"/>
                          <a:ea typeface="Angsana New" pitchFamily="18" charset="-120"/>
                          <a:cs typeface="Angsana New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ea typeface="Angsana New" pitchFamily="18" charset="-120"/>
                          <a:cs typeface="TH Sarabun New" panose="020B0500040200020003" pitchFamily="34" charset="-34"/>
                        </a:rPr>
                        <a:t>1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4200">
                          <a:solidFill>
                            <a:schemeClr val="bg1"/>
                          </a:solidFill>
                          <a:latin typeface="Angsana New" pitchFamily="18" charset="-120"/>
                          <a:ea typeface="Angsana New" pitchFamily="18" charset="-120"/>
                          <a:cs typeface="Angsana New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3800">
                          <a:solidFill>
                            <a:schemeClr val="bg1"/>
                          </a:solidFill>
                          <a:latin typeface="Angsana New" pitchFamily="18" charset="-120"/>
                          <a:ea typeface="Angsana New" pitchFamily="18" charset="-120"/>
                          <a:cs typeface="Angsana New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3400">
                          <a:solidFill>
                            <a:schemeClr val="bg1"/>
                          </a:solidFill>
                          <a:latin typeface="Angsana New" pitchFamily="18" charset="-120"/>
                          <a:ea typeface="Angsana New" pitchFamily="18" charset="-120"/>
                          <a:cs typeface="Angsana New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3200">
                          <a:solidFill>
                            <a:schemeClr val="bg1"/>
                          </a:solidFill>
                          <a:latin typeface="Angsana New" pitchFamily="18" charset="-120"/>
                          <a:ea typeface="Angsana New" pitchFamily="18" charset="-120"/>
                          <a:cs typeface="Angsana New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3200">
                          <a:solidFill>
                            <a:schemeClr val="bg1"/>
                          </a:solidFill>
                          <a:latin typeface="Angsana New" pitchFamily="18" charset="-120"/>
                          <a:ea typeface="Angsana New" pitchFamily="18" charset="-120"/>
                          <a:cs typeface="Angsana New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3200">
                          <a:solidFill>
                            <a:schemeClr val="bg1"/>
                          </a:solidFill>
                          <a:latin typeface="Angsana New" pitchFamily="18" charset="-120"/>
                          <a:ea typeface="Angsana New" pitchFamily="18" charset="-120"/>
                          <a:cs typeface="Angsana New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3200">
                          <a:solidFill>
                            <a:schemeClr val="bg1"/>
                          </a:solidFill>
                          <a:latin typeface="Angsana New" pitchFamily="18" charset="-120"/>
                          <a:ea typeface="Angsana New" pitchFamily="18" charset="-120"/>
                          <a:cs typeface="Angsana New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3200">
                          <a:solidFill>
                            <a:schemeClr val="bg1"/>
                          </a:solidFill>
                          <a:latin typeface="Angsana New" pitchFamily="18" charset="-120"/>
                          <a:ea typeface="Angsana New" pitchFamily="18" charset="-120"/>
                          <a:cs typeface="Angsana New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3200">
                          <a:solidFill>
                            <a:schemeClr val="bg1"/>
                          </a:solidFill>
                          <a:latin typeface="Angsana New" pitchFamily="18" charset="-120"/>
                          <a:ea typeface="Angsana New" pitchFamily="18" charset="-120"/>
                          <a:cs typeface="Angsana New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ea typeface="Angsana New" pitchFamily="18" charset="-120"/>
                          <a:cs typeface="TH Sarabun New" panose="020B0500040200020003" pitchFamily="34" charset="-34"/>
                        </a:rPr>
                        <a:t>X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246104"/>
                  </a:ext>
                </a:extLst>
              </a:tr>
              <a:tr h="64015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4200">
                          <a:solidFill>
                            <a:schemeClr val="bg1"/>
                          </a:solidFill>
                          <a:latin typeface="Angsana New" pitchFamily="18" charset="-120"/>
                          <a:ea typeface="Angsana New" pitchFamily="18" charset="-120"/>
                          <a:cs typeface="Angsana New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3800">
                          <a:solidFill>
                            <a:schemeClr val="bg1"/>
                          </a:solidFill>
                          <a:latin typeface="Angsana New" pitchFamily="18" charset="-120"/>
                          <a:ea typeface="Angsana New" pitchFamily="18" charset="-120"/>
                          <a:cs typeface="Angsana New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3400">
                          <a:solidFill>
                            <a:schemeClr val="bg1"/>
                          </a:solidFill>
                          <a:latin typeface="Angsana New" pitchFamily="18" charset="-120"/>
                          <a:ea typeface="Angsana New" pitchFamily="18" charset="-120"/>
                          <a:cs typeface="Angsana New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3200">
                          <a:solidFill>
                            <a:schemeClr val="bg1"/>
                          </a:solidFill>
                          <a:latin typeface="Angsana New" pitchFamily="18" charset="-120"/>
                          <a:ea typeface="Angsana New" pitchFamily="18" charset="-120"/>
                          <a:cs typeface="Angsana New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3200">
                          <a:solidFill>
                            <a:schemeClr val="bg1"/>
                          </a:solidFill>
                          <a:latin typeface="Angsana New" pitchFamily="18" charset="-120"/>
                          <a:ea typeface="Angsana New" pitchFamily="18" charset="-120"/>
                          <a:cs typeface="Angsana New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3200">
                          <a:solidFill>
                            <a:schemeClr val="bg1"/>
                          </a:solidFill>
                          <a:latin typeface="Angsana New" pitchFamily="18" charset="-120"/>
                          <a:ea typeface="Angsana New" pitchFamily="18" charset="-120"/>
                          <a:cs typeface="Angsana New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3200">
                          <a:solidFill>
                            <a:schemeClr val="bg1"/>
                          </a:solidFill>
                          <a:latin typeface="Angsana New" pitchFamily="18" charset="-120"/>
                          <a:ea typeface="Angsana New" pitchFamily="18" charset="-120"/>
                          <a:cs typeface="Angsana New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3200">
                          <a:solidFill>
                            <a:schemeClr val="bg1"/>
                          </a:solidFill>
                          <a:latin typeface="Angsana New" pitchFamily="18" charset="-120"/>
                          <a:ea typeface="Angsana New" pitchFamily="18" charset="-120"/>
                          <a:cs typeface="Angsana New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3200">
                          <a:solidFill>
                            <a:schemeClr val="bg1"/>
                          </a:solidFill>
                          <a:latin typeface="Angsana New" pitchFamily="18" charset="-120"/>
                          <a:ea typeface="Angsana New" pitchFamily="18" charset="-120"/>
                          <a:cs typeface="Angsana New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ea typeface="Angsana New" pitchFamily="18" charset="-120"/>
                          <a:cs typeface="TH Sarabun New" panose="020B0500040200020003" pitchFamily="34" charset="-34"/>
                        </a:rPr>
                        <a:t>a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4200">
                          <a:solidFill>
                            <a:schemeClr val="bg1"/>
                          </a:solidFill>
                          <a:latin typeface="Angsana New" pitchFamily="18" charset="-120"/>
                          <a:ea typeface="Angsana New" pitchFamily="18" charset="-120"/>
                          <a:cs typeface="Angsana New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3800">
                          <a:solidFill>
                            <a:schemeClr val="bg1"/>
                          </a:solidFill>
                          <a:latin typeface="Angsana New" pitchFamily="18" charset="-120"/>
                          <a:ea typeface="Angsana New" pitchFamily="18" charset="-120"/>
                          <a:cs typeface="Angsana New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3400">
                          <a:solidFill>
                            <a:schemeClr val="bg1"/>
                          </a:solidFill>
                          <a:latin typeface="Angsana New" pitchFamily="18" charset="-120"/>
                          <a:ea typeface="Angsana New" pitchFamily="18" charset="-120"/>
                          <a:cs typeface="Angsana New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3200">
                          <a:solidFill>
                            <a:schemeClr val="bg1"/>
                          </a:solidFill>
                          <a:latin typeface="Angsana New" pitchFamily="18" charset="-120"/>
                          <a:ea typeface="Angsana New" pitchFamily="18" charset="-120"/>
                          <a:cs typeface="Angsana New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3200">
                          <a:solidFill>
                            <a:schemeClr val="bg1"/>
                          </a:solidFill>
                          <a:latin typeface="Angsana New" pitchFamily="18" charset="-120"/>
                          <a:ea typeface="Angsana New" pitchFamily="18" charset="-120"/>
                          <a:cs typeface="Angsana New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3200">
                          <a:solidFill>
                            <a:schemeClr val="bg1"/>
                          </a:solidFill>
                          <a:latin typeface="Angsana New" pitchFamily="18" charset="-120"/>
                          <a:ea typeface="Angsana New" pitchFamily="18" charset="-120"/>
                          <a:cs typeface="Angsana New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3200">
                          <a:solidFill>
                            <a:schemeClr val="bg1"/>
                          </a:solidFill>
                          <a:latin typeface="Angsana New" pitchFamily="18" charset="-120"/>
                          <a:ea typeface="Angsana New" pitchFamily="18" charset="-120"/>
                          <a:cs typeface="Angsana New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3200">
                          <a:solidFill>
                            <a:schemeClr val="bg1"/>
                          </a:solidFill>
                          <a:latin typeface="Angsana New" pitchFamily="18" charset="-120"/>
                          <a:ea typeface="Angsana New" pitchFamily="18" charset="-120"/>
                          <a:cs typeface="Angsana New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3200">
                          <a:solidFill>
                            <a:schemeClr val="bg1"/>
                          </a:solidFill>
                          <a:latin typeface="Angsana New" pitchFamily="18" charset="-120"/>
                          <a:ea typeface="Angsana New" pitchFamily="18" charset="-120"/>
                          <a:cs typeface="Angsana New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ea typeface="Angsana New" pitchFamily="18" charset="-120"/>
                          <a:cs typeface="TH Sarabun New" panose="020B0500040200020003" pitchFamily="34" charset="-34"/>
                        </a:rPr>
                        <a:t>1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4200">
                          <a:solidFill>
                            <a:schemeClr val="bg1"/>
                          </a:solidFill>
                          <a:latin typeface="Angsana New" pitchFamily="18" charset="-120"/>
                          <a:ea typeface="Angsana New" pitchFamily="18" charset="-120"/>
                          <a:cs typeface="Angsana New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3800">
                          <a:solidFill>
                            <a:schemeClr val="bg1"/>
                          </a:solidFill>
                          <a:latin typeface="Angsana New" pitchFamily="18" charset="-120"/>
                          <a:ea typeface="Angsana New" pitchFamily="18" charset="-120"/>
                          <a:cs typeface="Angsana New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3400">
                          <a:solidFill>
                            <a:schemeClr val="bg1"/>
                          </a:solidFill>
                          <a:latin typeface="Angsana New" pitchFamily="18" charset="-120"/>
                          <a:ea typeface="Angsana New" pitchFamily="18" charset="-120"/>
                          <a:cs typeface="Angsana New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3200">
                          <a:solidFill>
                            <a:schemeClr val="bg1"/>
                          </a:solidFill>
                          <a:latin typeface="Angsana New" pitchFamily="18" charset="-120"/>
                          <a:ea typeface="Angsana New" pitchFamily="18" charset="-120"/>
                          <a:cs typeface="Angsana New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3200">
                          <a:solidFill>
                            <a:schemeClr val="bg1"/>
                          </a:solidFill>
                          <a:latin typeface="Angsana New" pitchFamily="18" charset="-120"/>
                          <a:ea typeface="Angsana New" pitchFamily="18" charset="-120"/>
                          <a:cs typeface="Angsana New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3200">
                          <a:solidFill>
                            <a:schemeClr val="bg1"/>
                          </a:solidFill>
                          <a:latin typeface="Angsana New" pitchFamily="18" charset="-120"/>
                          <a:ea typeface="Angsana New" pitchFamily="18" charset="-120"/>
                          <a:cs typeface="Angsana New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3200">
                          <a:solidFill>
                            <a:schemeClr val="bg1"/>
                          </a:solidFill>
                          <a:latin typeface="Angsana New" pitchFamily="18" charset="-120"/>
                          <a:ea typeface="Angsana New" pitchFamily="18" charset="-120"/>
                          <a:cs typeface="Angsana New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3200">
                          <a:solidFill>
                            <a:schemeClr val="bg1"/>
                          </a:solidFill>
                          <a:latin typeface="Angsana New" pitchFamily="18" charset="-120"/>
                          <a:ea typeface="Angsana New" pitchFamily="18" charset="-120"/>
                          <a:cs typeface="Angsana New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3200">
                          <a:solidFill>
                            <a:schemeClr val="bg1"/>
                          </a:solidFill>
                          <a:latin typeface="Angsana New" pitchFamily="18" charset="-120"/>
                          <a:ea typeface="Angsana New" pitchFamily="18" charset="-120"/>
                          <a:cs typeface="Angsana New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ea typeface="Angsana New" pitchFamily="18" charset="-120"/>
                          <a:cs typeface="TH Sarabun New" panose="020B0500040200020003" pitchFamily="34" charset="-34"/>
                        </a:rPr>
                        <a:t>y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744618"/>
                  </a:ext>
                </a:extLst>
              </a:tr>
            </a:tbl>
          </a:graphicData>
        </a:graphic>
      </p:graphicFrame>
      <p:graphicFrame>
        <p:nvGraphicFramePr>
          <p:cNvPr id="196725" name="Group 117">
            <a:extLst>
              <a:ext uri="{FF2B5EF4-FFF2-40B4-BE49-F238E27FC236}">
                <a16:creationId xmlns:a16="http://schemas.microsoft.com/office/drawing/2014/main" id="{D27D1922-4B02-4DEC-8EBE-58637507754A}"/>
              </a:ext>
            </a:extLst>
          </p:cNvPr>
          <p:cNvGraphicFramePr>
            <a:graphicFrameLocks noGrp="1"/>
          </p:cNvGraphicFramePr>
          <p:nvPr/>
        </p:nvGraphicFramePr>
        <p:xfrm>
          <a:off x="6477000" y="1830388"/>
          <a:ext cx="1981200" cy="3740150"/>
        </p:xfrm>
        <a:graphic>
          <a:graphicData uri="http://schemas.openxmlformats.org/drawingml/2006/table">
            <a:tbl>
              <a:tblPr/>
              <a:tblGrid>
                <a:gridCol w="66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681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T</a:t>
                      </a:r>
                      <a:r>
                        <a:rPr kumimoji="0" lang="en-US" sz="3600" b="0" i="0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ea typeface="Arial Unicode MS" pitchFamily="34" charset="-128"/>
                          <a:cs typeface="TH Sarabun New" panose="020B0500040200020003" pitchFamily="34" charset="-34"/>
                        </a:rPr>
                        <a:t>⋊</a:t>
                      </a:r>
                      <a:r>
                        <a:rPr kumimoji="0" lang="en-US" sz="3600" b="0" i="0" u="none" strike="noStrike" cap="none" normalizeH="0" baseline="-5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ea typeface="Arial Unicode MS" pitchFamily="34" charset="-128"/>
                          <a:cs typeface="TH Sarabun New" panose="020B0500040200020003" pitchFamily="34" charset="-34"/>
                        </a:rPr>
                        <a:t>c</a:t>
                      </a:r>
                      <a:r>
                        <a:rPr kumimoji="0" lang="en-US" sz="3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</a:t>
                      </a:r>
                      <a:r>
                        <a:rPr kumimoji="0" lang="en-US" sz="3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 </a:t>
                      </a:r>
                    </a:p>
                  </a:txBody>
                  <a:tcPr marT="34101" marB="34101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68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</a:t>
                      </a:r>
                    </a:p>
                  </a:txBody>
                  <a:tcPr marT="34101" marB="341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</a:t>
                      </a:r>
                    </a:p>
                  </a:txBody>
                  <a:tcPr marT="34101" marB="341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</a:t>
                      </a:r>
                    </a:p>
                  </a:txBody>
                  <a:tcPr marT="34101" marB="341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68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</a:t>
                      </a:r>
                    </a:p>
                  </a:txBody>
                  <a:tcPr marT="34101" marB="341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</a:p>
                  </a:txBody>
                  <a:tcPr marT="34101" marB="341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X</a:t>
                      </a:r>
                    </a:p>
                  </a:txBody>
                  <a:tcPr marT="34101" marB="341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68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</a:t>
                      </a:r>
                    </a:p>
                  </a:txBody>
                  <a:tcPr marT="34101" marB="341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</a:p>
                  </a:txBody>
                  <a:tcPr marT="34101" marB="341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y</a:t>
                      </a:r>
                    </a:p>
                  </a:txBody>
                  <a:tcPr marT="34101" marB="341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728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</a:t>
                      </a:r>
                    </a:p>
                  </a:txBody>
                  <a:tcPr marT="34101" marB="341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</a:t>
                      </a:r>
                    </a:p>
                  </a:txBody>
                  <a:tcPr marT="34101" marB="341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null</a:t>
                      </a:r>
                    </a:p>
                  </a:txBody>
                  <a:tcPr marT="34101" marB="341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Rectangle 2">
            <a:extLst>
              <a:ext uri="{FF2B5EF4-FFF2-40B4-BE49-F238E27FC236}">
                <a16:creationId xmlns:a16="http://schemas.microsoft.com/office/drawing/2014/main" id="{66A9F4E8-446C-47D4-8563-466B1C9C04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Join</a:t>
            </a:r>
          </a:p>
        </p:txBody>
      </p:sp>
      <p:graphicFrame>
        <p:nvGraphicFramePr>
          <p:cNvPr id="197635" name="Group 3">
            <a:extLst>
              <a:ext uri="{FF2B5EF4-FFF2-40B4-BE49-F238E27FC236}">
                <a16:creationId xmlns:a16="http://schemas.microsoft.com/office/drawing/2014/main" id="{FB511BD1-EB58-4DC5-9F8F-9BF9C1D44BFF}"/>
              </a:ext>
            </a:extLst>
          </p:cNvPr>
          <p:cNvGraphicFramePr>
            <a:graphicFrameLocks noGrp="1"/>
          </p:cNvGraphicFramePr>
          <p:nvPr/>
        </p:nvGraphicFramePr>
        <p:xfrm>
          <a:off x="1447800" y="1830388"/>
          <a:ext cx="1219200" cy="2560637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159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T</a:t>
                      </a:r>
                    </a:p>
                  </a:txBody>
                  <a:tcPr marT="45726" marB="45726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1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1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1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97653" name="Group 21">
            <a:extLst>
              <a:ext uri="{FF2B5EF4-FFF2-40B4-BE49-F238E27FC236}">
                <a16:creationId xmlns:a16="http://schemas.microsoft.com/office/drawing/2014/main" id="{DB7D5BD9-BEF8-4F5D-A8D7-1DB9EF92BD52}"/>
              </a:ext>
            </a:extLst>
          </p:cNvPr>
          <p:cNvGraphicFramePr>
            <a:graphicFrameLocks noGrp="1"/>
          </p:cNvGraphicFramePr>
          <p:nvPr/>
        </p:nvGraphicFramePr>
        <p:xfrm>
          <a:off x="3352800" y="1830388"/>
          <a:ext cx="1219200" cy="32004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367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1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1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z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97674" name="Group 42">
            <a:extLst>
              <a:ext uri="{FF2B5EF4-FFF2-40B4-BE49-F238E27FC236}">
                <a16:creationId xmlns:a16="http://schemas.microsoft.com/office/drawing/2014/main" id="{28E9BA4B-AC77-4871-BA90-1111013980B1}"/>
              </a:ext>
            </a:extLst>
          </p:cNvPr>
          <p:cNvGraphicFramePr>
            <a:graphicFrameLocks noGrp="1"/>
          </p:cNvGraphicFramePr>
          <p:nvPr/>
        </p:nvGraphicFramePr>
        <p:xfrm>
          <a:off x="5638800" y="1830388"/>
          <a:ext cx="1828800" cy="2560637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15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T</a:t>
                      </a:r>
                      <a:r>
                        <a:rPr kumimoji="0" lang="en-US" sz="3600" b="0" i="0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ea typeface="Arial Unicode MS" pitchFamily="34" charset="-128"/>
                          <a:cs typeface="TH Sarabun New" panose="020B0500040200020003" pitchFamily="34" charset="-34"/>
                        </a:rPr>
                        <a:t>⋊</a:t>
                      </a:r>
                      <a:r>
                        <a:rPr kumimoji="0" lang="en-US" sz="2400" b="0" i="0" u="none" strike="noStrike" cap="none" normalizeH="0" baseline="-5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ea typeface="Arial Unicode MS" pitchFamily="34" charset="-128"/>
                          <a:cs typeface="TH Sarabun New" panose="020B0500040200020003" pitchFamily="34" charset="-34"/>
                        </a:rPr>
                        <a:t>c</a:t>
                      </a:r>
                      <a:r>
                        <a:rPr kumimoji="0" lang="en-US" sz="3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</a:t>
                      </a:r>
                      <a:endParaRPr kumimoji="0" lang="en-US" sz="36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45726" marB="45726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1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1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X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1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y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Rectangle 2">
            <a:extLst>
              <a:ext uri="{FF2B5EF4-FFF2-40B4-BE49-F238E27FC236}">
                <a16:creationId xmlns:a16="http://schemas.microsoft.com/office/drawing/2014/main" id="{1E19856B-199B-461C-B01B-8D9D1FA158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Join</a:t>
            </a:r>
          </a:p>
        </p:txBody>
      </p:sp>
      <p:graphicFrame>
        <p:nvGraphicFramePr>
          <p:cNvPr id="198659" name="Group 3">
            <a:extLst>
              <a:ext uri="{FF2B5EF4-FFF2-40B4-BE49-F238E27FC236}">
                <a16:creationId xmlns:a16="http://schemas.microsoft.com/office/drawing/2014/main" id="{8C8E3C70-3EF3-4125-A16E-86EDCBD51A45}"/>
              </a:ext>
            </a:extLst>
          </p:cNvPr>
          <p:cNvGraphicFramePr>
            <a:graphicFrameLocks noGrp="1"/>
          </p:cNvGraphicFramePr>
          <p:nvPr/>
        </p:nvGraphicFramePr>
        <p:xfrm>
          <a:off x="1447800" y="1830388"/>
          <a:ext cx="1219200" cy="2560637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159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T</a:t>
                      </a:r>
                    </a:p>
                  </a:txBody>
                  <a:tcPr marT="45726" marB="45726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1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1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1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98677" name="Group 21">
            <a:extLst>
              <a:ext uri="{FF2B5EF4-FFF2-40B4-BE49-F238E27FC236}">
                <a16:creationId xmlns:a16="http://schemas.microsoft.com/office/drawing/2014/main" id="{3DD7C6B7-9F18-4D60-8FC6-4E633D74827C}"/>
              </a:ext>
            </a:extLst>
          </p:cNvPr>
          <p:cNvGraphicFramePr>
            <a:graphicFrameLocks noGrp="1"/>
          </p:cNvGraphicFramePr>
          <p:nvPr/>
        </p:nvGraphicFramePr>
        <p:xfrm>
          <a:off x="3352800" y="1830388"/>
          <a:ext cx="1219200" cy="32004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367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1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1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z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98698" name="Group 42">
            <a:extLst>
              <a:ext uri="{FF2B5EF4-FFF2-40B4-BE49-F238E27FC236}">
                <a16:creationId xmlns:a16="http://schemas.microsoft.com/office/drawing/2014/main" id="{FDCBC532-C0D0-4846-9203-523E0EE95BA2}"/>
              </a:ext>
            </a:extLst>
          </p:cNvPr>
          <p:cNvGraphicFramePr>
            <a:graphicFrameLocks noGrp="1"/>
          </p:cNvGraphicFramePr>
          <p:nvPr/>
        </p:nvGraphicFramePr>
        <p:xfrm>
          <a:off x="5638800" y="1830388"/>
          <a:ext cx="1828800" cy="1279525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9763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T</a:t>
                      </a:r>
                      <a:r>
                        <a:rPr kumimoji="0" lang="en-US" sz="3600" b="0" i="0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ea typeface="Arial Unicode MS" pitchFamily="34" charset="-128"/>
                          <a:cs typeface="TH Sarabun New" panose="020B0500040200020003" pitchFamily="34" charset="-34"/>
                        </a:rPr>
                        <a:t>⋊</a:t>
                      </a:r>
                      <a:r>
                        <a:rPr kumimoji="0" lang="en-US" sz="2400" b="0" i="0" u="none" strike="noStrike" cap="none" normalizeH="0" baseline="-5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ea typeface="Arial Unicode MS" pitchFamily="34" charset="-128"/>
                          <a:cs typeface="TH Sarabun New" panose="020B0500040200020003" pitchFamily="34" charset="-34"/>
                        </a:rPr>
                        <a:t>c</a:t>
                      </a:r>
                      <a:r>
                        <a:rPr kumimoji="0" lang="en-US" sz="3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</a:t>
                      </a:r>
                      <a:endParaRPr kumimoji="0" lang="en-US" sz="36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45661" marB="45661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9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</a:t>
                      </a:r>
                    </a:p>
                  </a:txBody>
                  <a:tcPr marT="45661" marB="4566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</a:t>
                      </a:r>
                    </a:p>
                  </a:txBody>
                  <a:tcPr marT="45661" marB="4566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</a:t>
                      </a:r>
                    </a:p>
                  </a:txBody>
                  <a:tcPr marT="45661" marB="4566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3167" name="Line 56">
            <a:extLst>
              <a:ext uri="{FF2B5EF4-FFF2-40B4-BE49-F238E27FC236}">
                <a16:creationId xmlns:a16="http://schemas.microsoft.com/office/drawing/2014/main" id="{FC07719F-481F-4DC9-AEE0-84E07E173C6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43200" y="3352800"/>
            <a:ext cx="533400" cy="0"/>
          </a:xfrm>
          <a:prstGeom prst="line">
            <a:avLst/>
          </a:prstGeom>
          <a:noFill/>
          <a:ln w="57150">
            <a:solidFill>
              <a:schemeClr val="bg1">
                <a:lumMod val="95000"/>
              </a:schemeClr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33168" name="Line 57">
            <a:extLst>
              <a:ext uri="{FF2B5EF4-FFF2-40B4-BE49-F238E27FC236}">
                <a16:creationId xmlns:a16="http://schemas.microsoft.com/office/drawing/2014/main" id="{A2D83DB0-6D6D-4DDF-8C3F-BBD2564AB7B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2000" y="3352800"/>
            <a:ext cx="609600" cy="0"/>
          </a:xfrm>
          <a:prstGeom prst="line">
            <a:avLst/>
          </a:prstGeom>
          <a:noFill/>
          <a:ln w="57150">
            <a:solidFill>
              <a:schemeClr val="bg1">
                <a:lumMod val="95000"/>
              </a:schemeClr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42" name="Rectangle 2">
            <a:extLst>
              <a:ext uri="{FF2B5EF4-FFF2-40B4-BE49-F238E27FC236}">
                <a16:creationId xmlns:a16="http://schemas.microsoft.com/office/drawing/2014/main" id="{DD256523-6343-4F94-BAFC-C05ACEADE1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Join</a:t>
            </a:r>
          </a:p>
        </p:txBody>
      </p:sp>
      <p:graphicFrame>
        <p:nvGraphicFramePr>
          <p:cNvPr id="199683" name="Group 3">
            <a:extLst>
              <a:ext uri="{FF2B5EF4-FFF2-40B4-BE49-F238E27FC236}">
                <a16:creationId xmlns:a16="http://schemas.microsoft.com/office/drawing/2014/main" id="{ECC41D64-365C-47F5-815B-7F0CDE4DEF02}"/>
              </a:ext>
            </a:extLst>
          </p:cNvPr>
          <p:cNvGraphicFramePr>
            <a:graphicFrameLocks noGrp="1"/>
          </p:cNvGraphicFramePr>
          <p:nvPr/>
        </p:nvGraphicFramePr>
        <p:xfrm>
          <a:off x="1447800" y="1830388"/>
          <a:ext cx="1219200" cy="2560637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159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T</a:t>
                      </a:r>
                    </a:p>
                  </a:txBody>
                  <a:tcPr marT="45726" marB="45726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1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1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1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99701" name="Group 21">
            <a:extLst>
              <a:ext uri="{FF2B5EF4-FFF2-40B4-BE49-F238E27FC236}">
                <a16:creationId xmlns:a16="http://schemas.microsoft.com/office/drawing/2014/main" id="{61A5C505-8F42-4A18-85FC-95475E0613DB}"/>
              </a:ext>
            </a:extLst>
          </p:cNvPr>
          <p:cNvGraphicFramePr>
            <a:graphicFrameLocks noGrp="1"/>
          </p:cNvGraphicFramePr>
          <p:nvPr/>
        </p:nvGraphicFramePr>
        <p:xfrm>
          <a:off x="3352800" y="1830388"/>
          <a:ext cx="1219200" cy="32004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367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1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1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z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99722" name="Group 42">
            <a:extLst>
              <a:ext uri="{FF2B5EF4-FFF2-40B4-BE49-F238E27FC236}">
                <a16:creationId xmlns:a16="http://schemas.microsoft.com/office/drawing/2014/main" id="{5490BAF6-F28F-47C3-88F1-41C3B8C0E02B}"/>
              </a:ext>
            </a:extLst>
          </p:cNvPr>
          <p:cNvGraphicFramePr>
            <a:graphicFrameLocks noGrp="1"/>
          </p:cNvGraphicFramePr>
          <p:nvPr/>
        </p:nvGraphicFramePr>
        <p:xfrm>
          <a:off x="5638800" y="1830388"/>
          <a:ext cx="1828800" cy="1920875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292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T</a:t>
                      </a:r>
                      <a:r>
                        <a:rPr kumimoji="0" lang="en-US" sz="3600" b="0" i="0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ea typeface="Arial Unicode MS" pitchFamily="34" charset="-128"/>
                          <a:cs typeface="TH Sarabun New" panose="020B0500040200020003" pitchFamily="34" charset="-34"/>
                        </a:rPr>
                        <a:t>⋊</a:t>
                      </a:r>
                      <a:r>
                        <a:rPr kumimoji="0" lang="en-US" sz="2400" b="0" i="0" u="none" strike="noStrike" cap="none" normalizeH="0" baseline="-5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ea typeface="Arial Unicode MS" pitchFamily="34" charset="-128"/>
                          <a:cs typeface="TH Sarabun New" panose="020B0500040200020003" pitchFamily="34" charset="-34"/>
                        </a:rPr>
                        <a:t>c</a:t>
                      </a:r>
                      <a:r>
                        <a:rPr kumimoji="0" lang="en-US" sz="3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</a:t>
                      </a:r>
                      <a:endParaRPr kumimoji="0" lang="en-US" sz="36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45735" marB="45735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2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2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x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4195" name="Line 64">
            <a:extLst>
              <a:ext uri="{FF2B5EF4-FFF2-40B4-BE49-F238E27FC236}">
                <a16:creationId xmlns:a16="http://schemas.microsoft.com/office/drawing/2014/main" id="{49481082-6DE0-4E16-B489-CD3F67F342B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43200" y="3352800"/>
            <a:ext cx="533400" cy="0"/>
          </a:xfrm>
          <a:prstGeom prst="line">
            <a:avLst/>
          </a:prstGeom>
          <a:noFill/>
          <a:ln w="57150">
            <a:solidFill>
              <a:schemeClr val="bg1">
                <a:lumMod val="95000"/>
              </a:schemeClr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34196" name="Line 65">
            <a:extLst>
              <a:ext uri="{FF2B5EF4-FFF2-40B4-BE49-F238E27FC236}">
                <a16:creationId xmlns:a16="http://schemas.microsoft.com/office/drawing/2014/main" id="{3297C1CA-E22A-4EB7-9AB6-B6744003144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48200" y="3352800"/>
            <a:ext cx="838200" cy="0"/>
          </a:xfrm>
          <a:prstGeom prst="line">
            <a:avLst/>
          </a:prstGeom>
          <a:noFill/>
          <a:ln w="57150">
            <a:solidFill>
              <a:schemeClr val="bg1">
                <a:lumMod val="95000"/>
              </a:schemeClr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34197" name="Line 66">
            <a:extLst>
              <a:ext uri="{FF2B5EF4-FFF2-40B4-BE49-F238E27FC236}">
                <a16:creationId xmlns:a16="http://schemas.microsoft.com/office/drawing/2014/main" id="{C8EC9896-6275-43AA-924A-F8F61AD0B59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2000" y="3352800"/>
            <a:ext cx="609600" cy="0"/>
          </a:xfrm>
          <a:prstGeom prst="line">
            <a:avLst/>
          </a:prstGeom>
          <a:noFill/>
          <a:ln w="57150">
            <a:solidFill>
              <a:schemeClr val="bg1">
                <a:lumMod val="95000"/>
              </a:schemeClr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0" name="Rectangle 2">
            <a:extLst>
              <a:ext uri="{FF2B5EF4-FFF2-40B4-BE49-F238E27FC236}">
                <a16:creationId xmlns:a16="http://schemas.microsoft.com/office/drawing/2014/main" id="{4AAFFAAF-6408-4CB4-B979-A91E9F5A62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Join</a:t>
            </a:r>
          </a:p>
        </p:txBody>
      </p:sp>
      <p:graphicFrame>
        <p:nvGraphicFramePr>
          <p:cNvPr id="200707" name="Group 3">
            <a:extLst>
              <a:ext uri="{FF2B5EF4-FFF2-40B4-BE49-F238E27FC236}">
                <a16:creationId xmlns:a16="http://schemas.microsoft.com/office/drawing/2014/main" id="{C9510097-D06D-455C-B3B3-90AECA6C4C2E}"/>
              </a:ext>
            </a:extLst>
          </p:cNvPr>
          <p:cNvGraphicFramePr>
            <a:graphicFrameLocks noGrp="1"/>
          </p:cNvGraphicFramePr>
          <p:nvPr/>
        </p:nvGraphicFramePr>
        <p:xfrm>
          <a:off x="1447800" y="1830388"/>
          <a:ext cx="1219200" cy="2560637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159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T</a:t>
                      </a:r>
                    </a:p>
                  </a:txBody>
                  <a:tcPr marT="45726" marB="45726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1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1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1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00725" name="Group 21">
            <a:extLst>
              <a:ext uri="{FF2B5EF4-FFF2-40B4-BE49-F238E27FC236}">
                <a16:creationId xmlns:a16="http://schemas.microsoft.com/office/drawing/2014/main" id="{3441921A-64FF-4EAF-9A8E-FB42A0B7ECBF}"/>
              </a:ext>
            </a:extLst>
          </p:cNvPr>
          <p:cNvGraphicFramePr>
            <a:graphicFrameLocks noGrp="1"/>
          </p:cNvGraphicFramePr>
          <p:nvPr/>
        </p:nvGraphicFramePr>
        <p:xfrm>
          <a:off x="3352800" y="1830388"/>
          <a:ext cx="1219200" cy="32004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367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1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1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z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00746" name="Group 42">
            <a:extLst>
              <a:ext uri="{FF2B5EF4-FFF2-40B4-BE49-F238E27FC236}">
                <a16:creationId xmlns:a16="http://schemas.microsoft.com/office/drawing/2014/main" id="{9CB3FF00-66C1-4A0E-A0DF-53FD3C25B93C}"/>
              </a:ext>
            </a:extLst>
          </p:cNvPr>
          <p:cNvGraphicFramePr>
            <a:graphicFrameLocks noGrp="1"/>
          </p:cNvGraphicFramePr>
          <p:nvPr/>
        </p:nvGraphicFramePr>
        <p:xfrm>
          <a:off x="5638800" y="1830388"/>
          <a:ext cx="1828800" cy="1920875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292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T</a:t>
                      </a:r>
                      <a:r>
                        <a:rPr kumimoji="0" lang="en-US" sz="3600" b="0" i="0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ea typeface="Arial Unicode MS" pitchFamily="34" charset="-128"/>
                          <a:cs typeface="TH Sarabun New" panose="020B0500040200020003" pitchFamily="34" charset="-34"/>
                        </a:rPr>
                        <a:t>⋊</a:t>
                      </a:r>
                      <a:r>
                        <a:rPr kumimoji="0" lang="en-US" sz="2400" b="0" i="0" u="none" strike="noStrike" cap="none" normalizeH="0" baseline="-5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ea typeface="Arial Unicode MS" pitchFamily="34" charset="-128"/>
                          <a:cs typeface="TH Sarabun New" panose="020B0500040200020003" pitchFamily="34" charset="-34"/>
                        </a:rPr>
                        <a:t>c</a:t>
                      </a:r>
                      <a:r>
                        <a:rPr kumimoji="0" lang="en-US" sz="3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</a:t>
                      </a:r>
                      <a:endParaRPr kumimoji="0" lang="en-US" sz="36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45735" marB="45735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2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2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x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5219" name="Line 64">
            <a:extLst>
              <a:ext uri="{FF2B5EF4-FFF2-40B4-BE49-F238E27FC236}">
                <a16:creationId xmlns:a16="http://schemas.microsoft.com/office/drawing/2014/main" id="{A9479EDF-EA25-478B-9EC2-F292098D24F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43200" y="3352800"/>
            <a:ext cx="533400" cy="0"/>
          </a:xfrm>
          <a:prstGeom prst="line">
            <a:avLst/>
          </a:prstGeom>
          <a:noFill/>
          <a:ln w="57150">
            <a:solidFill>
              <a:schemeClr val="bg1">
                <a:lumMod val="95000"/>
              </a:schemeClr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35220" name="Line 65">
            <a:extLst>
              <a:ext uri="{FF2B5EF4-FFF2-40B4-BE49-F238E27FC236}">
                <a16:creationId xmlns:a16="http://schemas.microsoft.com/office/drawing/2014/main" id="{956A98C5-FBE6-4EBC-8EFD-1ED40390BF6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48200" y="3352800"/>
            <a:ext cx="838200" cy="0"/>
          </a:xfrm>
          <a:prstGeom prst="line">
            <a:avLst/>
          </a:prstGeom>
          <a:noFill/>
          <a:ln w="57150">
            <a:solidFill>
              <a:schemeClr val="bg1">
                <a:lumMod val="95000"/>
              </a:schemeClr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35221" name="Line 66">
            <a:extLst>
              <a:ext uri="{FF2B5EF4-FFF2-40B4-BE49-F238E27FC236}">
                <a16:creationId xmlns:a16="http://schemas.microsoft.com/office/drawing/2014/main" id="{3465B028-59A3-4FB9-BA36-EC8E71D49C7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743200" y="3352800"/>
            <a:ext cx="533400" cy="762000"/>
          </a:xfrm>
          <a:prstGeom prst="line">
            <a:avLst/>
          </a:prstGeom>
          <a:noFill/>
          <a:ln w="57150">
            <a:solidFill>
              <a:schemeClr val="bg1">
                <a:lumMod val="95000"/>
              </a:schemeClr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35222" name="Line 67">
            <a:extLst>
              <a:ext uri="{FF2B5EF4-FFF2-40B4-BE49-F238E27FC236}">
                <a16:creationId xmlns:a16="http://schemas.microsoft.com/office/drawing/2014/main" id="{48CC7A66-73E9-4B00-8B4A-B34A8A5205C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2000" y="3352800"/>
            <a:ext cx="609600" cy="0"/>
          </a:xfrm>
          <a:prstGeom prst="line">
            <a:avLst/>
          </a:prstGeom>
          <a:noFill/>
          <a:ln w="57150">
            <a:solidFill>
              <a:schemeClr val="bg1">
                <a:lumMod val="95000"/>
              </a:schemeClr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8" name="Rectangle 2">
            <a:extLst>
              <a:ext uri="{FF2B5EF4-FFF2-40B4-BE49-F238E27FC236}">
                <a16:creationId xmlns:a16="http://schemas.microsoft.com/office/drawing/2014/main" id="{DA2AE322-B3A3-47C5-A5FA-AEEB048B87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Join</a:t>
            </a:r>
          </a:p>
        </p:txBody>
      </p:sp>
      <p:graphicFrame>
        <p:nvGraphicFramePr>
          <p:cNvPr id="201731" name="Group 3">
            <a:extLst>
              <a:ext uri="{FF2B5EF4-FFF2-40B4-BE49-F238E27FC236}">
                <a16:creationId xmlns:a16="http://schemas.microsoft.com/office/drawing/2014/main" id="{D92A6AF2-78C1-4D1A-8ECA-E94409CC23B5}"/>
              </a:ext>
            </a:extLst>
          </p:cNvPr>
          <p:cNvGraphicFramePr>
            <a:graphicFrameLocks noGrp="1"/>
          </p:cNvGraphicFramePr>
          <p:nvPr/>
        </p:nvGraphicFramePr>
        <p:xfrm>
          <a:off x="1447800" y="1830388"/>
          <a:ext cx="1219200" cy="2560637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159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T</a:t>
                      </a:r>
                    </a:p>
                  </a:txBody>
                  <a:tcPr marT="45726" marB="45726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1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1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1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01749" name="Group 21">
            <a:extLst>
              <a:ext uri="{FF2B5EF4-FFF2-40B4-BE49-F238E27FC236}">
                <a16:creationId xmlns:a16="http://schemas.microsoft.com/office/drawing/2014/main" id="{3BBB9608-1EB8-43A2-B63B-70E6BB556322}"/>
              </a:ext>
            </a:extLst>
          </p:cNvPr>
          <p:cNvGraphicFramePr>
            <a:graphicFrameLocks noGrp="1"/>
          </p:cNvGraphicFramePr>
          <p:nvPr/>
        </p:nvGraphicFramePr>
        <p:xfrm>
          <a:off x="3352800" y="1830388"/>
          <a:ext cx="1219200" cy="32004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367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1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1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z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01770" name="Group 42">
            <a:extLst>
              <a:ext uri="{FF2B5EF4-FFF2-40B4-BE49-F238E27FC236}">
                <a16:creationId xmlns:a16="http://schemas.microsoft.com/office/drawing/2014/main" id="{34BD1B23-4849-46CC-96CA-F3AB87E871C8}"/>
              </a:ext>
            </a:extLst>
          </p:cNvPr>
          <p:cNvGraphicFramePr>
            <a:graphicFrameLocks noGrp="1"/>
          </p:cNvGraphicFramePr>
          <p:nvPr/>
        </p:nvGraphicFramePr>
        <p:xfrm>
          <a:off x="5638800" y="1830388"/>
          <a:ext cx="1828800" cy="2560637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15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T</a:t>
                      </a:r>
                      <a:r>
                        <a:rPr kumimoji="0" lang="en-US" sz="3600" b="0" i="0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ea typeface="Arial Unicode MS" pitchFamily="34" charset="-128"/>
                          <a:cs typeface="TH Sarabun New" panose="020B0500040200020003" pitchFamily="34" charset="-34"/>
                        </a:rPr>
                        <a:t>⋊</a:t>
                      </a:r>
                      <a:r>
                        <a:rPr kumimoji="0" lang="en-US" sz="2400" b="0" i="0" u="none" strike="noStrike" cap="none" normalizeH="0" baseline="-5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ea typeface="Arial Unicode MS" pitchFamily="34" charset="-128"/>
                          <a:cs typeface="TH Sarabun New" panose="020B0500040200020003" pitchFamily="34" charset="-34"/>
                        </a:rPr>
                        <a:t>c</a:t>
                      </a:r>
                      <a:r>
                        <a:rPr kumimoji="0" lang="en-US" sz="3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</a:t>
                      </a:r>
                      <a:endParaRPr kumimoji="0" lang="en-US" sz="36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45726" marB="45726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1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1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x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1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y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6247" name="Line 68">
            <a:extLst>
              <a:ext uri="{FF2B5EF4-FFF2-40B4-BE49-F238E27FC236}">
                <a16:creationId xmlns:a16="http://schemas.microsoft.com/office/drawing/2014/main" id="{95A90D5F-8762-4A0B-9723-FD0CD04FB31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43200" y="3352800"/>
            <a:ext cx="533400" cy="0"/>
          </a:xfrm>
          <a:prstGeom prst="line">
            <a:avLst/>
          </a:prstGeom>
          <a:noFill/>
          <a:ln w="57150">
            <a:solidFill>
              <a:schemeClr val="bg1">
                <a:lumMod val="95000"/>
              </a:schemeClr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36248" name="Line 69">
            <a:extLst>
              <a:ext uri="{FF2B5EF4-FFF2-40B4-BE49-F238E27FC236}">
                <a16:creationId xmlns:a16="http://schemas.microsoft.com/office/drawing/2014/main" id="{E87CBE70-7BDC-4FD2-8667-64C41B2D871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48200" y="3352800"/>
            <a:ext cx="838200" cy="0"/>
          </a:xfrm>
          <a:prstGeom prst="line">
            <a:avLst/>
          </a:prstGeom>
          <a:noFill/>
          <a:ln w="57150">
            <a:solidFill>
              <a:schemeClr val="bg1">
                <a:lumMod val="95000"/>
              </a:schemeClr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36249" name="Line 70">
            <a:extLst>
              <a:ext uri="{FF2B5EF4-FFF2-40B4-BE49-F238E27FC236}">
                <a16:creationId xmlns:a16="http://schemas.microsoft.com/office/drawing/2014/main" id="{4D59449F-BE2C-4B33-A054-6CA3E6DE3C0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743200" y="3352800"/>
            <a:ext cx="533400" cy="762000"/>
          </a:xfrm>
          <a:prstGeom prst="line">
            <a:avLst/>
          </a:prstGeom>
          <a:noFill/>
          <a:ln w="57150">
            <a:solidFill>
              <a:schemeClr val="bg1">
                <a:lumMod val="95000"/>
              </a:schemeClr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36250" name="Line 71">
            <a:extLst>
              <a:ext uri="{FF2B5EF4-FFF2-40B4-BE49-F238E27FC236}">
                <a16:creationId xmlns:a16="http://schemas.microsoft.com/office/drawing/2014/main" id="{A49AAF71-5056-498F-BC3B-851E5DA90CC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48200" y="4038600"/>
            <a:ext cx="838200" cy="0"/>
          </a:xfrm>
          <a:prstGeom prst="line">
            <a:avLst/>
          </a:prstGeom>
          <a:noFill/>
          <a:ln w="57150">
            <a:solidFill>
              <a:schemeClr val="bg1">
                <a:lumMod val="95000"/>
              </a:schemeClr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36251" name="Line 72">
            <a:extLst>
              <a:ext uri="{FF2B5EF4-FFF2-40B4-BE49-F238E27FC236}">
                <a16:creationId xmlns:a16="http://schemas.microsoft.com/office/drawing/2014/main" id="{B6C32788-15BE-4E98-B7E6-12534335788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2000" y="3352800"/>
            <a:ext cx="609600" cy="0"/>
          </a:xfrm>
          <a:prstGeom prst="line">
            <a:avLst/>
          </a:prstGeom>
          <a:noFill/>
          <a:ln w="57150">
            <a:solidFill>
              <a:schemeClr val="bg1">
                <a:lumMod val="95000"/>
              </a:schemeClr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">
            <a:extLst>
              <a:ext uri="{FF2B5EF4-FFF2-40B4-BE49-F238E27FC236}">
                <a16:creationId xmlns:a16="http://schemas.microsoft.com/office/drawing/2014/main" id="{5CACD52B-AC1E-4393-BAE6-B9C2DA8CB9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Join</a:t>
            </a:r>
          </a:p>
        </p:txBody>
      </p:sp>
      <p:graphicFrame>
        <p:nvGraphicFramePr>
          <p:cNvPr id="202755" name="Group 3">
            <a:extLst>
              <a:ext uri="{FF2B5EF4-FFF2-40B4-BE49-F238E27FC236}">
                <a16:creationId xmlns:a16="http://schemas.microsoft.com/office/drawing/2014/main" id="{1071EEAA-EE0D-414A-BA3A-F24CAE079AD2}"/>
              </a:ext>
            </a:extLst>
          </p:cNvPr>
          <p:cNvGraphicFramePr>
            <a:graphicFrameLocks noGrp="1"/>
          </p:cNvGraphicFramePr>
          <p:nvPr/>
        </p:nvGraphicFramePr>
        <p:xfrm>
          <a:off x="1447800" y="1830388"/>
          <a:ext cx="1219200" cy="2560637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159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T</a:t>
                      </a:r>
                    </a:p>
                  </a:txBody>
                  <a:tcPr marT="45726" marB="45726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1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1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1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02773" name="Group 21">
            <a:extLst>
              <a:ext uri="{FF2B5EF4-FFF2-40B4-BE49-F238E27FC236}">
                <a16:creationId xmlns:a16="http://schemas.microsoft.com/office/drawing/2014/main" id="{12453C58-63E4-41E6-930D-278F08C6A684}"/>
              </a:ext>
            </a:extLst>
          </p:cNvPr>
          <p:cNvGraphicFramePr>
            <a:graphicFrameLocks noGrp="1"/>
          </p:cNvGraphicFramePr>
          <p:nvPr/>
        </p:nvGraphicFramePr>
        <p:xfrm>
          <a:off x="3352800" y="1830388"/>
          <a:ext cx="1219200" cy="32004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367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1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1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z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02794" name="Group 42">
            <a:extLst>
              <a:ext uri="{FF2B5EF4-FFF2-40B4-BE49-F238E27FC236}">
                <a16:creationId xmlns:a16="http://schemas.microsoft.com/office/drawing/2014/main" id="{D2AAA51A-0207-42AB-91AA-6C7F808B1BBF}"/>
              </a:ext>
            </a:extLst>
          </p:cNvPr>
          <p:cNvGraphicFramePr>
            <a:graphicFrameLocks noGrp="1"/>
          </p:cNvGraphicFramePr>
          <p:nvPr/>
        </p:nvGraphicFramePr>
        <p:xfrm>
          <a:off x="5638800" y="1830388"/>
          <a:ext cx="1828800" cy="2560637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15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T</a:t>
                      </a:r>
                      <a:r>
                        <a:rPr kumimoji="0" lang="en-US" sz="3600" b="0" i="0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ea typeface="Arial Unicode MS" pitchFamily="34" charset="-128"/>
                          <a:cs typeface="TH Sarabun New" panose="020B0500040200020003" pitchFamily="34" charset="-34"/>
                        </a:rPr>
                        <a:t>⋊</a:t>
                      </a:r>
                      <a:r>
                        <a:rPr kumimoji="0" lang="en-US" sz="2400" b="0" i="0" u="none" strike="noStrike" cap="none" normalizeH="0" baseline="-5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ea typeface="Arial Unicode MS" pitchFamily="34" charset="-128"/>
                          <a:cs typeface="TH Sarabun New" panose="020B0500040200020003" pitchFamily="34" charset="-34"/>
                        </a:rPr>
                        <a:t>c</a:t>
                      </a:r>
                      <a:r>
                        <a:rPr kumimoji="0" lang="en-US" sz="3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</a:t>
                      </a:r>
                      <a:endParaRPr kumimoji="0" lang="en-US" sz="36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45726" marB="45726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1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1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x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1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y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72439" name="Line 72">
            <a:extLst>
              <a:ext uri="{FF2B5EF4-FFF2-40B4-BE49-F238E27FC236}">
                <a16:creationId xmlns:a16="http://schemas.microsoft.com/office/drawing/2014/main" id="{54E3726E-CE51-477C-BCB0-1B89FFA3C64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2000" y="4114800"/>
            <a:ext cx="609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Rectangle 2">
            <a:extLst>
              <a:ext uri="{FF2B5EF4-FFF2-40B4-BE49-F238E27FC236}">
                <a16:creationId xmlns:a16="http://schemas.microsoft.com/office/drawing/2014/main" id="{B4C75585-AF98-482D-81A7-FB62EADA2A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Join</a:t>
            </a:r>
          </a:p>
        </p:txBody>
      </p:sp>
      <p:graphicFrame>
        <p:nvGraphicFramePr>
          <p:cNvPr id="204803" name="Group 3">
            <a:extLst>
              <a:ext uri="{FF2B5EF4-FFF2-40B4-BE49-F238E27FC236}">
                <a16:creationId xmlns:a16="http://schemas.microsoft.com/office/drawing/2014/main" id="{1761698A-36A2-4E60-AB1A-D7D8F916F25E}"/>
              </a:ext>
            </a:extLst>
          </p:cNvPr>
          <p:cNvGraphicFramePr>
            <a:graphicFrameLocks noGrp="1"/>
          </p:cNvGraphicFramePr>
          <p:nvPr/>
        </p:nvGraphicFramePr>
        <p:xfrm>
          <a:off x="1447800" y="1830388"/>
          <a:ext cx="1219200" cy="2560637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159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T</a:t>
                      </a:r>
                    </a:p>
                  </a:txBody>
                  <a:tcPr marT="45726" marB="45726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1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1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1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04821" name="Group 21">
            <a:extLst>
              <a:ext uri="{FF2B5EF4-FFF2-40B4-BE49-F238E27FC236}">
                <a16:creationId xmlns:a16="http://schemas.microsoft.com/office/drawing/2014/main" id="{FB3BD32D-B4BC-4A2C-8D5A-7D87532A7E32}"/>
              </a:ext>
            </a:extLst>
          </p:cNvPr>
          <p:cNvGraphicFramePr>
            <a:graphicFrameLocks noGrp="1"/>
          </p:cNvGraphicFramePr>
          <p:nvPr/>
        </p:nvGraphicFramePr>
        <p:xfrm>
          <a:off x="3352800" y="1830388"/>
          <a:ext cx="1219200" cy="32004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367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1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1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z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04877" name="Group 77">
            <a:extLst>
              <a:ext uri="{FF2B5EF4-FFF2-40B4-BE49-F238E27FC236}">
                <a16:creationId xmlns:a16="http://schemas.microsoft.com/office/drawing/2014/main" id="{3735C3C9-9EFD-4CCE-AC02-D30745CAD182}"/>
              </a:ext>
            </a:extLst>
          </p:cNvPr>
          <p:cNvGraphicFramePr>
            <a:graphicFrameLocks noGrp="1"/>
          </p:cNvGraphicFramePr>
          <p:nvPr/>
        </p:nvGraphicFramePr>
        <p:xfrm>
          <a:off x="5638800" y="1830388"/>
          <a:ext cx="1981200" cy="3211512"/>
        </p:xfrm>
        <a:graphic>
          <a:graphicData uri="http://schemas.openxmlformats.org/drawingml/2006/table">
            <a:tbl>
              <a:tblPr/>
              <a:tblGrid>
                <a:gridCol w="66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951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7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T</a:t>
                      </a:r>
                      <a:r>
                        <a:rPr kumimoji="0" lang="en-US" sz="2700" b="0" i="0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ea typeface="Arial Unicode MS" pitchFamily="34" charset="-128"/>
                          <a:cs typeface="TH Sarabun New" panose="020B0500040200020003" pitchFamily="34" charset="-34"/>
                        </a:rPr>
                        <a:t>⋊</a:t>
                      </a:r>
                      <a:r>
                        <a:rPr kumimoji="0" lang="en-US" sz="1800" b="0" i="0" u="none" strike="noStrike" cap="none" normalizeH="0" baseline="-5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ea typeface="Arial Unicode MS" pitchFamily="34" charset="-128"/>
                          <a:cs typeface="TH Sarabun New" panose="020B0500040200020003" pitchFamily="34" charset="-34"/>
                        </a:rPr>
                        <a:t>c</a:t>
                      </a:r>
                      <a:r>
                        <a:rPr kumimoji="0" lang="en-US" sz="27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</a:t>
                      </a:r>
                      <a:endParaRPr kumimoji="0" lang="en-US" sz="27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34038" marB="34038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5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</a:t>
                      </a:r>
                    </a:p>
                  </a:txBody>
                  <a:tcPr marT="34038" marB="34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</a:t>
                      </a:r>
                    </a:p>
                  </a:txBody>
                  <a:tcPr marT="34038" marB="34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</a:t>
                      </a:r>
                    </a:p>
                  </a:txBody>
                  <a:tcPr marT="34038" marB="34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5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</a:t>
                      </a:r>
                    </a:p>
                  </a:txBody>
                  <a:tcPr marT="34038" marB="34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</a:p>
                  </a:txBody>
                  <a:tcPr marT="34038" marB="34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x</a:t>
                      </a:r>
                    </a:p>
                  </a:txBody>
                  <a:tcPr marT="34038" marB="34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95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</a:t>
                      </a:r>
                    </a:p>
                  </a:txBody>
                  <a:tcPr marT="34038" marB="34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</a:p>
                  </a:txBody>
                  <a:tcPr marT="34038" marB="34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y</a:t>
                      </a:r>
                    </a:p>
                  </a:txBody>
                  <a:tcPr marT="34038" marB="34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9343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</a:t>
                      </a:r>
                    </a:p>
                  </a:txBody>
                  <a:tcPr marT="34038" marB="34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</a:t>
                      </a:r>
                    </a:p>
                  </a:txBody>
                  <a:tcPr marT="34038" marB="34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null</a:t>
                      </a:r>
                    </a:p>
                  </a:txBody>
                  <a:tcPr marT="34038" marB="34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74491" name="Line 68">
            <a:extLst>
              <a:ext uri="{FF2B5EF4-FFF2-40B4-BE49-F238E27FC236}">
                <a16:creationId xmlns:a16="http://schemas.microsoft.com/office/drawing/2014/main" id="{4FB07FE9-77CC-4EB5-BB30-19ED70B4085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2000" y="4114800"/>
            <a:ext cx="609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82" name="Rectangle 2">
            <a:extLst>
              <a:ext uri="{FF2B5EF4-FFF2-40B4-BE49-F238E27FC236}">
                <a16:creationId xmlns:a16="http://schemas.microsoft.com/office/drawing/2014/main" id="{5DBD9086-5D42-4D41-9A63-27D51EA033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Join</a:t>
            </a:r>
          </a:p>
        </p:txBody>
      </p:sp>
      <p:graphicFrame>
        <p:nvGraphicFramePr>
          <p:cNvPr id="206851" name="Group 3">
            <a:extLst>
              <a:ext uri="{FF2B5EF4-FFF2-40B4-BE49-F238E27FC236}">
                <a16:creationId xmlns:a16="http://schemas.microsoft.com/office/drawing/2014/main" id="{2D084E8D-48AD-490D-972B-3F8FEB7C85FE}"/>
              </a:ext>
            </a:extLst>
          </p:cNvPr>
          <p:cNvGraphicFramePr>
            <a:graphicFrameLocks noGrp="1"/>
          </p:cNvGraphicFramePr>
          <p:nvPr/>
        </p:nvGraphicFramePr>
        <p:xfrm>
          <a:off x="1447800" y="1830388"/>
          <a:ext cx="1219200" cy="2560637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159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T</a:t>
                      </a:r>
                    </a:p>
                  </a:txBody>
                  <a:tcPr marT="45726" marB="45726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1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1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1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06869" name="Group 21">
            <a:extLst>
              <a:ext uri="{FF2B5EF4-FFF2-40B4-BE49-F238E27FC236}">
                <a16:creationId xmlns:a16="http://schemas.microsoft.com/office/drawing/2014/main" id="{B586BA48-B76D-476F-A869-66C208E84E71}"/>
              </a:ext>
            </a:extLst>
          </p:cNvPr>
          <p:cNvGraphicFramePr>
            <a:graphicFrameLocks noGrp="1"/>
          </p:cNvGraphicFramePr>
          <p:nvPr/>
        </p:nvGraphicFramePr>
        <p:xfrm>
          <a:off x="3352800" y="1830388"/>
          <a:ext cx="1219200" cy="32004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367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1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1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z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06890" name="Group 42">
            <a:extLst>
              <a:ext uri="{FF2B5EF4-FFF2-40B4-BE49-F238E27FC236}">
                <a16:creationId xmlns:a16="http://schemas.microsoft.com/office/drawing/2014/main" id="{F21E3CFA-40C2-4366-BA97-74B15D3D6980}"/>
              </a:ext>
            </a:extLst>
          </p:cNvPr>
          <p:cNvGraphicFramePr>
            <a:graphicFrameLocks noGrp="1"/>
          </p:cNvGraphicFramePr>
          <p:nvPr/>
        </p:nvGraphicFramePr>
        <p:xfrm>
          <a:off x="5638800" y="1830388"/>
          <a:ext cx="1981200" cy="3211512"/>
        </p:xfrm>
        <a:graphic>
          <a:graphicData uri="http://schemas.openxmlformats.org/drawingml/2006/table">
            <a:tbl>
              <a:tblPr/>
              <a:tblGrid>
                <a:gridCol w="66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951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7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T</a:t>
                      </a:r>
                      <a:r>
                        <a:rPr kumimoji="0" lang="en-US" sz="2700" b="0" i="0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ea typeface="Arial Unicode MS" pitchFamily="34" charset="-128"/>
                          <a:cs typeface="TH Sarabun New" panose="020B0500040200020003" pitchFamily="34" charset="-34"/>
                        </a:rPr>
                        <a:t>⋊</a:t>
                      </a:r>
                      <a:r>
                        <a:rPr kumimoji="0" lang="en-US" sz="1800" b="0" i="0" u="none" strike="noStrike" cap="none" normalizeH="0" baseline="-5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ea typeface="Arial Unicode MS" pitchFamily="34" charset="-128"/>
                          <a:cs typeface="TH Sarabun New" panose="020B0500040200020003" pitchFamily="34" charset="-34"/>
                        </a:rPr>
                        <a:t>c</a:t>
                      </a:r>
                      <a:r>
                        <a:rPr kumimoji="0" lang="en-US" sz="27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</a:t>
                      </a:r>
                      <a:endParaRPr kumimoji="0" lang="en-US" sz="27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34038" marB="34038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5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</a:t>
                      </a:r>
                    </a:p>
                  </a:txBody>
                  <a:tcPr marT="34038" marB="34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</a:t>
                      </a:r>
                    </a:p>
                  </a:txBody>
                  <a:tcPr marT="34038" marB="34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</a:t>
                      </a:r>
                    </a:p>
                  </a:txBody>
                  <a:tcPr marT="34038" marB="34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5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</a:t>
                      </a:r>
                    </a:p>
                  </a:txBody>
                  <a:tcPr marT="34038" marB="34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</a:p>
                  </a:txBody>
                  <a:tcPr marT="34038" marB="34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x</a:t>
                      </a:r>
                    </a:p>
                  </a:txBody>
                  <a:tcPr marT="34038" marB="34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95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</a:t>
                      </a:r>
                    </a:p>
                  </a:txBody>
                  <a:tcPr marT="34038" marB="34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</a:p>
                  </a:txBody>
                  <a:tcPr marT="34038" marB="34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y</a:t>
                      </a:r>
                    </a:p>
                  </a:txBody>
                  <a:tcPr marT="34038" marB="34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9343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</a:t>
                      </a:r>
                    </a:p>
                  </a:txBody>
                  <a:tcPr marT="34038" marB="34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</a:t>
                      </a:r>
                    </a:p>
                  </a:txBody>
                  <a:tcPr marT="34038" marB="34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null</a:t>
                      </a:r>
                    </a:p>
                  </a:txBody>
                  <a:tcPr marT="34038" marB="34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>
            <a:extLst>
              <a:ext uri="{FF2B5EF4-FFF2-40B4-BE49-F238E27FC236}">
                <a16:creationId xmlns:a16="http://schemas.microsoft.com/office/drawing/2014/main" id="{AFACF8FD-0AB5-4B41-A9F4-E692C73B13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Division</a:t>
            </a:r>
          </a:p>
        </p:txBody>
      </p:sp>
      <p:sp>
        <p:nvSpPr>
          <p:cNvPr id="278531" name="Rectangle 3">
            <a:extLst>
              <a:ext uri="{FF2B5EF4-FFF2-40B4-BE49-F238E27FC236}">
                <a16:creationId xmlns:a16="http://schemas.microsoft.com/office/drawing/2014/main" id="{2EC7EDF9-1B5F-4D54-A4A4-C08FB3408D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</p:spPr>
        <p:txBody>
          <a:bodyPr/>
          <a:lstStyle/>
          <a:p>
            <a:pPr eaLnBrk="1" hangingPunct="1"/>
            <a:r>
              <a:rPr lang="th-TH" altLang="en-US" sz="5000">
                <a:ea typeface="Angsana New" panose="02020603050405020304" pitchFamily="18" charset="-34"/>
              </a:rPr>
              <a:t>เป็นการแสดงข้อมูลจากสองรีเลชั่น โดยที่รีเลชั่นทั้งสองมีแอททริบิวต์อย่างน้อยหนึ่ง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 sz="5000">
                <a:ea typeface="Angsana New" panose="02020603050405020304" pitchFamily="18" charset="-34"/>
              </a:rPr>
              <a:t>	แอททริบิวต์ที่เหมือนกัน</a:t>
            </a:r>
          </a:p>
          <a:p>
            <a:pPr eaLnBrk="1" hangingPunct="1"/>
            <a:r>
              <a:rPr lang="th-TH" altLang="en-US" sz="5000">
                <a:ea typeface="Angsana New" panose="02020603050405020304" pitchFamily="18" charset="-34"/>
              </a:rPr>
              <a:t>ผลลัพธ์ที่ได้ จะเป็นค่าของแอททริบิวต์จากรีเลชั่นที่มีจำนวนแอททริบิวต์มากกว่า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78" name="Rectangle 2">
            <a:extLst>
              <a:ext uri="{FF2B5EF4-FFF2-40B4-BE49-F238E27FC236}">
                <a16:creationId xmlns:a16="http://schemas.microsoft.com/office/drawing/2014/main" id="{4D6609D9-1395-4425-AC75-114CA01D8F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Division</a:t>
            </a:r>
          </a:p>
        </p:txBody>
      </p:sp>
      <p:graphicFrame>
        <p:nvGraphicFramePr>
          <p:cNvPr id="208967" name="Group 71">
            <a:extLst>
              <a:ext uri="{FF2B5EF4-FFF2-40B4-BE49-F238E27FC236}">
                <a16:creationId xmlns:a16="http://schemas.microsoft.com/office/drawing/2014/main" id="{9F684FEE-E454-4CEA-9010-C97D2A224B83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838200" y="1371600"/>
          <a:ext cx="1600200" cy="2474913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982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R</a:t>
                      </a:r>
                    </a:p>
                  </a:txBody>
                  <a:tcPr marT="40806" marB="40806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058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th-TH" sz="2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gsana New" pitchFamily="18" charset="-34"/>
                        <a:cs typeface="Angsana New" pitchFamily="18" charset="-34"/>
                      </a:endParaRPr>
                    </a:p>
                  </a:txBody>
                  <a:tcPr marT="40806" marB="408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th-TH" sz="2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gsana New" pitchFamily="18" charset="-34"/>
                        <a:cs typeface="Angsana New" pitchFamily="18" charset="-34"/>
                      </a:endParaRPr>
                    </a:p>
                  </a:txBody>
                  <a:tcPr marT="40806" marB="408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450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Remainder</a:t>
                      </a:r>
                    </a:p>
                  </a:txBody>
                  <a:tcPr marT="40806" marB="408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09019" name="Group 123">
            <a:extLst>
              <a:ext uri="{FF2B5EF4-FFF2-40B4-BE49-F238E27FC236}">
                <a16:creationId xmlns:a16="http://schemas.microsoft.com/office/drawing/2014/main" id="{6FDF3402-750C-4523-A8D7-7FAFF4EF9AAE}"/>
              </a:ext>
            </a:extLst>
          </p:cNvPr>
          <p:cNvGraphicFramePr>
            <a:graphicFrameLocks noGrp="1"/>
          </p:cNvGraphicFramePr>
          <p:nvPr/>
        </p:nvGraphicFramePr>
        <p:xfrm>
          <a:off x="3200400" y="1371600"/>
          <a:ext cx="914400" cy="1947863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705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</a:t>
                      </a:r>
                    </a:p>
                  </a:txBody>
                  <a:tcPr marT="45700" marB="45700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736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th-TH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45700" marB="457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9032" name="Group 136">
            <a:extLst>
              <a:ext uri="{FF2B5EF4-FFF2-40B4-BE49-F238E27FC236}">
                <a16:creationId xmlns:a16="http://schemas.microsoft.com/office/drawing/2014/main" id="{2F27AE92-BC72-451C-ABFE-FECFA6D78250}"/>
              </a:ext>
            </a:extLst>
          </p:cNvPr>
          <p:cNvGraphicFramePr>
            <a:graphicFrameLocks noGrp="1"/>
          </p:cNvGraphicFramePr>
          <p:nvPr/>
        </p:nvGraphicFramePr>
        <p:xfrm>
          <a:off x="3200400" y="3429000"/>
          <a:ext cx="1600200" cy="2473325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70388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 </a:t>
                      </a: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  <a:sym typeface="Symbol" pitchFamily="18" charset="2"/>
                        </a:rPr>
                        <a:t></a:t>
                      </a:r>
                      <a:r>
                        <a:rPr kumimoji="0" lang="en-US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  <a:sym typeface="Symbol" pitchFamily="18" charset="2"/>
                        </a:rPr>
                        <a:t> S</a:t>
                      </a:r>
                    </a:p>
                  </a:txBody>
                  <a:tcPr marT="45708" marB="45708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760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th-TH" sz="24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45708" marB="457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th-TH" sz="24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45708" marB="457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328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th-TH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45708" marB="45708" horzOverflow="overflow">
                    <a:lnL cap="flat"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09077" name="Group 181">
            <a:extLst>
              <a:ext uri="{FF2B5EF4-FFF2-40B4-BE49-F238E27FC236}">
                <a16:creationId xmlns:a16="http://schemas.microsoft.com/office/drawing/2014/main" id="{D8B03F17-D666-444B-A3C0-2C9207C333C8}"/>
              </a:ext>
            </a:extLst>
          </p:cNvPr>
          <p:cNvGraphicFramePr>
            <a:graphicFrameLocks noGrp="1"/>
          </p:cNvGraphicFramePr>
          <p:nvPr/>
        </p:nvGraphicFramePr>
        <p:xfrm>
          <a:off x="5181600" y="1371600"/>
          <a:ext cx="838200" cy="2835275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25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V</a:t>
                      </a:r>
                    </a:p>
                  </a:txBody>
                  <a:tcPr marT="45734" marB="45734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3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596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09096" name="Group 200">
            <a:extLst>
              <a:ext uri="{FF2B5EF4-FFF2-40B4-BE49-F238E27FC236}">
                <a16:creationId xmlns:a16="http://schemas.microsoft.com/office/drawing/2014/main" id="{1BD81F8B-F5F9-48EB-8CF5-AFAC4C007D43}"/>
              </a:ext>
            </a:extLst>
          </p:cNvPr>
          <p:cNvGraphicFramePr>
            <a:graphicFrameLocks noGrp="1"/>
          </p:cNvGraphicFramePr>
          <p:nvPr/>
        </p:nvGraphicFramePr>
        <p:xfrm>
          <a:off x="6553200" y="1371600"/>
          <a:ext cx="457200" cy="1751013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899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W</a:t>
                      </a:r>
                    </a:p>
                  </a:txBody>
                  <a:tcPr marT="45696" marB="45696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1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</a:t>
                      </a:r>
                    </a:p>
                  </a:txBody>
                  <a:tcPr marT="45696" marB="4569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58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</a:t>
                      </a:r>
                    </a:p>
                  </a:txBody>
                  <a:tcPr marT="45696" marB="4569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09111" name="Group 215">
            <a:extLst>
              <a:ext uri="{FF2B5EF4-FFF2-40B4-BE49-F238E27FC236}">
                <a16:creationId xmlns:a16="http://schemas.microsoft.com/office/drawing/2014/main" id="{809616CD-E85B-4A15-BF82-CECB7685A2B3}"/>
              </a:ext>
            </a:extLst>
          </p:cNvPr>
          <p:cNvGraphicFramePr>
            <a:graphicFrameLocks noGrp="1"/>
          </p:cNvGraphicFramePr>
          <p:nvPr/>
        </p:nvGraphicFramePr>
        <p:xfrm>
          <a:off x="6553200" y="3424238"/>
          <a:ext cx="457200" cy="1604962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197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th-TH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45738" marB="45738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3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</a:t>
                      </a:r>
                    </a:p>
                  </a:txBody>
                  <a:tcPr marT="45738" marB="457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65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</a:t>
                      </a:r>
                    </a:p>
                  </a:txBody>
                  <a:tcPr marT="45738" marB="457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80636" name="Text Box 216">
            <a:extLst>
              <a:ext uri="{FF2B5EF4-FFF2-40B4-BE49-F238E27FC236}">
                <a16:creationId xmlns:a16="http://schemas.microsoft.com/office/drawing/2014/main" id="{D1EC584E-A323-4C0B-8CA3-8D98E51B80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3352800"/>
            <a:ext cx="1066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3200">
                <a:solidFill>
                  <a:schemeClr val="tx1"/>
                </a:solidFill>
              </a:rPr>
              <a:t>V </a:t>
            </a:r>
            <a:r>
              <a:rPr lang="en-US" altLang="en-US" sz="3200">
                <a:solidFill>
                  <a:schemeClr val="tx1"/>
                </a:solidFill>
                <a:sym typeface="Symbol" panose="05050102010706020507" pitchFamily="18" charset="2"/>
              </a:rPr>
              <a:t></a:t>
            </a:r>
            <a:r>
              <a:rPr lang="en-US" altLang="en-US" sz="3200">
                <a:solidFill>
                  <a:schemeClr val="tx1"/>
                </a:solidFill>
              </a:rPr>
              <a:t> W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26" name="Rectangle 2">
            <a:extLst>
              <a:ext uri="{FF2B5EF4-FFF2-40B4-BE49-F238E27FC236}">
                <a16:creationId xmlns:a16="http://schemas.microsoft.com/office/drawing/2014/main" id="{B75965EF-5D81-4A0D-B3D9-2EE8DAD33A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Division</a:t>
            </a:r>
          </a:p>
        </p:txBody>
      </p:sp>
      <p:sp>
        <p:nvSpPr>
          <p:cNvPr id="282627" name="Rectangle 3">
            <a:extLst>
              <a:ext uri="{FF2B5EF4-FFF2-40B4-BE49-F238E27FC236}">
                <a16:creationId xmlns:a16="http://schemas.microsoft.com/office/drawing/2014/main" id="{98B04936-DF5E-497A-9D2A-1E8733D920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 sz="5000">
                <a:ea typeface="Angsana New" panose="02020603050405020304" pitchFamily="18" charset="-34"/>
              </a:rPr>
              <a:t>รูปแบบ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sp>
        <p:nvSpPr>
          <p:cNvPr id="282628" name="Text Box 4">
            <a:extLst>
              <a:ext uri="{FF2B5EF4-FFF2-40B4-BE49-F238E27FC236}">
                <a16:creationId xmlns:a16="http://schemas.microsoft.com/office/drawing/2014/main" id="{7A5EECB0-F4DD-476B-9906-FED011823D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2667000"/>
            <a:ext cx="6934200" cy="65405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rgbClr val="FFD55D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th-TH" altLang="en-US" sz="3600">
                <a:solidFill>
                  <a:schemeClr val="tx1"/>
                </a:solidFill>
              </a:rPr>
              <a:t>ชื่อรีเลชั่น</a:t>
            </a:r>
            <a:r>
              <a:rPr lang="en-US" altLang="en-US" sz="3600">
                <a:solidFill>
                  <a:schemeClr val="tx1"/>
                </a:solidFill>
              </a:rPr>
              <a:t> DIVIDEBY </a:t>
            </a:r>
            <a:r>
              <a:rPr lang="th-TH" altLang="en-US" sz="3600">
                <a:solidFill>
                  <a:schemeClr val="tx1"/>
                </a:solidFill>
              </a:rPr>
              <a:t>ชื่อรีเลชั่น</a:t>
            </a:r>
            <a:endParaRPr lang="en-US" altLang="en-US" sz="3600">
              <a:solidFill>
                <a:schemeClr val="tx1"/>
              </a:solidFill>
            </a:endParaRPr>
          </a:p>
        </p:txBody>
      </p:sp>
      <p:sp>
        <p:nvSpPr>
          <p:cNvPr id="282629" name="Text Box 5">
            <a:extLst>
              <a:ext uri="{FF2B5EF4-FFF2-40B4-BE49-F238E27FC236}">
                <a16:creationId xmlns:a16="http://schemas.microsoft.com/office/drawing/2014/main" id="{97E57A58-33A0-4D27-B4CB-8AAAD6F664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3657600"/>
            <a:ext cx="6858000" cy="7747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rgbClr val="FFD55D"/>
              </a:gs>
            </a:gsLst>
            <a:lin ang="5400000" scaled="1"/>
          </a:gra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400">
                <a:solidFill>
                  <a:schemeClr val="tx1"/>
                </a:solidFill>
                <a:sym typeface="Symbol" panose="05050102010706020507" pitchFamily="18" charset="2"/>
              </a:rPr>
              <a:t>Relation </a:t>
            </a:r>
            <a:r>
              <a:rPr lang="en-US" altLang="en-US" sz="3600">
                <a:solidFill>
                  <a:schemeClr val="tx1"/>
                </a:solidFill>
                <a:sym typeface="Symbol" panose="05050102010706020507" pitchFamily="18" charset="2"/>
              </a:rPr>
              <a:t></a:t>
            </a:r>
            <a:r>
              <a:rPr lang="en-US" altLang="en-US" sz="4400">
                <a:solidFill>
                  <a:schemeClr val="tx1"/>
                </a:solidFill>
                <a:sym typeface="Symbol" panose="05050102010706020507" pitchFamily="18" charset="2"/>
              </a:rPr>
              <a:t> Relation</a:t>
            </a:r>
            <a:endParaRPr lang="th-TH" altLang="en-US" sz="440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7091" name="Group 3">
            <a:extLst>
              <a:ext uri="{FF2B5EF4-FFF2-40B4-BE49-F238E27FC236}">
                <a16:creationId xmlns:a16="http://schemas.microsoft.com/office/drawing/2014/main" id="{5FFF729B-90FA-4936-8FE9-28D592E58F96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4611688" y="609600"/>
          <a:ext cx="1447800" cy="5546725"/>
        </p:xfrm>
        <a:graphic>
          <a:graphicData uri="http://schemas.openxmlformats.org/drawingml/2006/table">
            <a:tbl>
              <a:tblPr/>
              <a:tblGrid>
                <a:gridCol w="7254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3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81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2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ngsana New" pitchFamily="18" charset="-34"/>
                      </a:endParaRPr>
                    </a:p>
                  </a:txBody>
                  <a:tcPr marT="45708" marB="45708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O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45708" marB="45708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14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SNO</a:t>
                      </a:r>
                    </a:p>
                  </a:txBody>
                  <a:tcPr marT="45708" marB="457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PNO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14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S1</a:t>
                      </a:r>
                    </a:p>
                  </a:txBody>
                  <a:tcPr marT="45708" marB="457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P1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14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S1</a:t>
                      </a:r>
                    </a:p>
                  </a:txBody>
                  <a:tcPr marT="45708" marB="457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P2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14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S1</a:t>
                      </a:r>
                    </a:p>
                  </a:txBody>
                  <a:tcPr marT="45708" marB="457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P3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14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S1</a:t>
                      </a:r>
                    </a:p>
                  </a:txBody>
                  <a:tcPr marT="45708" marB="457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P6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14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S2</a:t>
                      </a:r>
                    </a:p>
                  </a:txBody>
                  <a:tcPr marT="45708" marB="457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P3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14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S2</a:t>
                      </a:r>
                    </a:p>
                  </a:txBody>
                  <a:tcPr marT="45708" marB="457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P4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14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S3</a:t>
                      </a:r>
                    </a:p>
                  </a:txBody>
                  <a:tcPr marT="45708" marB="457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P3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14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S4</a:t>
                      </a:r>
                    </a:p>
                  </a:txBody>
                  <a:tcPr marT="45708" marB="457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P2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714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S4</a:t>
                      </a:r>
                    </a:p>
                  </a:txBody>
                  <a:tcPr marT="45708" marB="457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P4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5714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S4</a:t>
                      </a:r>
                    </a:p>
                  </a:txBody>
                  <a:tcPr marT="45708" marB="457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P5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84714" name="Rectangle 47">
            <a:extLst>
              <a:ext uri="{FF2B5EF4-FFF2-40B4-BE49-F238E27FC236}">
                <a16:creationId xmlns:a16="http://schemas.microsoft.com/office/drawing/2014/main" id="{405D452B-1B35-43EF-8CEE-0BF9882FD8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>
                <a:ea typeface="Angsana New" panose="02020603050405020304" pitchFamily="18" charset="-34"/>
              </a:rPr>
              <a:t>ตัวอย่าง</a:t>
            </a:r>
            <a:endParaRPr lang="en-US" altLang="en-US">
              <a:ea typeface="Angsana New" panose="02020603050405020304" pitchFamily="18" charset="-34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>
                <a:ea typeface="Angsana New" panose="02020603050405020304" pitchFamily="18" charset="-34"/>
              </a:rPr>
              <a:t>O </a:t>
            </a:r>
            <a:r>
              <a:rPr lang="en-US" altLang="en-US">
                <a:ea typeface="Angsana New" panose="02020603050405020304" pitchFamily="18" charset="-34"/>
                <a:sym typeface="Symbol" panose="05050102010706020507" pitchFamily="18" charset="2"/>
              </a:rPr>
              <a:t> P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th-TH" altLang="en-US">
              <a:ea typeface="Angsana New" panose="02020603050405020304" pitchFamily="18" charset="-34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graphicFrame>
        <p:nvGraphicFramePr>
          <p:cNvPr id="217136" name="Group 48">
            <a:extLst>
              <a:ext uri="{FF2B5EF4-FFF2-40B4-BE49-F238E27FC236}">
                <a16:creationId xmlns:a16="http://schemas.microsoft.com/office/drawing/2014/main" id="{4161262A-065C-445A-97E6-DA052A2CA489}"/>
              </a:ext>
            </a:extLst>
          </p:cNvPr>
          <p:cNvGraphicFramePr>
            <a:graphicFrameLocks noGrp="1"/>
          </p:cNvGraphicFramePr>
          <p:nvPr/>
        </p:nvGraphicFramePr>
        <p:xfrm>
          <a:off x="6516688" y="609600"/>
          <a:ext cx="722312" cy="1431925"/>
        </p:xfrm>
        <a:graphic>
          <a:graphicData uri="http://schemas.openxmlformats.org/drawingml/2006/table">
            <a:tbl>
              <a:tblPr/>
              <a:tblGrid>
                <a:gridCol w="722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179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</a:t>
                      </a:r>
                    </a:p>
                  </a:txBody>
                  <a:tcPr marT="45698" marB="45698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9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PNO</a:t>
                      </a:r>
                    </a:p>
                  </a:txBody>
                  <a:tcPr marT="45698" marB="4569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9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P2</a:t>
                      </a:r>
                    </a:p>
                  </a:txBody>
                  <a:tcPr marT="45698" marB="4569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22" name="Rectangle 2">
            <a:extLst>
              <a:ext uri="{FF2B5EF4-FFF2-40B4-BE49-F238E27FC236}">
                <a16:creationId xmlns:a16="http://schemas.microsoft.com/office/drawing/2014/main" id="{DEAA6258-F4D1-4B93-AB01-0832AE0801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Division</a:t>
            </a:r>
          </a:p>
        </p:txBody>
      </p:sp>
      <p:graphicFrame>
        <p:nvGraphicFramePr>
          <p:cNvPr id="211173" name="Group 229">
            <a:extLst>
              <a:ext uri="{FF2B5EF4-FFF2-40B4-BE49-F238E27FC236}">
                <a16:creationId xmlns:a16="http://schemas.microsoft.com/office/drawing/2014/main" id="{BD2F9BA4-0755-4826-B430-A087CEE4AFE1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4611688" y="609600"/>
          <a:ext cx="1447800" cy="5638800"/>
        </p:xfrm>
        <a:graphic>
          <a:graphicData uri="http://schemas.openxmlformats.org/drawingml/2006/table">
            <a:tbl>
              <a:tblPr/>
              <a:tblGrid>
                <a:gridCol w="7254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3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60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O</a:t>
                      </a:r>
                    </a:p>
                  </a:txBody>
                  <a:tcPr marT="45718" marB="45718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45718" marB="45718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SNO</a:t>
                      </a: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PNO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S1</a:t>
                      </a: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P1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S1</a:t>
                      </a: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P2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S1</a:t>
                      </a: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P3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S1</a:t>
                      </a: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P6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S2</a:t>
                      </a: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P3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S2</a:t>
                      </a: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P4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S3</a:t>
                      </a: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P3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S4</a:t>
                      </a: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P2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S4</a:t>
                      </a: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P4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S4</a:t>
                      </a: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P5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86763" name="Rectangle 29">
            <a:extLst>
              <a:ext uri="{FF2B5EF4-FFF2-40B4-BE49-F238E27FC236}">
                <a16:creationId xmlns:a16="http://schemas.microsoft.com/office/drawing/2014/main" id="{53727793-2D24-4915-A73E-2DC3579685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>
                <a:ea typeface="Angsana New" panose="02020603050405020304" pitchFamily="18" charset="-34"/>
              </a:rPr>
              <a:t>ตัวอย่าง</a:t>
            </a:r>
            <a:endParaRPr lang="en-US" altLang="en-US">
              <a:ea typeface="Angsana New" panose="02020603050405020304" pitchFamily="18" charset="-34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>
                <a:ea typeface="Angsana New" panose="02020603050405020304" pitchFamily="18" charset="-34"/>
              </a:rPr>
              <a:t>O </a:t>
            </a:r>
            <a:r>
              <a:rPr lang="en-US" altLang="en-US">
                <a:ea typeface="Angsana New" panose="02020603050405020304" pitchFamily="18" charset="-34"/>
                <a:sym typeface="Symbol" panose="05050102010706020507" pitchFamily="18" charset="2"/>
              </a:rPr>
              <a:t> P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th-TH" altLang="en-US">
              <a:ea typeface="Angsana New" panose="02020603050405020304" pitchFamily="18" charset="-34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graphicFrame>
        <p:nvGraphicFramePr>
          <p:cNvPr id="211126" name="Group 182">
            <a:extLst>
              <a:ext uri="{FF2B5EF4-FFF2-40B4-BE49-F238E27FC236}">
                <a16:creationId xmlns:a16="http://schemas.microsoft.com/office/drawing/2014/main" id="{2DC57D28-670F-4717-B829-02E55EBC32B1}"/>
              </a:ext>
            </a:extLst>
          </p:cNvPr>
          <p:cNvGraphicFramePr>
            <a:graphicFrameLocks noGrp="1"/>
          </p:cNvGraphicFramePr>
          <p:nvPr/>
        </p:nvGraphicFramePr>
        <p:xfrm>
          <a:off x="6516688" y="609600"/>
          <a:ext cx="722312" cy="1493838"/>
        </p:xfrm>
        <a:graphic>
          <a:graphicData uri="http://schemas.openxmlformats.org/drawingml/2006/table">
            <a:tbl>
              <a:tblPr/>
              <a:tblGrid>
                <a:gridCol w="722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92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</a:t>
                      </a:r>
                      <a:endParaRPr kumimoji="0" lang="en-US" sz="2400" b="1" i="1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45749" marB="45749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PNO</a:t>
                      </a:r>
                    </a:p>
                  </a:txBody>
                  <a:tcPr marT="45749" marB="4574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P2</a:t>
                      </a:r>
                    </a:p>
                  </a:txBody>
                  <a:tcPr marT="45749" marB="4574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11171" name="Group 227">
            <a:extLst>
              <a:ext uri="{FF2B5EF4-FFF2-40B4-BE49-F238E27FC236}">
                <a16:creationId xmlns:a16="http://schemas.microsoft.com/office/drawing/2014/main" id="{3F01C7A8-BB31-4193-99FC-740B34FC3962}"/>
              </a:ext>
            </a:extLst>
          </p:cNvPr>
          <p:cNvGraphicFramePr>
            <a:graphicFrameLocks noGrp="1"/>
          </p:cNvGraphicFramePr>
          <p:nvPr/>
        </p:nvGraphicFramePr>
        <p:xfrm>
          <a:off x="762000" y="3276600"/>
          <a:ext cx="722313" cy="1828800"/>
        </p:xfrm>
        <a:graphic>
          <a:graphicData uri="http://schemas.openxmlformats.org/drawingml/2006/table">
            <a:tbl>
              <a:tblPr/>
              <a:tblGrid>
                <a:gridCol w="722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th-TH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ngsana New" pitchFamily="18" charset="-34"/>
                      </a:endParaRPr>
                    </a:p>
                  </a:txBody>
                  <a:tcPr marT="45713" marB="45713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SNO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S1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S4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0" name="Rectangle 2">
            <a:extLst>
              <a:ext uri="{FF2B5EF4-FFF2-40B4-BE49-F238E27FC236}">
                <a16:creationId xmlns:a16="http://schemas.microsoft.com/office/drawing/2014/main" id="{57C5DB17-A899-4302-B03F-1ABA44E6F5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Division</a:t>
            </a:r>
          </a:p>
        </p:txBody>
      </p:sp>
      <p:graphicFrame>
        <p:nvGraphicFramePr>
          <p:cNvPr id="219139" name="Group 3">
            <a:extLst>
              <a:ext uri="{FF2B5EF4-FFF2-40B4-BE49-F238E27FC236}">
                <a16:creationId xmlns:a16="http://schemas.microsoft.com/office/drawing/2014/main" id="{64E49D3C-F924-4DE8-9CF9-ACA22CED675A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4611688" y="609600"/>
          <a:ext cx="1447800" cy="5608638"/>
        </p:xfrm>
        <a:graphic>
          <a:graphicData uri="http://schemas.openxmlformats.org/drawingml/2006/table">
            <a:tbl>
              <a:tblPr/>
              <a:tblGrid>
                <a:gridCol w="7254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3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1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O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SNO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72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572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88811" name="Rectangle 47">
            <a:extLst>
              <a:ext uri="{FF2B5EF4-FFF2-40B4-BE49-F238E27FC236}">
                <a16:creationId xmlns:a16="http://schemas.microsoft.com/office/drawing/2014/main" id="{08C29587-55DD-4EA9-A88E-743A629273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>
                <a:ea typeface="Angsana New" panose="02020603050405020304" pitchFamily="18" charset="-34"/>
              </a:rPr>
              <a:t>ตัวอย่าง</a:t>
            </a:r>
            <a:endParaRPr lang="en-US" altLang="en-US">
              <a:ea typeface="Angsana New" panose="02020603050405020304" pitchFamily="18" charset="-34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>
                <a:ea typeface="Angsana New" panose="02020603050405020304" pitchFamily="18" charset="-34"/>
              </a:rPr>
              <a:t>O </a:t>
            </a:r>
            <a:r>
              <a:rPr lang="en-US" altLang="en-US">
                <a:ea typeface="Angsana New" panose="02020603050405020304" pitchFamily="18" charset="-34"/>
                <a:sym typeface="Symbol" panose="05050102010706020507" pitchFamily="18" charset="2"/>
              </a:rPr>
              <a:t> P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th-TH" altLang="en-US">
              <a:ea typeface="Angsana New" panose="02020603050405020304" pitchFamily="18" charset="-34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graphicFrame>
        <p:nvGraphicFramePr>
          <p:cNvPr id="219184" name="Group 48">
            <a:extLst>
              <a:ext uri="{FF2B5EF4-FFF2-40B4-BE49-F238E27FC236}">
                <a16:creationId xmlns:a16="http://schemas.microsoft.com/office/drawing/2014/main" id="{F53DF56A-646B-454E-9F75-4511E8419288}"/>
              </a:ext>
            </a:extLst>
          </p:cNvPr>
          <p:cNvGraphicFramePr>
            <a:graphicFrameLocks noGrp="1"/>
          </p:cNvGraphicFramePr>
          <p:nvPr/>
        </p:nvGraphicFramePr>
        <p:xfrm>
          <a:off x="6516688" y="609600"/>
          <a:ext cx="722312" cy="1951038"/>
        </p:xfrm>
        <a:graphic>
          <a:graphicData uri="http://schemas.openxmlformats.org/drawingml/2006/table">
            <a:tbl>
              <a:tblPr/>
              <a:tblGrid>
                <a:gridCol w="722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921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PNO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Rectangle 2">
            <a:extLst>
              <a:ext uri="{FF2B5EF4-FFF2-40B4-BE49-F238E27FC236}">
                <a16:creationId xmlns:a16="http://schemas.microsoft.com/office/drawing/2014/main" id="{9C222407-4A1D-44F5-9FA8-F910D035BD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Division</a:t>
            </a:r>
          </a:p>
        </p:txBody>
      </p:sp>
      <p:graphicFrame>
        <p:nvGraphicFramePr>
          <p:cNvPr id="218191" name="Group 79">
            <a:extLst>
              <a:ext uri="{FF2B5EF4-FFF2-40B4-BE49-F238E27FC236}">
                <a16:creationId xmlns:a16="http://schemas.microsoft.com/office/drawing/2014/main" id="{B28517E7-7DAF-4145-9043-41AA5EBB3912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4611688" y="609600"/>
          <a:ext cx="1447800" cy="5608638"/>
        </p:xfrm>
        <a:graphic>
          <a:graphicData uri="http://schemas.openxmlformats.org/drawingml/2006/table">
            <a:tbl>
              <a:tblPr/>
              <a:tblGrid>
                <a:gridCol w="7254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3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1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O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SNO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72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572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90859" name="Rectangle 47">
            <a:extLst>
              <a:ext uri="{FF2B5EF4-FFF2-40B4-BE49-F238E27FC236}">
                <a16:creationId xmlns:a16="http://schemas.microsoft.com/office/drawing/2014/main" id="{B2095894-3258-4997-8D12-263C97FE6B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>
                <a:ea typeface="Angsana New" panose="02020603050405020304" pitchFamily="18" charset="-34"/>
              </a:rPr>
              <a:t>ตัวอย่าง</a:t>
            </a:r>
            <a:endParaRPr lang="en-US" altLang="en-US">
              <a:ea typeface="Angsana New" panose="02020603050405020304" pitchFamily="18" charset="-34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>
                <a:ea typeface="Angsana New" panose="02020603050405020304" pitchFamily="18" charset="-34"/>
              </a:rPr>
              <a:t>O </a:t>
            </a:r>
            <a:r>
              <a:rPr lang="en-US" altLang="en-US">
                <a:ea typeface="Angsana New" panose="02020603050405020304" pitchFamily="18" charset="-34"/>
                <a:sym typeface="Symbol" panose="05050102010706020507" pitchFamily="18" charset="2"/>
              </a:rPr>
              <a:t> P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th-TH" altLang="en-US">
              <a:ea typeface="Angsana New" panose="02020603050405020304" pitchFamily="18" charset="-34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graphicFrame>
        <p:nvGraphicFramePr>
          <p:cNvPr id="218189" name="Group 77">
            <a:extLst>
              <a:ext uri="{FF2B5EF4-FFF2-40B4-BE49-F238E27FC236}">
                <a16:creationId xmlns:a16="http://schemas.microsoft.com/office/drawing/2014/main" id="{6B748133-B7AA-4A61-AECC-477DDDE1743F}"/>
              </a:ext>
            </a:extLst>
          </p:cNvPr>
          <p:cNvGraphicFramePr>
            <a:graphicFrameLocks noGrp="1"/>
          </p:cNvGraphicFramePr>
          <p:nvPr/>
        </p:nvGraphicFramePr>
        <p:xfrm>
          <a:off x="6516688" y="609600"/>
          <a:ext cx="722312" cy="1828800"/>
        </p:xfrm>
        <a:graphic>
          <a:graphicData uri="http://schemas.openxmlformats.org/drawingml/2006/table">
            <a:tbl>
              <a:tblPr/>
              <a:tblGrid>
                <a:gridCol w="722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9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</a:t>
                      </a:r>
                    </a:p>
                  </a:txBody>
                  <a:tcPr marT="45713" marB="45713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PNO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ngsana New" pitchFamily="18" charset="-34"/>
                        </a:rPr>
                        <a:t>P2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ngsana New" pitchFamily="18" charset="-34"/>
                        </a:rPr>
                        <a:t>P4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866" name="Rectangle 2">
            <a:extLst>
              <a:ext uri="{FF2B5EF4-FFF2-40B4-BE49-F238E27FC236}">
                <a16:creationId xmlns:a16="http://schemas.microsoft.com/office/drawing/2014/main" id="{B00F9051-2F59-4488-9B70-3F8E5B74C4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Division</a:t>
            </a:r>
          </a:p>
        </p:txBody>
      </p:sp>
      <p:graphicFrame>
        <p:nvGraphicFramePr>
          <p:cNvPr id="220235" name="Group 75">
            <a:extLst>
              <a:ext uri="{FF2B5EF4-FFF2-40B4-BE49-F238E27FC236}">
                <a16:creationId xmlns:a16="http://schemas.microsoft.com/office/drawing/2014/main" id="{C6BEC9DE-6001-487B-AC32-1271ADB9AF50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4611688" y="609600"/>
          <a:ext cx="1447800" cy="5608638"/>
        </p:xfrm>
        <a:graphic>
          <a:graphicData uri="http://schemas.openxmlformats.org/drawingml/2006/table">
            <a:tbl>
              <a:tblPr/>
              <a:tblGrid>
                <a:gridCol w="7254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3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1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O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SNO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72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572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92907" name="Rectangle 47">
            <a:extLst>
              <a:ext uri="{FF2B5EF4-FFF2-40B4-BE49-F238E27FC236}">
                <a16:creationId xmlns:a16="http://schemas.microsoft.com/office/drawing/2014/main" id="{0D7244FA-4A04-4296-9ACB-9418A3853A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>
                <a:ea typeface="Angsana New" panose="02020603050405020304" pitchFamily="18" charset="-34"/>
              </a:rPr>
              <a:t>ตัวอย่าง</a:t>
            </a:r>
            <a:endParaRPr lang="en-US" altLang="en-US">
              <a:ea typeface="Angsana New" panose="02020603050405020304" pitchFamily="18" charset="-34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>
                <a:ea typeface="Angsana New" panose="02020603050405020304" pitchFamily="18" charset="-34"/>
              </a:rPr>
              <a:t>O </a:t>
            </a:r>
            <a:r>
              <a:rPr lang="en-US" altLang="en-US">
                <a:ea typeface="Angsana New" panose="02020603050405020304" pitchFamily="18" charset="-34"/>
                <a:sym typeface="Symbol" panose="05050102010706020507" pitchFamily="18" charset="2"/>
              </a:rPr>
              <a:t> P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th-TH" altLang="en-US">
              <a:ea typeface="Angsana New" panose="02020603050405020304" pitchFamily="18" charset="-34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graphicFrame>
        <p:nvGraphicFramePr>
          <p:cNvPr id="220208" name="Group 48">
            <a:extLst>
              <a:ext uri="{FF2B5EF4-FFF2-40B4-BE49-F238E27FC236}">
                <a16:creationId xmlns:a16="http://schemas.microsoft.com/office/drawing/2014/main" id="{06CF6E86-AD7D-40C8-865A-3C0C3A830E60}"/>
              </a:ext>
            </a:extLst>
          </p:cNvPr>
          <p:cNvGraphicFramePr>
            <a:graphicFrameLocks noGrp="1"/>
          </p:cNvGraphicFramePr>
          <p:nvPr/>
        </p:nvGraphicFramePr>
        <p:xfrm>
          <a:off x="6516688" y="609600"/>
          <a:ext cx="722312" cy="1951038"/>
        </p:xfrm>
        <a:graphic>
          <a:graphicData uri="http://schemas.openxmlformats.org/drawingml/2006/table">
            <a:tbl>
              <a:tblPr/>
              <a:tblGrid>
                <a:gridCol w="722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921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PNO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20222" name="Group 62">
            <a:extLst>
              <a:ext uri="{FF2B5EF4-FFF2-40B4-BE49-F238E27FC236}">
                <a16:creationId xmlns:a16="http://schemas.microsoft.com/office/drawing/2014/main" id="{418DFD12-6AC5-4FC1-BFCA-F97EE619139C}"/>
              </a:ext>
            </a:extLst>
          </p:cNvPr>
          <p:cNvGraphicFramePr>
            <a:graphicFrameLocks noGrp="1"/>
          </p:cNvGraphicFramePr>
          <p:nvPr/>
        </p:nvGraphicFramePr>
        <p:xfrm>
          <a:off x="762000" y="3276600"/>
          <a:ext cx="722313" cy="1371600"/>
        </p:xfrm>
        <a:graphic>
          <a:graphicData uri="http://schemas.openxmlformats.org/drawingml/2006/table">
            <a:tbl>
              <a:tblPr/>
              <a:tblGrid>
                <a:gridCol w="722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6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th-TH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ngsana New" pitchFamily="18" charset="-34"/>
                      </a:endParaRPr>
                    </a:p>
                  </a:txBody>
                  <a:tcPr marT="45726" marB="45726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16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SNO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16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S4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914" name="Rectangle 2">
            <a:extLst>
              <a:ext uri="{FF2B5EF4-FFF2-40B4-BE49-F238E27FC236}">
                <a16:creationId xmlns:a16="http://schemas.microsoft.com/office/drawing/2014/main" id="{732D0CB1-787E-46DB-8715-9401F81E62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Division</a:t>
            </a:r>
          </a:p>
        </p:txBody>
      </p:sp>
      <p:graphicFrame>
        <p:nvGraphicFramePr>
          <p:cNvPr id="221187" name="Group 3">
            <a:extLst>
              <a:ext uri="{FF2B5EF4-FFF2-40B4-BE49-F238E27FC236}">
                <a16:creationId xmlns:a16="http://schemas.microsoft.com/office/drawing/2014/main" id="{92548B37-B7AB-4D9D-9977-745F9D2F221F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4611688" y="609600"/>
          <a:ext cx="1447800" cy="5608638"/>
        </p:xfrm>
        <a:graphic>
          <a:graphicData uri="http://schemas.openxmlformats.org/drawingml/2006/table">
            <a:tbl>
              <a:tblPr/>
              <a:tblGrid>
                <a:gridCol w="7254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3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1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O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SNO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72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572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94955" name="Rectangle 47">
            <a:extLst>
              <a:ext uri="{FF2B5EF4-FFF2-40B4-BE49-F238E27FC236}">
                <a16:creationId xmlns:a16="http://schemas.microsoft.com/office/drawing/2014/main" id="{7B2367E8-0BEF-4F84-BD7D-D1D48C86D2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>
                <a:ea typeface="Angsana New" panose="02020603050405020304" pitchFamily="18" charset="-34"/>
              </a:rPr>
              <a:t>ตัวอย่าง</a:t>
            </a:r>
            <a:endParaRPr lang="en-US" altLang="en-US">
              <a:ea typeface="Angsana New" panose="02020603050405020304" pitchFamily="18" charset="-34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>
                <a:ea typeface="Angsana New" panose="02020603050405020304" pitchFamily="18" charset="-34"/>
              </a:rPr>
              <a:t>O </a:t>
            </a:r>
            <a:r>
              <a:rPr lang="en-US" altLang="en-US">
                <a:ea typeface="Angsana New" panose="02020603050405020304" pitchFamily="18" charset="-34"/>
                <a:sym typeface="Symbol" panose="05050102010706020507" pitchFamily="18" charset="2"/>
              </a:rPr>
              <a:t> P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th-TH" altLang="en-US">
              <a:ea typeface="Angsana New" panose="02020603050405020304" pitchFamily="18" charset="-34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graphicFrame>
        <p:nvGraphicFramePr>
          <p:cNvPr id="221251" name="Group 67">
            <a:extLst>
              <a:ext uri="{FF2B5EF4-FFF2-40B4-BE49-F238E27FC236}">
                <a16:creationId xmlns:a16="http://schemas.microsoft.com/office/drawing/2014/main" id="{F1379189-8BD9-4DFD-A5EC-CB36B5B53FA5}"/>
              </a:ext>
            </a:extLst>
          </p:cNvPr>
          <p:cNvGraphicFramePr>
            <a:graphicFrameLocks noGrp="1"/>
          </p:cNvGraphicFramePr>
          <p:nvPr/>
        </p:nvGraphicFramePr>
        <p:xfrm>
          <a:off x="6516688" y="609600"/>
          <a:ext cx="722312" cy="2865438"/>
        </p:xfrm>
        <a:graphic>
          <a:graphicData uri="http://schemas.openxmlformats.org/drawingml/2006/table">
            <a:tbl>
              <a:tblPr/>
              <a:tblGrid>
                <a:gridCol w="722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918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</a:t>
                      </a:r>
                    </a:p>
                  </a:txBody>
                  <a:tcPr marT="45715" marB="45715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PNO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P1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P2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P3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P6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62" name="Rectangle 2">
            <a:extLst>
              <a:ext uri="{FF2B5EF4-FFF2-40B4-BE49-F238E27FC236}">
                <a16:creationId xmlns:a16="http://schemas.microsoft.com/office/drawing/2014/main" id="{B5CB98B0-6263-452A-91BF-2AC8B938B6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Division</a:t>
            </a:r>
          </a:p>
        </p:txBody>
      </p:sp>
      <p:graphicFrame>
        <p:nvGraphicFramePr>
          <p:cNvPr id="225346" name="Group 66">
            <a:extLst>
              <a:ext uri="{FF2B5EF4-FFF2-40B4-BE49-F238E27FC236}">
                <a16:creationId xmlns:a16="http://schemas.microsoft.com/office/drawing/2014/main" id="{E8D63704-1218-43D4-BC3D-1CD04C279618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4611688" y="609600"/>
          <a:ext cx="1447800" cy="5608638"/>
        </p:xfrm>
        <a:graphic>
          <a:graphicData uri="http://schemas.openxmlformats.org/drawingml/2006/table">
            <a:tbl>
              <a:tblPr/>
              <a:tblGrid>
                <a:gridCol w="7254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3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1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O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SNO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72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572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97003" name="Rectangle 47">
            <a:extLst>
              <a:ext uri="{FF2B5EF4-FFF2-40B4-BE49-F238E27FC236}">
                <a16:creationId xmlns:a16="http://schemas.microsoft.com/office/drawing/2014/main" id="{35B94C5B-5309-4863-B5A1-CB584CE8DF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>
                <a:ea typeface="Angsana New" panose="02020603050405020304" pitchFamily="18" charset="-34"/>
              </a:rPr>
              <a:t>ตัวอย่าง</a:t>
            </a:r>
            <a:endParaRPr lang="en-US" altLang="en-US">
              <a:ea typeface="Angsana New" panose="02020603050405020304" pitchFamily="18" charset="-34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>
                <a:ea typeface="Angsana New" panose="02020603050405020304" pitchFamily="18" charset="-34"/>
              </a:rPr>
              <a:t>O </a:t>
            </a:r>
            <a:r>
              <a:rPr lang="en-US" altLang="en-US">
                <a:ea typeface="Angsana New" panose="02020603050405020304" pitchFamily="18" charset="-34"/>
                <a:sym typeface="Symbol" panose="05050102010706020507" pitchFamily="18" charset="2"/>
              </a:rPr>
              <a:t> P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th-TH" altLang="en-US">
              <a:ea typeface="Angsana New" panose="02020603050405020304" pitchFamily="18" charset="-34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graphicFrame>
        <p:nvGraphicFramePr>
          <p:cNvPr id="225328" name="Group 48">
            <a:extLst>
              <a:ext uri="{FF2B5EF4-FFF2-40B4-BE49-F238E27FC236}">
                <a16:creationId xmlns:a16="http://schemas.microsoft.com/office/drawing/2014/main" id="{17877D22-B6E8-417D-BE84-6FCA6F41602D}"/>
              </a:ext>
            </a:extLst>
          </p:cNvPr>
          <p:cNvGraphicFramePr>
            <a:graphicFrameLocks noGrp="1"/>
          </p:cNvGraphicFramePr>
          <p:nvPr/>
        </p:nvGraphicFramePr>
        <p:xfrm>
          <a:off x="6516688" y="609600"/>
          <a:ext cx="722312" cy="2865438"/>
        </p:xfrm>
        <a:graphic>
          <a:graphicData uri="http://schemas.openxmlformats.org/drawingml/2006/table">
            <a:tbl>
              <a:tblPr/>
              <a:tblGrid>
                <a:gridCol w="722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918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</a:t>
                      </a:r>
                    </a:p>
                  </a:txBody>
                  <a:tcPr marT="45715" marB="45715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PNO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P1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P2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P3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P6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Rectangle 2">
            <a:extLst>
              <a:ext uri="{FF2B5EF4-FFF2-40B4-BE49-F238E27FC236}">
                <a16:creationId xmlns:a16="http://schemas.microsoft.com/office/drawing/2014/main" id="{98C09322-A89E-4E06-8AB3-0A42DCB890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Division</a:t>
            </a:r>
          </a:p>
        </p:txBody>
      </p:sp>
      <p:graphicFrame>
        <p:nvGraphicFramePr>
          <p:cNvPr id="224334" name="Group 78">
            <a:extLst>
              <a:ext uri="{FF2B5EF4-FFF2-40B4-BE49-F238E27FC236}">
                <a16:creationId xmlns:a16="http://schemas.microsoft.com/office/drawing/2014/main" id="{CD4AB6AB-3687-4752-9303-312C5599BA5D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4611688" y="609600"/>
          <a:ext cx="1447800" cy="5608638"/>
        </p:xfrm>
        <a:graphic>
          <a:graphicData uri="http://schemas.openxmlformats.org/drawingml/2006/table">
            <a:tbl>
              <a:tblPr/>
              <a:tblGrid>
                <a:gridCol w="7254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3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1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O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SNO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72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572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99051" name="Rectangle 47">
            <a:extLst>
              <a:ext uri="{FF2B5EF4-FFF2-40B4-BE49-F238E27FC236}">
                <a16:creationId xmlns:a16="http://schemas.microsoft.com/office/drawing/2014/main" id="{BCA3D183-91A4-4866-A18D-FCBBE63450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>
                <a:ea typeface="Angsana New" panose="02020603050405020304" pitchFamily="18" charset="-34"/>
              </a:rPr>
              <a:t>ตัวอย่าง</a:t>
            </a:r>
            <a:endParaRPr lang="en-US" altLang="en-US">
              <a:ea typeface="Angsana New" panose="02020603050405020304" pitchFamily="18" charset="-34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>
                <a:ea typeface="Angsana New" panose="02020603050405020304" pitchFamily="18" charset="-34"/>
              </a:rPr>
              <a:t>O </a:t>
            </a:r>
            <a:r>
              <a:rPr lang="en-US" altLang="en-US">
                <a:ea typeface="Angsana New" panose="02020603050405020304" pitchFamily="18" charset="-34"/>
                <a:sym typeface="Symbol" panose="05050102010706020507" pitchFamily="18" charset="2"/>
              </a:rPr>
              <a:t> P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th-TH" altLang="en-US">
              <a:ea typeface="Angsana New" panose="02020603050405020304" pitchFamily="18" charset="-34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ea typeface="Angsana New" panose="02020603050405020304" pitchFamily="18" charset="-34"/>
            </a:endParaRPr>
          </a:p>
        </p:txBody>
      </p:sp>
      <p:graphicFrame>
        <p:nvGraphicFramePr>
          <p:cNvPr id="224304" name="Group 48">
            <a:extLst>
              <a:ext uri="{FF2B5EF4-FFF2-40B4-BE49-F238E27FC236}">
                <a16:creationId xmlns:a16="http://schemas.microsoft.com/office/drawing/2014/main" id="{5BDF6AD4-66B4-46FB-B17F-644218BCBF55}"/>
              </a:ext>
            </a:extLst>
          </p:cNvPr>
          <p:cNvGraphicFramePr>
            <a:graphicFrameLocks noGrp="1"/>
          </p:cNvGraphicFramePr>
          <p:nvPr/>
        </p:nvGraphicFramePr>
        <p:xfrm>
          <a:off x="6516688" y="609600"/>
          <a:ext cx="722312" cy="2865438"/>
        </p:xfrm>
        <a:graphic>
          <a:graphicData uri="http://schemas.openxmlformats.org/drawingml/2006/table">
            <a:tbl>
              <a:tblPr/>
              <a:tblGrid>
                <a:gridCol w="722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918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</a:t>
                      </a:r>
                    </a:p>
                  </a:txBody>
                  <a:tcPr marT="45715" marB="45715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PNO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P1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P2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P3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P6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24322" name="Group 66">
            <a:extLst>
              <a:ext uri="{FF2B5EF4-FFF2-40B4-BE49-F238E27FC236}">
                <a16:creationId xmlns:a16="http://schemas.microsoft.com/office/drawing/2014/main" id="{8BEC235F-13DB-497E-8B2B-03C3CD940466}"/>
              </a:ext>
            </a:extLst>
          </p:cNvPr>
          <p:cNvGraphicFramePr>
            <a:graphicFrameLocks noGrp="1"/>
          </p:cNvGraphicFramePr>
          <p:nvPr/>
        </p:nvGraphicFramePr>
        <p:xfrm>
          <a:off x="762000" y="3276600"/>
          <a:ext cx="722313" cy="1371600"/>
        </p:xfrm>
        <a:graphic>
          <a:graphicData uri="http://schemas.openxmlformats.org/drawingml/2006/table">
            <a:tbl>
              <a:tblPr/>
              <a:tblGrid>
                <a:gridCol w="722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6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th-TH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ngsana New" pitchFamily="18" charset="-34"/>
                      </a:endParaRPr>
                    </a:p>
                  </a:txBody>
                  <a:tcPr marT="45726" marB="45726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16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SNO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16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S1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058" name="Rectangle 2">
            <a:extLst>
              <a:ext uri="{FF2B5EF4-FFF2-40B4-BE49-F238E27FC236}">
                <a16:creationId xmlns:a16="http://schemas.microsoft.com/office/drawing/2014/main" id="{DB5AE7C3-1304-4F45-9E07-358BD38DCF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h-TH" altLang="en-US">
                <a:ea typeface="Angsana New" panose="02020603050405020304" pitchFamily="18" charset="-34"/>
              </a:rPr>
              <a:t>หัวข้อบรรยาย</a:t>
            </a:r>
            <a:endParaRPr lang="en-US" altLang="en-US">
              <a:ea typeface="Angsana New" panose="02020603050405020304" pitchFamily="18" charset="-34"/>
            </a:endParaRPr>
          </a:p>
        </p:txBody>
      </p:sp>
      <p:sp>
        <p:nvSpPr>
          <p:cNvPr id="301059" name="Rectangle 3">
            <a:extLst>
              <a:ext uri="{FF2B5EF4-FFF2-40B4-BE49-F238E27FC236}">
                <a16:creationId xmlns:a16="http://schemas.microsoft.com/office/drawing/2014/main" id="{C8A5B1B3-4BD5-4FFA-84BE-F4C4E7A536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th-TH" altLang="en-US" sz="4900">
                <a:ea typeface="Angsana New" panose="02020603050405020304" pitchFamily="18" charset="-34"/>
              </a:rPr>
              <a:t>พีชคณิตเชิงสัมพันธ์ </a:t>
            </a:r>
            <a:r>
              <a:rPr lang="en-US" altLang="en-US" sz="4900">
                <a:ea typeface="Angsana New" panose="02020603050405020304" pitchFamily="18" charset="-34"/>
              </a:rPr>
              <a:t>(Relational Algebra)</a:t>
            </a:r>
          </a:p>
          <a:p>
            <a:pPr eaLnBrk="1" hangingPunct="1"/>
            <a:r>
              <a:rPr lang="th-TH" altLang="en-US" sz="4900" b="1">
                <a:ea typeface="Angsana New" panose="02020603050405020304" pitchFamily="18" charset="-34"/>
              </a:rPr>
              <a:t>แคลคูลัสเชิงสัมพันธ์ </a:t>
            </a:r>
            <a:r>
              <a:rPr lang="en-US" altLang="en-US" sz="4900" b="1">
                <a:ea typeface="Angsana New" panose="02020603050405020304" pitchFamily="18" charset="-34"/>
              </a:rPr>
              <a:t>(Relational Calculus)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Rectangle 2">
            <a:extLst>
              <a:ext uri="{FF2B5EF4-FFF2-40B4-BE49-F238E27FC236}">
                <a16:creationId xmlns:a16="http://schemas.microsoft.com/office/drawing/2014/main" id="{A7AFD96A-88C5-4AD5-B82F-F0900D3920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h-TH" altLang="en-US">
                <a:ea typeface="Angsana New" panose="02020603050405020304" pitchFamily="18" charset="-34"/>
              </a:rPr>
              <a:t>แคลคูลัสเชิงสัมพันธ์</a:t>
            </a:r>
            <a:r>
              <a:rPr lang="en-US" altLang="en-US">
                <a:ea typeface="Angsana New" panose="02020603050405020304" pitchFamily="18" charset="-34"/>
              </a:rPr>
              <a:t> (Relational Calculus)</a:t>
            </a:r>
          </a:p>
        </p:txBody>
      </p:sp>
      <p:sp>
        <p:nvSpPr>
          <p:cNvPr id="303107" name="Rectangle 3">
            <a:extLst>
              <a:ext uri="{FF2B5EF4-FFF2-40B4-BE49-F238E27FC236}">
                <a16:creationId xmlns:a16="http://schemas.microsoft.com/office/drawing/2014/main" id="{8C645245-4D9F-45A8-A506-DDF3A080E0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th-TH" altLang="en-US" sz="5000">
                <a:ea typeface="Angsana New" panose="02020603050405020304" pitchFamily="18" charset="-34"/>
              </a:rPr>
              <a:t>เป็นแบบจำลองของคำสั่งสำหรับเรียกใช้ข้อมูลจากรีเลชั่น ซึ่งให้ผลลัพธ์เช่นเดียวกับการใช้การกระทำต่างๆ ของพีชคณิตเชิงสัมพันธ์</a:t>
            </a:r>
          </a:p>
          <a:p>
            <a:pPr eaLnBrk="1" hangingPunct="1">
              <a:lnSpc>
                <a:spcPct val="90000"/>
              </a:lnSpc>
            </a:pPr>
            <a:r>
              <a:rPr lang="th-TH" altLang="en-US" sz="5000">
                <a:ea typeface="Angsana New" panose="02020603050405020304" pitchFamily="18" charset="-34"/>
              </a:rPr>
              <a:t>ไม่สนใจถึงวิธีการได้มาซึ่งผลลัพธ์</a:t>
            </a:r>
          </a:p>
          <a:p>
            <a:pPr eaLnBrk="1" hangingPunct="1">
              <a:lnSpc>
                <a:spcPct val="90000"/>
              </a:lnSpc>
            </a:pPr>
            <a:r>
              <a:rPr lang="th-TH" altLang="en-US" sz="5000">
                <a:ea typeface="Angsana New" panose="02020603050405020304" pitchFamily="18" charset="-34"/>
              </a:rPr>
              <a:t>เป็นโมเดลทั่วไปที่ใช้ใน</a:t>
            </a:r>
            <a:r>
              <a:rPr lang="en-US" altLang="en-US" sz="5000">
                <a:ea typeface="Angsana New" panose="02020603050405020304" pitchFamily="18" charset="-34"/>
              </a:rPr>
              <a:t> SQL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Rectangle 2">
            <a:extLst>
              <a:ext uri="{FF2B5EF4-FFF2-40B4-BE49-F238E27FC236}">
                <a16:creationId xmlns:a16="http://schemas.microsoft.com/office/drawing/2014/main" id="{1FF7227F-1254-4963-923A-530F5D4708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h-TH" altLang="en-US">
                <a:ea typeface="Angsana New" panose="02020603050405020304" pitchFamily="18" charset="-34"/>
              </a:rPr>
              <a:t>แคลคูลัสเชิงสัมพันธ์</a:t>
            </a:r>
            <a:r>
              <a:rPr lang="en-US" altLang="en-US">
                <a:ea typeface="Angsana New" panose="02020603050405020304" pitchFamily="18" charset="-34"/>
              </a:rPr>
              <a:t> (Calculus Algebra)</a:t>
            </a:r>
          </a:p>
        </p:txBody>
      </p:sp>
      <p:sp>
        <p:nvSpPr>
          <p:cNvPr id="305155" name="Rectangle 3">
            <a:extLst>
              <a:ext uri="{FF2B5EF4-FFF2-40B4-BE49-F238E27FC236}">
                <a16:creationId xmlns:a16="http://schemas.microsoft.com/office/drawing/2014/main" id="{77923920-D1BA-4641-9D1A-5E99B1E29D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5000">
                <a:ea typeface="Angsana New" panose="02020603050405020304" pitchFamily="18" charset="-34"/>
              </a:rPr>
              <a:t>Target Item</a:t>
            </a:r>
          </a:p>
          <a:p>
            <a:pPr eaLnBrk="1" hangingPunct="1"/>
            <a:r>
              <a:rPr lang="en-US" altLang="en-US" sz="5000">
                <a:ea typeface="Angsana New" panose="02020603050405020304" pitchFamily="18" charset="-34"/>
              </a:rPr>
              <a:t>For All</a:t>
            </a:r>
          </a:p>
          <a:p>
            <a:pPr eaLnBrk="1" hangingPunct="1"/>
            <a:r>
              <a:rPr lang="en-US" altLang="en-US" sz="5000">
                <a:ea typeface="Angsana New" panose="02020603050405020304" pitchFamily="18" charset="-34"/>
              </a:rPr>
              <a:t>Exists</a:t>
            </a:r>
          </a:p>
          <a:p>
            <a:pPr eaLnBrk="1" hangingPunct="1"/>
            <a:r>
              <a:rPr lang="en-US" altLang="en-US" sz="5000">
                <a:ea typeface="Angsana New" panose="02020603050405020304" pitchFamily="18" charset="-34"/>
              </a:rPr>
              <a:t>Function</a:t>
            </a:r>
          </a:p>
          <a:p>
            <a:pPr eaLnBrk="1" hangingPunct="1"/>
            <a:endParaRPr lang="en-US" altLang="en-US" sz="5000">
              <a:ea typeface="Angsana New" panose="02020603050405020304" pitchFamily="18" charset="-34"/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Rectangle 2">
            <a:extLst>
              <a:ext uri="{FF2B5EF4-FFF2-40B4-BE49-F238E27FC236}">
                <a16:creationId xmlns:a16="http://schemas.microsoft.com/office/drawing/2014/main" id="{D9FDEC11-EB72-4B70-9C44-63B4EAE3E8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h-TH" altLang="en-US">
                <a:ea typeface="Angsana New" panose="02020603050405020304" pitchFamily="18" charset="-34"/>
              </a:rPr>
              <a:t>แคลคูลัสเชิงสัมพันธ์</a:t>
            </a:r>
            <a:r>
              <a:rPr lang="en-US" altLang="en-US">
                <a:ea typeface="Angsana New" panose="02020603050405020304" pitchFamily="18" charset="-34"/>
              </a:rPr>
              <a:t> (Calculus Algebra)</a:t>
            </a:r>
          </a:p>
        </p:txBody>
      </p:sp>
      <p:graphicFrame>
        <p:nvGraphicFramePr>
          <p:cNvPr id="240717" name="Group 77">
            <a:extLst>
              <a:ext uri="{FF2B5EF4-FFF2-40B4-BE49-F238E27FC236}">
                <a16:creationId xmlns:a16="http://schemas.microsoft.com/office/drawing/2014/main" id="{80AD78C6-1372-4DEA-9237-57FE6E5C535B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838200" y="1924050"/>
          <a:ext cx="2722563" cy="1571625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61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59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S#</a:t>
                      </a:r>
                    </a:p>
                  </a:txBody>
                  <a:tcPr marT="35999" marB="359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SNAME</a:t>
                      </a:r>
                    </a:p>
                  </a:txBody>
                  <a:tcPr marT="35999" marB="359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SP#</a:t>
                      </a:r>
                    </a:p>
                  </a:txBody>
                  <a:tcPr marT="35999" marB="359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7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P1</a:t>
                      </a:r>
                    </a:p>
                  </a:txBody>
                  <a:tcPr marT="35999" marB="359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Part1</a:t>
                      </a:r>
                    </a:p>
                  </a:txBody>
                  <a:tcPr marT="35999" marB="359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S1</a:t>
                      </a:r>
                    </a:p>
                  </a:txBody>
                  <a:tcPr marT="35999" marB="359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7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P2</a:t>
                      </a:r>
                    </a:p>
                  </a:txBody>
                  <a:tcPr marT="35999" marB="359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Part2</a:t>
                      </a:r>
                    </a:p>
                  </a:txBody>
                  <a:tcPr marT="35999" marB="359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S2</a:t>
                      </a:r>
                    </a:p>
                  </a:txBody>
                  <a:tcPr marT="35999" marB="359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07221" name="Text Box 30">
            <a:extLst>
              <a:ext uri="{FF2B5EF4-FFF2-40B4-BE49-F238E27FC236}">
                <a16:creationId xmlns:a16="http://schemas.microsoft.com/office/drawing/2014/main" id="{98D1565E-E077-4BD7-820A-48E09B4C2A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295400"/>
            <a:ext cx="7270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 i="1">
                <a:latin typeface="Arial" panose="020B0604020202020204" pitchFamily="34" charset="0"/>
                <a:cs typeface="Angsana New" panose="02020603050405020304" pitchFamily="18" charset="-34"/>
              </a:rPr>
              <a:t>SX</a:t>
            </a:r>
          </a:p>
        </p:txBody>
      </p:sp>
      <p:graphicFrame>
        <p:nvGraphicFramePr>
          <p:cNvPr id="240722" name="Group 82">
            <a:extLst>
              <a:ext uri="{FF2B5EF4-FFF2-40B4-BE49-F238E27FC236}">
                <a16:creationId xmlns:a16="http://schemas.microsoft.com/office/drawing/2014/main" id="{D792F5A5-84F5-4548-B839-9E1A056A8B17}"/>
              </a:ext>
            </a:extLst>
          </p:cNvPr>
          <p:cNvGraphicFramePr>
            <a:graphicFrameLocks noGrp="1"/>
          </p:cNvGraphicFramePr>
          <p:nvPr/>
        </p:nvGraphicFramePr>
        <p:xfrm>
          <a:off x="5105400" y="4329113"/>
          <a:ext cx="2895600" cy="1463675"/>
        </p:xfrm>
        <a:graphic>
          <a:graphicData uri="http://schemas.openxmlformats.org/drawingml/2006/table">
            <a:tbl>
              <a:tblPr/>
              <a:tblGrid>
                <a:gridCol w="709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05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8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PX#</a:t>
                      </a:r>
                    </a:p>
                  </a:txBody>
                  <a:tcPr marT="25236" marB="252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Color</a:t>
                      </a: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QTY</a:t>
                      </a: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8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PX1</a:t>
                      </a:r>
                    </a:p>
                  </a:txBody>
                  <a:tcPr marT="25236" marB="252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Red</a:t>
                      </a: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200</a:t>
                      </a: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8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PX2</a:t>
                      </a:r>
                    </a:p>
                  </a:txBody>
                  <a:tcPr marT="25236" marB="252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Blue</a:t>
                      </a: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10</a:t>
                      </a: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07240" name="Text Box 49">
            <a:extLst>
              <a:ext uri="{FF2B5EF4-FFF2-40B4-BE49-F238E27FC236}">
                <a16:creationId xmlns:a16="http://schemas.microsoft.com/office/drawing/2014/main" id="{6BC566C1-CDA3-4376-9781-DBF7CE59E5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3700463"/>
            <a:ext cx="7270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 i="1">
                <a:latin typeface="Arial" panose="020B0604020202020204" pitchFamily="34" charset="0"/>
                <a:cs typeface="Angsana New" panose="02020603050405020304" pitchFamily="18" charset="-34"/>
              </a:rPr>
              <a:t>PX</a:t>
            </a:r>
          </a:p>
        </p:txBody>
      </p:sp>
      <p:graphicFrame>
        <p:nvGraphicFramePr>
          <p:cNvPr id="240719" name="Group 79">
            <a:extLst>
              <a:ext uri="{FF2B5EF4-FFF2-40B4-BE49-F238E27FC236}">
                <a16:creationId xmlns:a16="http://schemas.microsoft.com/office/drawing/2014/main" id="{D4A31E56-ECED-4591-B31A-AB20BE100ABF}"/>
              </a:ext>
            </a:extLst>
          </p:cNvPr>
          <p:cNvGraphicFramePr>
            <a:graphicFrameLocks noGrp="1"/>
          </p:cNvGraphicFramePr>
          <p:nvPr/>
        </p:nvGraphicFramePr>
        <p:xfrm>
          <a:off x="5105400" y="1966913"/>
          <a:ext cx="3200400" cy="1463675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6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9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8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SP#</a:t>
                      </a:r>
                    </a:p>
                  </a:txBody>
                  <a:tcPr marT="25236" marB="252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PNAME</a:t>
                      </a: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CITY</a:t>
                      </a: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8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S1</a:t>
                      </a:r>
                    </a:p>
                  </a:txBody>
                  <a:tcPr marT="25236" marB="252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Spplier1</a:t>
                      </a: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Bangkok</a:t>
                      </a: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8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S2</a:t>
                      </a:r>
                    </a:p>
                  </a:txBody>
                  <a:tcPr marT="25236" marB="252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Supplier2</a:t>
                      </a: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Korat</a:t>
                      </a: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07259" name="Text Box 68">
            <a:extLst>
              <a:ext uri="{FF2B5EF4-FFF2-40B4-BE49-F238E27FC236}">
                <a16:creationId xmlns:a16="http://schemas.microsoft.com/office/drawing/2014/main" id="{0DBB0FB5-50EC-4CB0-871B-93F57C2801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1295400"/>
            <a:ext cx="9985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 i="1">
                <a:latin typeface="Arial" panose="020B0604020202020204" pitchFamily="34" charset="0"/>
                <a:cs typeface="Angsana New" panose="02020603050405020304" pitchFamily="18" charset="-34"/>
              </a:rPr>
              <a:t>SPX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50" name="Rectangle 2">
            <a:extLst>
              <a:ext uri="{FF2B5EF4-FFF2-40B4-BE49-F238E27FC236}">
                <a16:creationId xmlns:a16="http://schemas.microsoft.com/office/drawing/2014/main" id="{4EF34F8A-8DD0-457D-B24E-045FD00FE6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Target Item</a:t>
            </a:r>
          </a:p>
        </p:txBody>
      </p:sp>
      <p:sp>
        <p:nvSpPr>
          <p:cNvPr id="309251" name="Rectangle 3">
            <a:extLst>
              <a:ext uri="{FF2B5EF4-FFF2-40B4-BE49-F238E27FC236}">
                <a16:creationId xmlns:a16="http://schemas.microsoft.com/office/drawing/2014/main" id="{310FCD69-BB4C-45A0-9D46-4760580715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4191000"/>
            <a:ext cx="8229600" cy="19399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 sz="5000">
                <a:ea typeface="Angsana New" panose="02020603050405020304" pitchFamily="18" charset="-34"/>
              </a:rPr>
              <a:t>ตัวอย่าง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 sz="5000">
                <a:ea typeface="Angsana New" panose="02020603050405020304" pitchFamily="18" charset="-34"/>
              </a:rPr>
              <a:t>		</a:t>
            </a:r>
            <a:r>
              <a:rPr lang="en-US" altLang="en-US" sz="5000">
                <a:ea typeface="Angsana New" panose="02020603050405020304" pitchFamily="18" charset="-34"/>
              </a:rPr>
              <a:t>SX.S# AS SNO</a:t>
            </a:r>
          </a:p>
        </p:txBody>
      </p:sp>
      <p:sp>
        <p:nvSpPr>
          <p:cNvPr id="309252" name="Rectangle 4">
            <a:extLst>
              <a:ext uri="{FF2B5EF4-FFF2-40B4-BE49-F238E27FC236}">
                <a16:creationId xmlns:a16="http://schemas.microsoft.com/office/drawing/2014/main" id="{8B555626-3D97-41FA-B61F-A6A3F0C26C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 sz="500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รูปแบบ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309253" name="Text Box 5">
            <a:extLst>
              <a:ext uri="{FF2B5EF4-FFF2-40B4-BE49-F238E27FC236}">
                <a16:creationId xmlns:a16="http://schemas.microsoft.com/office/drawing/2014/main" id="{BF1345A7-779B-4954-9DFA-71B4256ABE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2667000"/>
            <a:ext cx="6934200" cy="7747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rgbClr val="FFD55D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400">
                <a:solidFill>
                  <a:schemeClr val="tx1"/>
                </a:solidFill>
              </a:rPr>
              <a:t>Relation.Attribute As Variable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98" name="Rectangle 2">
            <a:extLst>
              <a:ext uri="{FF2B5EF4-FFF2-40B4-BE49-F238E27FC236}">
                <a16:creationId xmlns:a16="http://schemas.microsoft.com/office/drawing/2014/main" id="{20635819-F619-4233-9679-ED1AC1EA06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Target Item</a:t>
            </a:r>
          </a:p>
        </p:txBody>
      </p:sp>
      <p:sp>
        <p:nvSpPr>
          <p:cNvPr id="311299" name="Rectangle 3">
            <a:extLst>
              <a:ext uri="{FF2B5EF4-FFF2-40B4-BE49-F238E27FC236}">
                <a16:creationId xmlns:a16="http://schemas.microsoft.com/office/drawing/2014/main" id="{CF244CA2-1F48-4BF5-942B-0DE6726DF4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4191000"/>
            <a:ext cx="8229600" cy="19399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 sz="5000">
                <a:ea typeface="Angsana New" panose="02020603050405020304" pitchFamily="18" charset="-34"/>
              </a:rPr>
              <a:t>ตัวอย่าง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 sz="5000">
                <a:ea typeface="Angsana New" panose="02020603050405020304" pitchFamily="18" charset="-34"/>
              </a:rPr>
              <a:t>		</a:t>
            </a:r>
            <a:r>
              <a:rPr lang="en-US" altLang="en-US" sz="5000">
                <a:ea typeface="Angsana New" panose="02020603050405020304" pitchFamily="18" charset="-34"/>
              </a:rPr>
              <a:t>SX.S# AS SNO</a:t>
            </a:r>
          </a:p>
        </p:txBody>
      </p:sp>
      <p:graphicFrame>
        <p:nvGraphicFramePr>
          <p:cNvPr id="241727" name="Group 63">
            <a:extLst>
              <a:ext uri="{FF2B5EF4-FFF2-40B4-BE49-F238E27FC236}">
                <a16:creationId xmlns:a16="http://schemas.microsoft.com/office/drawing/2014/main" id="{839F4A79-1B49-4F2D-B785-D1E878ECE5B6}"/>
              </a:ext>
            </a:extLst>
          </p:cNvPr>
          <p:cNvGraphicFramePr>
            <a:graphicFrameLocks noGrp="1"/>
          </p:cNvGraphicFramePr>
          <p:nvPr/>
        </p:nvGraphicFramePr>
        <p:xfrm>
          <a:off x="3124200" y="2362200"/>
          <a:ext cx="2722563" cy="1597025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61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706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S#</a:t>
                      </a:r>
                    </a:p>
                  </a:txBody>
                  <a:tcPr marT="37089" marB="3708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SNAME</a:t>
                      </a:r>
                    </a:p>
                  </a:txBody>
                  <a:tcPr marT="37089" marB="370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SP#</a:t>
                      </a:r>
                    </a:p>
                  </a:txBody>
                  <a:tcPr marT="37089" marB="370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98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P1</a:t>
                      </a:r>
                    </a:p>
                  </a:txBody>
                  <a:tcPr marT="37089" marB="3708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Part1</a:t>
                      </a:r>
                    </a:p>
                  </a:txBody>
                  <a:tcPr marT="37089" marB="370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S1</a:t>
                      </a:r>
                    </a:p>
                  </a:txBody>
                  <a:tcPr marT="37089" marB="370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98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P2</a:t>
                      </a:r>
                    </a:p>
                  </a:txBody>
                  <a:tcPr marT="37089" marB="3708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Part2</a:t>
                      </a:r>
                    </a:p>
                  </a:txBody>
                  <a:tcPr marT="37089" marB="370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S2</a:t>
                      </a:r>
                    </a:p>
                  </a:txBody>
                  <a:tcPr marT="37089" marB="370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11318" name="Text Box 62">
            <a:extLst>
              <a:ext uri="{FF2B5EF4-FFF2-40B4-BE49-F238E27FC236}">
                <a16:creationId xmlns:a16="http://schemas.microsoft.com/office/drawing/2014/main" id="{0CD880FD-85FB-4A44-ACDB-8D6B3FFCD0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1733550"/>
            <a:ext cx="7270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 i="1">
                <a:latin typeface="Arial" panose="020B0604020202020204" pitchFamily="34" charset="0"/>
                <a:cs typeface="Angsana New" panose="02020603050405020304" pitchFamily="18" charset="-34"/>
              </a:rPr>
              <a:t>SX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46" name="Rectangle 2">
            <a:extLst>
              <a:ext uri="{FF2B5EF4-FFF2-40B4-BE49-F238E27FC236}">
                <a16:creationId xmlns:a16="http://schemas.microsoft.com/office/drawing/2014/main" id="{3157A874-5C22-43AD-8BE5-A4D5422EB9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Target Item</a:t>
            </a:r>
          </a:p>
        </p:txBody>
      </p:sp>
      <p:sp>
        <p:nvSpPr>
          <p:cNvPr id="313347" name="Rectangle 3">
            <a:extLst>
              <a:ext uri="{FF2B5EF4-FFF2-40B4-BE49-F238E27FC236}">
                <a16:creationId xmlns:a16="http://schemas.microsoft.com/office/drawing/2014/main" id="{48E59CBF-CD4A-460C-972F-10AFF54C09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4191000"/>
            <a:ext cx="8229600" cy="19399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 sz="5000">
                <a:ea typeface="Angsana New" panose="02020603050405020304" pitchFamily="18" charset="-34"/>
              </a:rPr>
              <a:t>ตัวอย่าง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 sz="5000">
                <a:ea typeface="Angsana New" panose="02020603050405020304" pitchFamily="18" charset="-34"/>
              </a:rPr>
              <a:t>		</a:t>
            </a:r>
            <a:r>
              <a:rPr lang="en-US" altLang="en-US" sz="5000">
                <a:ea typeface="Angsana New" panose="02020603050405020304" pitchFamily="18" charset="-34"/>
              </a:rPr>
              <a:t>SX AS SUPPLIER</a:t>
            </a:r>
          </a:p>
        </p:txBody>
      </p:sp>
      <p:graphicFrame>
        <p:nvGraphicFramePr>
          <p:cNvPr id="245764" name="Group 4">
            <a:extLst>
              <a:ext uri="{FF2B5EF4-FFF2-40B4-BE49-F238E27FC236}">
                <a16:creationId xmlns:a16="http://schemas.microsoft.com/office/drawing/2014/main" id="{6EE4A4A2-24ED-40A4-B422-8DCDB67AE359}"/>
              </a:ext>
            </a:extLst>
          </p:cNvPr>
          <p:cNvGraphicFramePr>
            <a:graphicFrameLocks noGrp="1"/>
          </p:cNvGraphicFramePr>
          <p:nvPr/>
        </p:nvGraphicFramePr>
        <p:xfrm>
          <a:off x="3124200" y="2362200"/>
          <a:ext cx="2722563" cy="1571625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61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59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S#</a:t>
                      </a:r>
                    </a:p>
                  </a:txBody>
                  <a:tcPr marT="35999" marB="359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SNAME</a:t>
                      </a:r>
                    </a:p>
                  </a:txBody>
                  <a:tcPr marT="35999" marB="359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SP#</a:t>
                      </a:r>
                    </a:p>
                  </a:txBody>
                  <a:tcPr marT="35999" marB="359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7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P1</a:t>
                      </a:r>
                    </a:p>
                  </a:txBody>
                  <a:tcPr marT="35999" marB="359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Part1</a:t>
                      </a:r>
                    </a:p>
                  </a:txBody>
                  <a:tcPr marT="35999" marB="359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S1</a:t>
                      </a:r>
                    </a:p>
                  </a:txBody>
                  <a:tcPr marT="35999" marB="359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7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P2</a:t>
                      </a:r>
                    </a:p>
                  </a:txBody>
                  <a:tcPr marT="35999" marB="359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Part2</a:t>
                      </a:r>
                    </a:p>
                  </a:txBody>
                  <a:tcPr marT="35999" marB="359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S2</a:t>
                      </a:r>
                    </a:p>
                  </a:txBody>
                  <a:tcPr marT="35999" marB="359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13366" name="Text Box 22">
            <a:extLst>
              <a:ext uri="{FF2B5EF4-FFF2-40B4-BE49-F238E27FC236}">
                <a16:creationId xmlns:a16="http://schemas.microsoft.com/office/drawing/2014/main" id="{9FFC6B97-40B2-49F8-A008-98DA595417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1733550"/>
            <a:ext cx="7270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 i="1">
                <a:latin typeface="Arial" panose="020B0604020202020204" pitchFamily="34" charset="0"/>
                <a:cs typeface="Angsana New" panose="02020603050405020304" pitchFamily="18" charset="-34"/>
              </a:rPr>
              <a:t>SX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394" name="Rectangle 2">
            <a:extLst>
              <a:ext uri="{FF2B5EF4-FFF2-40B4-BE49-F238E27FC236}">
                <a16:creationId xmlns:a16="http://schemas.microsoft.com/office/drawing/2014/main" id="{A765AEC2-7642-4DCF-BC96-93CA76F3B2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Exists</a:t>
            </a:r>
          </a:p>
        </p:txBody>
      </p:sp>
      <p:sp>
        <p:nvSpPr>
          <p:cNvPr id="315395" name="Rectangle 3">
            <a:extLst>
              <a:ext uri="{FF2B5EF4-FFF2-40B4-BE49-F238E27FC236}">
                <a16:creationId xmlns:a16="http://schemas.microsoft.com/office/drawing/2014/main" id="{BF93326F-C233-427B-9D64-D48E9314B1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4191000"/>
            <a:ext cx="8229600" cy="19399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>
                <a:ea typeface="Angsana New" panose="02020603050405020304" pitchFamily="18" charset="-34"/>
              </a:rPr>
              <a:t>ตัวอย่าง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>
                <a:ea typeface="Angsana New" panose="02020603050405020304" pitchFamily="18" charset="-34"/>
              </a:rPr>
              <a:t>	</a:t>
            </a:r>
            <a:r>
              <a:rPr lang="en-US" altLang="en-US" sz="4200">
                <a:ea typeface="Angsana New" panose="02020603050405020304" pitchFamily="18" charset="-34"/>
              </a:rPr>
              <a:t>EXISTS spx(spx.sp# = sx.sp# AND sx.s# = “P2”)</a:t>
            </a:r>
          </a:p>
        </p:txBody>
      </p:sp>
      <p:sp>
        <p:nvSpPr>
          <p:cNvPr id="315396" name="Rectangle 4">
            <a:extLst>
              <a:ext uri="{FF2B5EF4-FFF2-40B4-BE49-F238E27FC236}">
                <a16:creationId xmlns:a16="http://schemas.microsoft.com/office/drawing/2014/main" id="{7D33F52F-92C3-4F54-90A1-3494E28010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 sz="5400"/>
              <a:t>รูปแบบ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400"/>
          </a:p>
        </p:txBody>
      </p:sp>
      <p:sp>
        <p:nvSpPr>
          <p:cNvPr id="315397" name="Text Box 5">
            <a:extLst>
              <a:ext uri="{FF2B5EF4-FFF2-40B4-BE49-F238E27FC236}">
                <a16:creationId xmlns:a16="http://schemas.microsoft.com/office/drawing/2014/main" id="{ADEE5A5D-8044-463F-B014-5D1197CEB5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2667000"/>
            <a:ext cx="6934200" cy="7747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rgbClr val="FFD55D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40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EXISTS variable(condition)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>
            <a:extLst>
              <a:ext uri="{FF2B5EF4-FFF2-40B4-BE49-F238E27FC236}">
                <a16:creationId xmlns:a16="http://schemas.microsoft.com/office/drawing/2014/main" id="{9EFA7A82-DDD8-4311-A385-A66A1716D1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Exists</a:t>
            </a:r>
          </a:p>
        </p:txBody>
      </p:sp>
      <p:sp>
        <p:nvSpPr>
          <p:cNvPr id="317443" name="Rectangle 3">
            <a:extLst>
              <a:ext uri="{FF2B5EF4-FFF2-40B4-BE49-F238E27FC236}">
                <a16:creationId xmlns:a16="http://schemas.microsoft.com/office/drawing/2014/main" id="{BB03357A-0F67-4760-8686-1BCA187081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4191000"/>
            <a:ext cx="8229600" cy="19399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>
                <a:ea typeface="Angsana New" panose="02020603050405020304" pitchFamily="18" charset="-34"/>
              </a:rPr>
              <a:t>ตัวอย่าง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>
                <a:ea typeface="Angsana New" panose="02020603050405020304" pitchFamily="18" charset="-34"/>
              </a:rPr>
              <a:t>	</a:t>
            </a:r>
            <a:r>
              <a:rPr lang="en-US" altLang="en-US" sz="4200">
                <a:ea typeface="Angsana New" panose="02020603050405020304" pitchFamily="18" charset="-34"/>
              </a:rPr>
              <a:t>EXISTS spx(spx.sp# = sx.sp# AND sx.s# = “P2”)</a:t>
            </a:r>
          </a:p>
        </p:txBody>
      </p:sp>
      <p:graphicFrame>
        <p:nvGraphicFramePr>
          <p:cNvPr id="243718" name="Group 6">
            <a:extLst>
              <a:ext uri="{FF2B5EF4-FFF2-40B4-BE49-F238E27FC236}">
                <a16:creationId xmlns:a16="http://schemas.microsoft.com/office/drawing/2014/main" id="{676B536A-75F2-4346-9A3E-687151360DA1}"/>
              </a:ext>
            </a:extLst>
          </p:cNvPr>
          <p:cNvGraphicFramePr>
            <a:graphicFrameLocks noGrp="1"/>
          </p:cNvGraphicFramePr>
          <p:nvPr/>
        </p:nvGraphicFramePr>
        <p:xfrm>
          <a:off x="1219200" y="2590800"/>
          <a:ext cx="3200400" cy="1463675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6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9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8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SP#</a:t>
                      </a:r>
                    </a:p>
                  </a:txBody>
                  <a:tcPr marT="25236" marB="252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PNAME</a:t>
                      </a: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CITY</a:t>
                      </a: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8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S1</a:t>
                      </a:r>
                    </a:p>
                  </a:txBody>
                  <a:tcPr marT="25236" marB="252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Spplier1</a:t>
                      </a: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Bangkok</a:t>
                      </a: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8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S2</a:t>
                      </a:r>
                    </a:p>
                  </a:txBody>
                  <a:tcPr marT="25236" marB="252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Supplier2</a:t>
                      </a: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Korat</a:t>
                      </a: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17462" name="Text Box 24">
            <a:extLst>
              <a:ext uri="{FF2B5EF4-FFF2-40B4-BE49-F238E27FC236}">
                <a16:creationId xmlns:a16="http://schemas.microsoft.com/office/drawing/2014/main" id="{79E3E5E0-8024-42FB-8C41-6C3AC16BFE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1919288"/>
            <a:ext cx="99853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 i="1">
                <a:latin typeface="Arial" panose="020B0604020202020204" pitchFamily="34" charset="0"/>
                <a:cs typeface="Angsana New" panose="02020603050405020304" pitchFamily="18" charset="-34"/>
              </a:rPr>
              <a:t>SPX</a:t>
            </a:r>
          </a:p>
        </p:txBody>
      </p:sp>
      <p:graphicFrame>
        <p:nvGraphicFramePr>
          <p:cNvPr id="243756" name="Group 44">
            <a:extLst>
              <a:ext uri="{FF2B5EF4-FFF2-40B4-BE49-F238E27FC236}">
                <a16:creationId xmlns:a16="http://schemas.microsoft.com/office/drawing/2014/main" id="{7A409EDD-787F-4EF1-91E8-6D0F09F62ED1}"/>
              </a:ext>
            </a:extLst>
          </p:cNvPr>
          <p:cNvGraphicFramePr>
            <a:graphicFrameLocks noGrp="1"/>
          </p:cNvGraphicFramePr>
          <p:nvPr/>
        </p:nvGraphicFramePr>
        <p:xfrm>
          <a:off x="5638800" y="2590800"/>
          <a:ext cx="2722563" cy="1597025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61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706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S#</a:t>
                      </a:r>
                    </a:p>
                  </a:txBody>
                  <a:tcPr marT="37089" marB="3708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SNAME</a:t>
                      </a:r>
                    </a:p>
                  </a:txBody>
                  <a:tcPr marT="37089" marB="370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SP#</a:t>
                      </a:r>
                    </a:p>
                  </a:txBody>
                  <a:tcPr marT="37089" marB="370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98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P1</a:t>
                      </a:r>
                    </a:p>
                  </a:txBody>
                  <a:tcPr marT="37089" marB="3708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Part1</a:t>
                      </a:r>
                    </a:p>
                  </a:txBody>
                  <a:tcPr marT="37089" marB="370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S1</a:t>
                      </a:r>
                    </a:p>
                  </a:txBody>
                  <a:tcPr marT="37089" marB="370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98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P2</a:t>
                      </a:r>
                    </a:p>
                  </a:txBody>
                  <a:tcPr marT="37089" marB="3708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Part2</a:t>
                      </a:r>
                    </a:p>
                  </a:txBody>
                  <a:tcPr marT="37089" marB="370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S2</a:t>
                      </a:r>
                    </a:p>
                  </a:txBody>
                  <a:tcPr marT="37089" marB="370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17481" name="Text Box 62">
            <a:extLst>
              <a:ext uri="{FF2B5EF4-FFF2-40B4-BE49-F238E27FC236}">
                <a16:creationId xmlns:a16="http://schemas.microsoft.com/office/drawing/2014/main" id="{FF461C28-3BDC-4667-8B8F-39A2799064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1962150"/>
            <a:ext cx="7270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 i="1">
                <a:latin typeface="Arial" panose="020B0604020202020204" pitchFamily="34" charset="0"/>
                <a:cs typeface="Angsana New" panose="02020603050405020304" pitchFamily="18" charset="-34"/>
              </a:rPr>
              <a:t>SX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90" name="Rectangle 2">
            <a:extLst>
              <a:ext uri="{FF2B5EF4-FFF2-40B4-BE49-F238E27FC236}">
                <a16:creationId xmlns:a16="http://schemas.microsoft.com/office/drawing/2014/main" id="{88A69401-FD3D-455A-80D4-BD893557A9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Exists</a:t>
            </a:r>
          </a:p>
        </p:txBody>
      </p:sp>
      <p:sp>
        <p:nvSpPr>
          <p:cNvPr id="319491" name="Rectangle 3">
            <a:extLst>
              <a:ext uri="{FF2B5EF4-FFF2-40B4-BE49-F238E27FC236}">
                <a16:creationId xmlns:a16="http://schemas.microsoft.com/office/drawing/2014/main" id="{EDE87D4C-34F9-459C-9F4D-3654C92489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4191000"/>
            <a:ext cx="8229600" cy="19399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>
                <a:ea typeface="Angsana New" panose="02020603050405020304" pitchFamily="18" charset="-34"/>
              </a:rPr>
              <a:t>ตัวอย่าง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>
                <a:ea typeface="Angsana New" panose="02020603050405020304" pitchFamily="18" charset="-34"/>
              </a:rPr>
              <a:t>	</a:t>
            </a:r>
            <a:r>
              <a:rPr lang="en-US" altLang="en-US" sz="4200">
                <a:ea typeface="Angsana New" panose="02020603050405020304" pitchFamily="18" charset="-34"/>
              </a:rPr>
              <a:t>EXISTS spx(spx.sp# = sx.sp# AND sx.s# = “P2”)</a:t>
            </a:r>
          </a:p>
        </p:txBody>
      </p:sp>
      <p:graphicFrame>
        <p:nvGraphicFramePr>
          <p:cNvPr id="260100" name="Group 4">
            <a:extLst>
              <a:ext uri="{FF2B5EF4-FFF2-40B4-BE49-F238E27FC236}">
                <a16:creationId xmlns:a16="http://schemas.microsoft.com/office/drawing/2014/main" id="{0D1F2EE1-4F39-4486-8A06-BD511CADCE44}"/>
              </a:ext>
            </a:extLst>
          </p:cNvPr>
          <p:cNvGraphicFramePr>
            <a:graphicFrameLocks noGrp="1"/>
          </p:cNvGraphicFramePr>
          <p:nvPr/>
        </p:nvGraphicFramePr>
        <p:xfrm>
          <a:off x="4572000" y="2590800"/>
          <a:ext cx="3200400" cy="1316038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6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9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67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SP#</a:t>
                      </a:r>
                    </a:p>
                  </a:txBody>
                  <a:tcPr marT="25222" marB="252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PNAME</a:t>
                      </a:r>
                    </a:p>
                  </a:txBody>
                  <a:tcPr marT="25222" marB="252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CITY</a:t>
                      </a:r>
                    </a:p>
                  </a:txBody>
                  <a:tcPr marT="25222" marB="252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67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S1</a:t>
                      </a:r>
                    </a:p>
                  </a:txBody>
                  <a:tcPr marT="25222" marB="252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Spplier1</a:t>
                      </a:r>
                    </a:p>
                  </a:txBody>
                  <a:tcPr marT="25222" marB="252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Bangkok</a:t>
                      </a:r>
                    </a:p>
                  </a:txBody>
                  <a:tcPr marT="25222" marB="252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67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S2</a:t>
                      </a:r>
                    </a:p>
                  </a:txBody>
                  <a:tcPr marT="25222" marB="252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Supplier2</a:t>
                      </a:r>
                    </a:p>
                  </a:txBody>
                  <a:tcPr marT="25222" marB="252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Korat</a:t>
                      </a:r>
                    </a:p>
                  </a:txBody>
                  <a:tcPr marT="25222" marB="252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19510" name="Text Box 22">
            <a:extLst>
              <a:ext uri="{FF2B5EF4-FFF2-40B4-BE49-F238E27FC236}">
                <a16:creationId xmlns:a16="http://schemas.microsoft.com/office/drawing/2014/main" id="{D0488D4A-F43B-4CFA-A021-D549EB5583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1919288"/>
            <a:ext cx="99853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 i="1">
                <a:latin typeface="Arial" panose="020B0604020202020204" pitchFamily="34" charset="0"/>
                <a:cs typeface="Angsana New" panose="02020603050405020304" pitchFamily="18" charset="-34"/>
              </a:rPr>
              <a:t>SPX</a:t>
            </a:r>
          </a:p>
        </p:txBody>
      </p:sp>
      <p:graphicFrame>
        <p:nvGraphicFramePr>
          <p:cNvPr id="260140" name="Group 44">
            <a:extLst>
              <a:ext uri="{FF2B5EF4-FFF2-40B4-BE49-F238E27FC236}">
                <a16:creationId xmlns:a16="http://schemas.microsoft.com/office/drawing/2014/main" id="{488511AE-CB89-405D-9E3F-B4D51486F931}"/>
              </a:ext>
            </a:extLst>
          </p:cNvPr>
          <p:cNvGraphicFramePr>
            <a:graphicFrameLocks noGrp="1"/>
          </p:cNvGraphicFramePr>
          <p:nvPr/>
        </p:nvGraphicFramePr>
        <p:xfrm>
          <a:off x="1828800" y="2590800"/>
          <a:ext cx="2722563" cy="1316038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61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67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S#</a:t>
                      </a:r>
                    </a:p>
                  </a:txBody>
                  <a:tcPr marT="36542" marB="3654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SNAME</a:t>
                      </a:r>
                    </a:p>
                  </a:txBody>
                  <a:tcPr marT="36542" marB="365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SP#</a:t>
                      </a:r>
                    </a:p>
                  </a:txBody>
                  <a:tcPr marT="36542" marB="365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67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P1</a:t>
                      </a:r>
                    </a:p>
                  </a:txBody>
                  <a:tcPr marT="36542" marB="3654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Part1</a:t>
                      </a:r>
                    </a:p>
                  </a:txBody>
                  <a:tcPr marT="36542" marB="365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S1</a:t>
                      </a:r>
                    </a:p>
                  </a:txBody>
                  <a:tcPr marT="36542" marB="365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67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P2</a:t>
                      </a:r>
                    </a:p>
                  </a:txBody>
                  <a:tcPr marT="36542" marB="3654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Part2</a:t>
                      </a:r>
                    </a:p>
                  </a:txBody>
                  <a:tcPr marT="36542" marB="365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S2</a:t>
                      </a:r>
                    </a:p>
                  </a:txBody>
                  <a:tcPr marT="36542" marB="365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19529" name="Text Box 41">
            <a:extLst>
              <a:ext uri="{FF2B5EF4-FFF2-40B4-BE49-F238E27FC236}">
                <a16:creationId xmlns:a16="http://schemas.microsoft.com/office/drawing/2014/main" id="{BBF3F63A-B50D-4031-A8DE-5F5BC7A0DB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981200"/>
            <a:ext cx="7270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 i="1">
                <a:latin typeface="Arial" panose="020B0604020202020204" pitchFamily="34" charset="0"/>
                <a:cs typeface="Angsana New" panose="02020603050405020304" pitchFamily="18" charset="-34"/>
              </a:rPr>
              <a:t>SX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8" name="Rectangle 2">
            <a:extLst>
              <a:ext uri="{FF2B5EF4-FFF2-40B4-BE49-F238E27FC236}">
                <a16:creationId xmlns:a16="http://schemas.microsoft.com/office/drawing/2014/main" id="{F03B27CB-A6BA-4A64-861D-1FA1E44E4C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For All</a:t>
            </a:r>
          </a:p>
        </p:txBody>
      </p:sp>
      <p:sp>
        <p:nvSpPr>
          <p:cNvPr id="321539" name="Rectangle 3">
            <a:extLst>
              <a:ext uri="{FF2B5EF4-FFF2-40B4-BE49-F238E27FC236}">
                <a16:creationId xmlns:a16="http://schemas.microsoft.com/office/drawing/2014/main" id="{F2404DF0-3443-41A5-A44E-E526185D23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4191000"/>
            <a:ext cx="8229600" cy="19399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 sz="5000">
                <a:ea typeface="Angsana New" panose="02020603050405020304" pitchFamily="18" charset="-34"/>
              </a:rPr>
              <a:t>ตัวอย่าง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 sz="5000">
                <a:ea typeface="Angsana New" panose="02020603050405020304" pitchFamily="18" charset="-34"/>
              </a:rPr>
              <a:t>	</a:t>
            </a:r>
            <a:r>
              <a:rPr lang="en-US" altLang="en-US">
                <a:ea typeface="Angsana New" panose="02020603050405020304" pitchFamily="18" charset="-34"/>
              </a:rPr>
              <a:t>FORALL px(px.color = “Red”)</a:t>
            </a:r>
          </a:p>
        </p:txBody>
      </p:sp>
      <p:sp>
        <p:nvSpPr>
          <p:cNvPr id="321540" name="Rectangle 4">
            <a:extLst>
              <a:ext uri="{FF2B5EF4-FFF2-40B4-BE49-F238E27FC236}">
                <a16:creationId xmlns:a16="http://schemas.microsoft.com/office/drawing/2014/main" id="{368AEB6D-6413-4FAD-97EA-C2402FA0F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 sz="5400"/>
              <a:t>รูปแบบ</a:t>
            </a:r>
            <a:endParaRPr lang="th-TH" altLang="en-US" sz="500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/>
          </a:p>
        </p:txBody>
      </p:sp>
      <p:sp>
        <p:nvSpPr>
          <p:cNvPr id="321541" name="Text Box 5">
            <a:extLst>
              <a:ext uri="{FF2B5EF4-FFF2-40B4-BE49-F238E27FC236}">
                <a16:creationId xmlns:a16="http://schemas.microsoft.com/office/drawing/2014/main" id="{69D3B83C-1F1A-4748-AE96-C576BD0E51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2667000"/>
            <a:ext cx="6934200" cy="7747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rgbClr val="FFD55D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400">
                <a:solidFill>
                  <a:schemeClr val="tx1"/>
                </a:solidFill>
              </a:rPr>
              <a:t>FORALL relation(condition)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86" name="Rectangle 2">
            <a:extLst>
              <a:ext uri="{FF2B5EF4-FFF2-40B4-BE49-F238E27FC236}">
                <a16:creationId xmlns:a16="http://schemas.microsoft.com/office/drawing/2014/main" id="{849484F1-830B-4E8F-9F64-CE36EA145C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For All</a:t>
            </a:r>
          </a:p>
        </p:txBody>
      </p:sp>
      <p:sp>
        <p:nvSpPr>
          <p:cNvPr id="323587" name="Rectangle 3">
            <a:extLst>
              <a:ext uri="{FF2B5EF4-FFF2-40B4-BE49-F238E27FC236}">
                <a16:creationId xmlns:a16="http://schemas.microsoft.com/office/drawing/2014/main" id="{4E4F5D2F-E637-4D2F-A2C6-9F1CF10A4F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4191000"/>
            <a:ext cx="8229600" cy="19399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 sz="5000">
                <a:ea typeface="Angsana New" panose="02020603050405020304" pitchFamily="18" charset="-34"/>
              </a:rPr>
              <a:t>ตัวอย่าง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 sz="5000">
                <a:ea typeface="Angsana New" panose="02020603050405020304" pitchFamily="18" charset="-34"/>
              </a:rPr>
              <a:t>	</a:t>
            </a:r>
            <a:r>
              <a:rPr lang="en-US" altLang="en-US">
                <a:ea typeface="Angsana New" panose="02020603050405020304" pitchFamily="18" charset="-34"/>
              </a:rPr>
              <a:t>FORALL px(px.color = “Red”)</a:t>
            </a:r>
          </a:p>
        </p:txBody>
      </p:sp>
      <p:graphicFrame>
        <p:nvGraphicFramePr>
          <p:cNvPr id="236550" name="Group 6">
            <a:extLst>
              <a:ext uri="{FF2B5EF4-FFF2-40B4-BE49-F238E27FC236}">
                <a16:creationId xmlns:a16="http://schemas.microsoft.com/office/drawing/2014/main" id="{2840CB44-2B80-4BD5-BB1D-C62841025ED9}"/>
              </a:ext>
            </a:extLst>
          </p:cNvPr>
          <p:cNvGraphicFramePr>
            <a:graphicFrameLocks noGrp="1"/>
          </p:cNvGraphicFramePr>
          <p:nvPr/>
        </p:nvGraphicFramePr>
        <p:xfrm>
          <a:off x="3200400" y="2514600"/>
          <a:ext cx="2895600" cy="1463675"/>
        </p:xfrm>
        <a:graphic>
          <a:graphicData uri="http://schemas.openxmlformats.org/drawingml/2006/table">
            <a:tbl>
              <a:tblPr/>
              <a:tblGrid>
                <a:gridCol w="709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05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8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PX#</a:t>
                      </a:r>
                    </a:p>
                  </a:txBody>
                  <a:tcPr marT="25236" marB="252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Color</a:t>
                      </a: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QTY</a:t>
                      </a: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8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PX1</a:t>
                      </a:r>
                    </a:p>
                  </a:txBody>
                  <a:tcPr marT="25236" marB="252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Red</a:t>
                      </a: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200</a:t>
                      </a: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8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PX2</a:t>
                      </a:r>
                    </a:p>
                  </a:txBody>
                  <a:tcPr marT="25236" marB="252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Blue</a:t>
                      </a: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10</a:t>
                      </a: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23606" name="Text Box 24">
            <a:extLst>
              <a:ext uri="{FF2B5EF4-FFF2-40B4-BE49-F238E27FC236}">
                <a16:creationId xmlns:a16="http://schemas.microsoft.com/office/drawing/2014/main" id="{318A3C10-80BA-4E1E-ABE3-C397FACF1F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1885950"/>
            <a:ext cx="7270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 i="1">
                <a:latin typeface="Arial" panose="020B0604020202020204" pitchFamily="34" charset="0"/>
                <a:cs typeface="Angsana New" panose="02020603050405020304" pitchFamily="18" charset="-34"/>
              </a:rPr>
              <a:t>PX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4" name="Rectangle 2">
            <a:extLst>
              <a:ext uri="{FF2B5EF4-FFF2-40B4-BE49-F238E27FC236}">
                <a16:creationId xmlns:a16="http://schemas.microsoft.com/office/drawing/2014/main" id="{20605051-58C5-4E45-9BBF-E74C88CE3F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Function</a:t>
            </a:r>
          </a:p>
        </p:txBody>
      </p:sp>
      <p:sp>
        <p:nvSpPr>
          <p:cNvPr id="325635" name="Rectangle 3">
            <a:extLst>
              <a:ext uri="{FF2B5EF4-FFF2-40B4-BE49-F238E27FC236}">
                <a16:creationId xmlns:a16="http://schemas.microsoft.com/office/drawing/2014/main" id="{4050EE6C-B3AC-42A1-A160-906F70E9DA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4191000"/>
            <a:ext cx="8229600" cy="19399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 sz="5000">
                <a:ea typeface="Angsana New" panose="02020603050405020304" pitchFamily="18" charset="-34"/>
              </a:rPr>
              <a:t>ตัวอย่าง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 sz="5000">
                <a:ea typeface="Angsana New" panose="02020603050405020304" pitchFamily="18" charset="-34"/>
              </a:rPr>
              <a:t>	</a:t>
            </a:r>
            <a:r>
              <a:rPr lang="en-US" altLang="en-US" sz="5000">
                <a:ea typeface="Angsana New" panose="02020603050405020304" pitchFamily="18" charset="-34"/>
              </a:rPr>
              <a:t>SUM</a:t>
            </a:r>
            <a:r>
              <a:rPr lang="en-US" altLang="en-US">
                <a:ea typeface="Angsana New" panose="02020603050405020304" pitchFamily="18" charset="-34"/>
              </a:rPr>
              <a:t>(spx.qty)</a:t>
            </a:r>
          </a:p>
        </p:txBody>
      </p:sp>
      <p:sp>
        <p:nvSpPr>
          <p:cNvPr id="325636" name="Rectangle 4">
            <a:extLst>
              <a:ext uri="{FF2B5EF4-FFF2-40B4-BE49-F238E27FC236}">
                <a16:creationId xmlns:a16="http://schemas.microsoft.com/office/drawing/2014/main" id="{86592534-3211-41A2-A51E-BB54C9C606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 sz="5400"/>
              <a:t>รูปแบบ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500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325637" name="Text Box 5">
            <a:extLst>
              <a:ext uri="{FF2B5EF4-FFF2-40B4-BE49-F238E27FC236}">
                <a16:creationId xmlns:a16="http://schemas.microsoft.com/office/drawing/2014/main" id="{5A4979EA-0C9D-4F6A-A10E-33F9798C4A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2667000"/>
            <a:ext cx="6934200" cy="7747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rgbClr val="FFD55D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400">
                <a:solidFill>
                  <a:schemeClr val="tx1"/>
                </a:solidFill>
              </a:rPr>
              <a:t>FUNCTION(expression)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82" name="Rectangle 2">
            <a:extLst>
              <a:ext uri="{FF2B5EF4-FFF2-40B4-BE49-F238E27FC236}">
                <a16:creationId xmlns:a16="http://schemas.microsoft.com/office/drawing/2014/main" id="{28A67E38-7D4A-473F-BEF8-DB3F72FD1C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Function</a:t>
            </a:r>
          </a:p>
        </p:txBody>
      </p:sp>
      <p:sp>
        <p:nvSpPr>
          <p:cNvPr id="327683" name="Rectangle 3">
            <a:extLst>
              <a:ext uri="{FF2B5EF4-FFF2-40B4-BE49-F238E27FC236}">
                <a16:creationId xmlns:a16="http://schemas.microsoft.com/office/drawing/2014/main" id="{A7892404-3D16-4AE4-A372-46EC7E8B4D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4191000"/>
            <a:ext cx="8229600" cy="19399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 sz="5000">
                <a:ea typeface="Angsana New" panose="02020603050405020304" pitchFamily="18" charset="-34"/>
              </a:rPr>
              <a:t>ตัวอย่าง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 sz="5000">
                <a:ea typeface="Angsana New" panose="02020603050405020304" pitchFamily="18" charset="-34"/>
              </a:rPr>
              <a:t>	</a:t>
            </a:r>
            <a:r>
              <a:rPr lang="en-US" altLang="en-US" sz="5000">
                <a:ea typeface="Angsana New" panose="02020603050405020304" pitchFamily="18" charset="-34"/>
              </a:rPr>
              <a:t>SUM</a:t>
            </a:r>
            <a:r>
              <a:rPr lang="en-US" altLang="en-US">
                <a:ea typeface="Angsana New" panose="02020603050405020304" pitchFamily="18" charset="-34"/>
              </a:rPr>
              <a:t>(px.qty)</a:t>
            </a:r>
          </a:p>
        </p:txBody>
      </p:sp>
      <p:graphicFrame>
        <p:nvGraphicFramePr>
          <p:cNvPr id="247814" name="Group 6">
            <a:extLst>
              <a:ext uri="{FF2B5EF4-FFF2-40B4-BE49-F238E27FC236}">
                <a16:creationId xmlns:a16="http://schemas.microsoft.com/office/drawing/2014/main" id="{F719A408-61AE-4874-B6FB-5EE424E2EC78}"/>
              </a:ext>
            </a:extLst>
          </p:cNvPr>
          <p:cNvGraphicFramePr>
            <a:graphicFrameLocks noGrp="1"/>
          </p:cNvGraphicFramePr>
          <p:nvPr/>
        </p:nvGraphicFramePr>
        <p:xfrm>
          <a:off x="3352800" y="2667000"/>
          <a:ext cx="2895600" cy="1463675"/>
        </p:xfrm>
        <a:graphic>
          <a:graphicData uri="http://schemas.openxmlformats.org/drawingml/2006/table">
            <a:tbl>
              <a:tblPr/>
              <a:tblGrid>
                <a:gridCol w="709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05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8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PX#</a:t>
                      </a:r>
                    </a:p>
                  </a:txBody>
                  <a:tcPr marT="25236" marB="252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Color</a:t>
                      </a: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QTY</a:t>
                      </a: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8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PX1</a:t>
                      </a:r>
                    </a:p>
                  </a:txBody>
                  <a:tcPr marT="25236" marB="252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Red</a:t>
                      </a: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200</a:t>
                      </a: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8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PX2</a:t>
                      </a:r>
                    </a:p>
                  </a:txBody>
                  <a:tcPr marT="25236" marB="252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Blue</a:t>
                      </a: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10</a:t>
                      </a: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27702" name="Text Box 24">
            <a:extLst>
              <a:ext uri="{FF2B5EF4-FFF2-40B4-BE49-F238E27FC236}">
                <a16:creationId xmlns:a16="http://schemas.microsoft.com/office/drawing/2014/main" id="{D7FFDE3D-E9BE-410D-9A97-9B833D4403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2038350"/>
            <a:ext cx="7270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 i="1">
                <a:latin typeface="Arial" panose="020B0604020202020204" pitchFamily="34" charset="0"/>
                <a:cs typeface="Angsana New" panose="02020603050405020304" pitchFamily="18" charset="-34"/>
              </a:rPr>
              <a:t>PX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730" name="Rectangle 2">
            <a:extLst>
              <a:ext uri="{FF2B5EF4-FFF2-40B4-BE49-F238E27FC236}">
                <a16:creationId xmlns:a16="http://schemas.microsoft.com/office/drawing/2014/main" id="{9B442265-9330-4381-9F84-1F80804AFD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Function</a:t>
            </a:r>
          </a:p>
        </p:txBody>
      </p:sp>
      <p:sp>
        <p:nvSpPr>
          <p:cNvPr id="329731" name="Rectangle 3">
            <a:extLst>
              <a:ext uri="{FF2B5EF4-FFF2-40B4-BE49-F238E27FC236}">
                <a16:creationId xmlns:a16="http://schemas.microsoft.com/office/drawing/2014/main" id="{024BE507-E422-4BA7-95C1-E254BDCEDF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4191000"/>
            <a:ext cx="8229600" cy="19399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 sz="5000">
                <a:ea typeface="Angsana New" panose="02020603050405020304" pitchFamily="18" charset="-34"/>
              </a:rPr>
              <a:t>ตัวอย่าง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 sz="5000">
                <a:ea typeface="Angsana New" panose="02020603050405020304" pitchFamily="18" charset="-34"/>
              </a:rPr>
              <a:t>	</a:t>
            </a:r>
            <a:r>
              <a:rPr lang="en-US" altLang="en-US" sz="5000">
                <a:ea typeface="Angsana New" panose="02020603050405020304" pitchFamily="18" charset="-34"/>
              </a:rPr>
              <a:t>AVG</a:t>
            </a:r>
            <a:r>
              <a:rPr lang="en-US" altLang="en-US">
                <a:ea typeface="Angsana New" panose="02020603050405020304" pitchFamily="18" charset="-34"/>
              </a:rPr>
              <a:t>(px.qty)</a:t>
            </a:r>
          </a:p>
        </p:txBody>
      </p:sp>
      <p:graphicFrame>
        <p:nvGraphicFramePr>
          <p:cNvPr id="248836" name="Group 4">
            <a:extLst>
              <a:ext uri="{FF2B5EF4-FFF2-40B4-BE49-F238E27FC236}">
                <a16:creationId xmlns:a16="http://schemas.microsoft.com/office/drawing/2014/main" id="{05F4CDC3-F81F-41D0-845B-EADD9D65A1F7}"/>
              </a:ext>
            </a:extLst>
          </p:cNvPr>
          <p:cNvGraphicFramePr>
            <a:graphicFrameLocks noGrp="1"/>
          </p:cNvGraphicFramePr>
          <p:nvPr/>
        </p:nvGraphicFramePr>
        <p:xfrm>
          <a:off x="3352800" y="2667000"/>
          <a:ext cx="2895600" cy="1463675"/>
        </p:xfrm>
        <a:graphic>
          <a:graphicData uri="http://schemas.openxmlformats.org/drawingml/2006/table">
            <a:tbl>
              <a:tblPr/>
              <a:tblGrid>
                <a:gridCol w="709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05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8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PX#</a:t>
                      </a:r>
                    </a:p>
                  </a:txBody>
                  <a:tcPr marT="25236" marB="252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Color</a:t>
                      </a: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QTY</a:t>
                      </a: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8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PX1</a:t>
                      </a:r>
                    </a:p>
                  </a:txBody>
                  <a:tcPr marT="25236" marB="252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Red</a:t>
                      </a: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200</a:t>
                      </a: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8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PX2</a:t>
                      </a:r>
                    </a:p>
                  </a:txBody>
                  <a:tcPr marT="25236" marB="252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Blue</a:t>
                      </a: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10</a:t>
                      </a: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29750" name="Text Box 22">
            <a:extLst>
              <a:ext uri="{FF2B5EF4-FFF2-40B4-BE49-F238E27FC236}">
                <a16:creationId xmlns:a16="http://schemas.microsoft.com/office/drawing/2014/main" id="{4A8B83E8-1172-4E18-8193-05174C89E1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2038350"/>
            <a:ext cx="7270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 i="1">
                <a:latin typeface="Arial" panose="020B0604020202020204" pitchFamily="34" charset="0"/>
                <a:cs typeface="Angsana New" panose="02020603050405020304" pitchFamily="18" charset="-34"/>
              </a:rPr>
              <a:t>PX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78" name="Rectangle 2">
            <a:extLst>
              <a:ext uri="{FF2B5EF4-FFF2-40B4-BE49-F238E27FC236}">
                <a16:creationId xmlns:a16="http://schemas.microsoft.com/office/drawing/2014/main" id="{36AED42E-CD29-4175-B55B-990015A28D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Function</a:t>
            </a:r>
          </a:p>
        </p:txBody>
      </p:sp>
      <p:sp>
        <p:nvSpPr>
          <p:cNvPr id="331779" name="Rectangle 3">
            <a:extLst>
              <a:ext uri="{FF2B5EF4-FFF2-40B4-BE49-F238E27FC236}">
                <a16:creationId xmlns:a16="http://schemas.microsoft.com/office/drawing/2014/main" id="{5E25A0F6-8BF8-4118-8109-F72920B5E3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4191000"/>
            <a:ext cx="8229600" cy="19399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 sz="5000">
                <a:ea typeface="Angsana New" panose="02020603050405020304" pitchFamily="18" charset="-34"/>
              </a:rPr>
              <a:t>ตัวอย่าง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 sz="5000">
                <a:ea typeface="Angsana New" panose="02020603050405020304" pitchFamily="18" charset="-34"/>
              </a:rPr>
              <a:t>	</a:t>
            </a:r>
            <a:r>
              <a:rPr lang="en-US" altLang="en-US" sz="5000">
                <a:ea typeface="Angsana New" panose="02020603050405020304" pitchFamily="18" charset="-34"/>
              </a:rPr>
              <a:t>MAX</a:t>
            </a:r>
            <a:r>
              <a:rPr lang="en-US" altLang="en-US">
                <a:ea typeface="Angsana New" panose="02020603050405020304" pitchFamily="18" charset="-34"/>
              </a:rPr>
              <a:t>(px.qty)</a:t>
            </a:r>
          </a:p>
        </p:txBody>
      </p:sp>
      <p:graphicFrame>
        <p:nvGraphicFramePr>
          <p:cNvPr id="249860" name="Group 4">
            <a:extLst>
              <a:ext uri="{FF2B5EF4-FFF2-40B4-BE49-F238E27FC236}">
                <a16:creationId xmlns:a16="http://schemas.microsoft.com/office/drawing/2014/main" id="{6412B5DD-F4F3-4077-AA5B-0CD4CF7CC412}"/>
              </a:ext>
            </a:extLst>
          </p:cNvPr>
          <p:cNvGraphicFramePr>
            <a:graphicFrameLocks noGrp="1"/>
          </p:cNvGraphicFramePr>
          <p:nvPr/>
        </p:nvGraphicFramePr>
        <p:xfrm>
          <a:off x="3352800" y="2667000"/>
          <a:ext cx="2895600" cy="1463675"/>
        </p:xfrm>
        <a:graphic>
          <a:graphicData uri="http://schemas.openxmlformats.org/drawingml/2006/table">
            <a:tbl>
              <a:tblPr/>
              <a:tblGrid>
                <a:gridCol w="709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05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8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PX#</a:t>
                      </a:r>
                    </a:p>
                  </a:txBody>
                  <a:tcPr marT="25236" marB="252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Color</a:t>
                      </a: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QTY</a:t>
                      </a: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8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PX1</a:t>
                      </a:r>
                    </a:p>
                  </a:txBody>
                  <a:tcPr marT="25236" marB="252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Red</a:t>
                      </a: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200</a:t>
                      </a: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8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PX2</a:t>
                      </a:r>
                    </a:p>
                  </a:txBody>
                  <a:tcPr marT="25236" marB="252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Blue</a:t>
                      </a: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10</a:t>
                      </a: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31798" name="Text Box 22">
            <a:extLst>
              <a:ext uri="{FF2B5EF4-FFF2-40B4-BE49-F238E27FC236}">
                <a16:creationId xmlns:a16="http://schemas.microsoft.com/office/drawing/2014/main" id="{1AD195F8-CE1F-4F6C-9FB5-EAA44F2F54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2038350"/>
            <a:ext cx="7270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 i="1">
                <a:latin typeface="Arial" panose="020B0604020202020204" pitchFamily="34" charset="0"/>
                <a:cs typeface="Angsana New" panose="02020603050405020304" pitchFamily="18" charset="-34"/>
              </a:rPr>
              <a:t>PX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26" name="Rectangle 2">
            <a:extLst>
              <a:ext uri="{FF2B5EF4-FFF2-40B4-BE49-F238E27FC236}">
                <a16:creationId xmlns:a16="http://schemas.microsoft.com/office/drawing/2014/main" id="{ACCDFBE4-039B-4EB6-AA6E-C2148FDB69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anose="02020603050405020304" pitchFamily="18" charset="-34"/>
              </a:rPr>
              <a:t>Function</a:t>
            </a:r>
          </a:p>
        </p:txBody>
      </p:sp>
      <p:sp>
        <p:nvSpPr>
          <p:cNvPr id="333827" name="Rectangle 3">
            <a:extLst>
              <a:ext uri="{FF2B5EF4-FFF2-40B4-BE49-F238E27FC236}">
                <a16:creationId xmlns:a16="http://schemas.microsoft.com/office/drawing/2014/main" id="{86B30B5D-8B3B-4BD0-9F40-2BF38EF410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4191000"/>
            <a:ext cx="8229600" cy="19399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 sz="5000">
                <a:ea typeface="Angsana New" panose="02020603050405020304" pitchFamily="18" charset="-34"/>
              </a:rPr>
              <a:t>ตัวอย่าง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altLang="en-US" sz="5000">
                <a:ea typeface="Angsana New" panose="02020603050405020304" pitchFamily="18" charset="-34"/>
              </a:rPr>
              <a:t>	</a:t>
            </a:r>
            <a:r>
              <a:rPr lang="en-US" altLang="en-US" sz="5000">
                <a:ea typeface="Angsana New" panose="02020603050405020304" pitchFamily="18" charset="-34"/>
              </a:rPr>
              <a:t>MIN</a:t>
            </a:r>
            <a:r>
              <a:rPr lang="en-US" altLang="en-US">
                <a:ea typeface="Angsana New" panose="02020603050405020304" pitchFamily="18" charset="-34"/>
              </a:rPr>
              <a:t>(px.qty)</a:t>
            </a:r>
          </a:p>
        </p:txBody>
      </p:sp>
      <p:graphicFrame>
        <p:nvGraphicFramePr>
          <p:cNvPr id="250884" name="Group 4">
            <a:extLst>
              <a:ext uri="{FF2B5EF4-FFF2-40B4-BE49-F238E27FC236}">
                <a16:creationId xmlns:a16="http://schemas.microsoft.com/office/drawing/2014/main" id="{4FF73012-3764-4CBE-8307-A7D8C330C85D}"/>
              </a:ext>
            </a:extLst>
          </p:cNvPr>
          <p:cNvGraphicFramePr>
            <a:graphicFrameLocks noGrp="1"/>
          </p:cNvGraphicFramePr>
          <p:nvPr/>
        </p:nvGraphicFramePr>
        <p:xfrm>
          <a:off x="3352800" y="2667000"/>
          <a:ext cx="2895600" cy="1463675"/>
        </p:xfrm>
        <a:graphic>
          <a:graphicData uri="http://schemas.openxmlformats.org/drawingml/2006/table">
            <a:tbl>
              <a:tblPr/>
              <a:tblGrid>
                <a:gridCol w="709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05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8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PX#</a:t>
                      </a:r>
                    </a:p>
                  </a:txBody>
                  <a:tcPr marT="25236" marB="252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Color</a:t>
                      </a: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QTY</a:t>
                      </a: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8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PX1</a:t>
                      </a:r>
                    </a:p>
                  </a:txBody>
                  <a:tcPr marT="25236" marB="252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Red</a:t>
                      </a: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200</a:t>
                      </a: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8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PX2</a:t>
                      </a:r>
                    </a:p>
                  </a:txBody>
                  <a:tcPr marT="25236" marB="252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Blue</a:t>
                      </a: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10</a:t>
                      </a:r>
                    </a:p>
                  </a:txBody>
                  <a:tcPr marT="25236" marB="252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33846" name="Text Box 22">
            <a:extLst>
              <a:ext uri="{FF2B5EF4-FFF2-40B4-BE49-F238E27FC236}">
                <a16:creationId xmlns:a16="http://schemas.microsoft.com/office/drawing/2014/main" id="{717BAB6A-6966-4858-ADE4-59BF30C873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2038350"/>
            <a:ext cx="7270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 i="1">
                <a:latin typeface="Arial" panose="020B0604020202020204" pitchFamily="34" charset="0"/>
                <a:cs typeface="Angsana New" panose="02020603050405020304" pitchFamily="18" charset="-34"/>
              </a:rPr>
              <a:t>PX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874" name="Rectangle 2">
            <a:extLst>
              <a:ext uri="{FF2B5EF4-FFF2-40B4-BE49-F238E27FC236}">
                <a16:creationId xmlns:a16="http://schemas.microsoft.com/office/drawing/2014/main" id="{B4472AAC-B293-44C6-9AFD-B3EBECADC2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h-TH" altLang="en-US">
                <a:ea typeface="Angsana New" panose="02020603050405020304" pitchFamily="18" charset="-34"/>
              </a:rPr>
              <a:t>หัวข้อบรรยาย</a:t>
            </a:r>
            <a:endParaRPr lang="en-US" altLang="en-US">
              <a:ea typeface="Angsana New" panose="02020603050405020304" pitchFamily="18" charset="-34"/>
            </a:endParaRPr>
          </a:p>
        </p:txBody>
      </p:sp>
      <p:sp>
        <p:nvSpPr>
          <p:cNvPr id="335875" name="Rectangle 3">
            <a:extLst>
              <a:ext uri="{FF2B5EF4-FFF2-40B4-BE49-F238E27FC236}">
                <a16:creationId xmlns:a16="http://schemas.microsoft.com/office/drawing/2014/main" id="{25F66D57-31D1-49CC-8224-272242E698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th-TH" altLang="en-US" sz="4900">
                <a:ea typeface="Angsana New" panose="02020603050405020304" pitchFamily="18" charset="-34"/>
              </a:rPr>
              <a:t>พีชคณิตเชิงสัมพันธ์ </a:t>
            </a:r>
            <a:r>
              <a:rPr lang="en-US" altLang="en-US" sz="4900">
                <a:ea typeface="Angsana New" panose="02020603050405020304" pitchFamily="18" charset="-34"/>
              </a:rPr>
              <a:t>(Relational Algebra)</a:t>
            </a:r>
          </a:p>
          <a:p>
            <a:pPr eaLnBrk="1" hangingPunct="1"/>
            <a:r>
              <a:rPr lang="th-TH" altLang="en-US" sz="4900">
                <a:ea typeface="Angsana New" panose="02020603050405020304" pitchFamily="18" charset="-34"/>
              </a:rPr>
              <a:t>แคลคูลัสเชิงสัมพันธ์ </a:t>
            </a:r>
            <a:r>
              <a:rPr lang="en-US" altLang="en-US" sz="4900">
                <a:ea typeface="Angsana New" panose="02020603050405020304" pitchFamily="18" charset="-34"/>
              </a:rPr>
              <a:t>(Relational Calculus)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22" name="Rectangle 2">
            <a:extLst>
              <a:ext uri="{FF2B5EF4-FFF2-40B4-BE49-F238E27FC236}">
                <a16:creationId xmlns:a16="http://schemas.microsoft.com/office/drawing/2014/main" id="{682468C7-1A63-425D-B663-60253E88C0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h-TH" altLang="en-US" sz="5500">
                <a:ea typeface="Angsana New" panose="02020603050405020304" pitchFamily="18" charset="-34"/>
              </a:rPr>
              <a:t>พีชคณิตเชิงสัมพันธ์ </a:t>
            </a:r>
            <a:r>
              <a:rPr lang="en-US" altLang="en-US" sz="5500">
                <a:ea typeface="Angsana New" panose="02020603050405020304" pitchFamily="18" charset="-34"/>
              </a:rPr>
              <a:t>(Relational Algebra)</a:t>
            </a:r>
          </a:p>
        </p:txBody>
      </p:sp>
      <p:graphicFrame>
        <p:nvGraphicFramePr>
          <p:cNvPr id="251943" name="Group 39">
            <a:extLst>
              <a:ext uri="{FF2B5EF4-FFF2-40B4-BE49-F238E27FC236}">
                <a16:creationId xmlns:a16="http://schemas.microsoft.com/office/drawing/2014/main" id="{F6BB5E96-B02A-4D5B-AF2F-CA4836E47825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1903413"/>
          <a:ext cx="1277938" cy="993775"/>
        </p:xfrm>
        <a:graphic>
          <a:graphicData uri="http://schemas.openxmlformats.org/drawingml/2006/table">
            <a:tbl>
              <a:tblPr/>
              <a:tblGrid>
                <a:gridCol w="1277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60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th-TH" sz="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gsana New" pitchFamily="18" charset="-34"/>
                        <a:cs typeface="Angsana New" pitchFamily="18" charset="-34"/>
                      </a:endParaRPr>
                    </a:p>
                  </a:txBody>
                  <a:tcPr marT="45735" marB="457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50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th-TH" sz="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gsana New" pitchFamily="18" charset="-34"/>
                        <a:cs typeface="Angsana New" pitchFamily="18" charset="-34"/>
                      </a:endParaRPr>
                    </a:p>
                  </a:txBody>
                  <a:tcPr marT="45735" marB="457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0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th-TH" sz="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gsana New" pitchFamily="18" charset="-34"/>
                        <a:cs typeface="Angsana New" pitchFamily="18" charset="-34"/>
                      </a:endParaRPr>
                    </a:p>
                  </a:txBody>
                  <a:tcPr marT="45735" marB="457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50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th-TH" sz="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gsana New" pitchFamily="18" charset="-34"/>
                        <a:cs typeface="Angsana New" pitchFamily="18" charset="-34"/>
                      </a:endParaRPr>
                    </a:p>
                  </a:txBody>
                  <a:tcPr marT="45735" marB="457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450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th-TH" sz="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gsana New" pitchFamily="18" charset="-34"/>
                        <a:cs typeface="Angsana New" pitchFamily="18" charset="-34"/>
                      </a:endParaRPr>
                    </a:p>
                  </a:txBody>
                  <a:tcPr marT="45735" marB="457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60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th-TH" sz="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gsana New" pitchFamily="18" charset="-34"/>
                        <a:cs typeface="Angsana New" pitchFamily="18" charset="-34"/>
                      </a:endParaRPr>
                    </a:p>
                  </a:txBody>
                  <a:tcPr marT="45735" marB="457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195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th-TH" sz="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gsana New" pitchFamily="18" charset="-34"/>
                        <a:cs typeface="Angsana New" pitchFamily="18" charset="-34"/>
                      </a:endParaRPr>
                    </a:p>
                  </a:txBody>
                  <a:tcPr marT="45735" marB="457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52285" name="Group 381">
            <a:extLst>
              <a:ext uri="{FF2B5EF4-FFF2-40B4-BE49-F238E27FC236}">
                <a16:creationId xmlns:a16="http://schemas.microsoft.com/office/drawing/2014/main" id="{A64B0A8E-5FA9-41E0-ABD3-AABD2C8505C2}"/>
              </a:ext>
            </a:extLst>
          </p:cNvPr>
          <p:cNvGraphicFramePr>
            <a:graphicFrameLocks noGrp="1"/>
          </p:cNvGraphicFramePr>
          <p:nvPr/>
        </p:nvGraphicFramePr>
        <p:xfrm>
          <a:off x="2133600" y="1905000"/>
          <a:ext cx="1457325" cy="990600"/>
        </p:xfrm>
        <a:graphic>
          <a:graphicData uri="http://schemas.openxmlformats.org/drawingml/2006/table">
            <a:tbl>
              <a:tblPr/>
              <a:tblGrid>
                <a:gridCol w="208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1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1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1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1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19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990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th-TH" sz="3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gsana New" pitchFamily="18" charset="-34"/>
                        <a:cs typeface="Angsana New" pitchFamily="18" charset="-34"/>
                      </a:endParaRPr>
                    </a:p>
                  </a:txBody>
                  <a:tcPr marL="91395" marR="913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th-TH" sz="3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gsana New" pitchFamily="18" charset="-34"/>
                        <a:cs typeface="Angsana New" pitchFamily="18" charset="-34"/>
                      </a:endParaRPr>
                    </a:p>
                  </a:txBody>
                  <a:tcPr marL="91395" marR="913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th-TH" sz="3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gsana New" pitchFamily="18" charset="-34"/>
                        <a:cs typeface="Angsana New" pitchFamily="18" charset="-34"/>
                      </a:endParaRPr>
                    </a:p>
                  </a:txBody>
                  <a:tcPr marL="91395" marR="913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th-TH" sz="3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gsana New" pitchFamily="18" charset="-34"/>
                        <a:cs typeface="Angsana New" pitchFamily="18" charset="-34"/>
                      </a:endParaRPr>
                    </a:p>
                  </a:txBody>
                  <a:tcPr marL="91395" marR="913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th-TH" sz="3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gsana New" pitchFamily="18" charset="-34"/>
                        <a:cs typeface="Angsana New" pitchFamily="18" charset="-34"/>
                      </a:endParaRPr>
                    </a:p>
                  </a:txBody>
                  <a:tcPr marL="91395" marR="913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th-TH" sz="3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gsana New" pitchFamily="18" charset="-34"/>
                        <a:cs typeface="Angsana New" pitchFamily="18" charset="-34"/>
                      </a:endParaRPr>
                    </a:p>
                  </a:txBody>
                  <a:tcPr marL="91395" marR="913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th-TH" sz="3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gsana New" pitchFamily="18" charset="-34"/>
                        <a:cs typeface="Angsana New" pitchFamily="18" charset="-34"/>
                      </a:endParaRPr>
                    </a:p>
                  </a:txBody>
                  <a:tcPr marL="91395" marR="913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2048" name="Group 144">
            <a:extLst>
              <a:ext uri="{FF2B5EF4-FFF2-40B4-BE49-F238E27FC236}">
                <a16:creationId xmlns:a16="http://schemas.microsoft.com/office/drawing/2014/main" id="{B650D71F-B6E2-48C1-8DC3-4D57128BC9E9}"/>
              </a:ext>
            </a:extLst>
          </p:cNvPr>
          <p:cNvGraphicFramePr>
            <a:graphicFrameLocks noGrp="1"/>
          </p:cNvGraphicFramePr>
          <p:nvPr/>
        </p:nvGraphicFramePr>
        <p:xfrm>
          <a:off x="5638800" y="3581400"/>
          <a:ext cx="457200" cy="1189038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3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</a:t>
                      </a:r>
                    </a:p>
                  </a:txBody>
                  <a:tcPr marT="45755" marB="45755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</a:t>
                      </a:r>
                    </a:p>
                  </a:txBody>
                  <a:tcPr marT="45755" marB="45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</a:t>
                      </a:r>
                    </a:p>
                  </a:txBody>
                  <a:tcPr marT="45755" marB="45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52047" name="Group 143">
            <a:extLst>
              <a:ext uri="{FF2B5EF4-FFF2-40B4-BE49-F238E27FC236}">
                <a16:creationId xmlns:a16="http://schemas.microsoft.com/office/drawing/2014/main" id="{3747BC97-5914-4729-8B63-E9E834122D11}"/>
              </a:ext>
            </a:extLst>
          </p:cNvPr>
          <p:cNvGraphicFramePr>
            <a:graphicFrameLocks noGrp="1"/>
          </p:cNvGraphicFramePr>
          <p:nvPr/>
        </p:nvGraphicFramePr>
        <p:xfrm>
          <a:off x="6248400" y="3581400"/>
          <a:ext cx="457200" cy="1584325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0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</a:t>
                      </a:r>
                    </a:p>
                  </a:txBody>
                  <a:tcPr marT="45694" marB="45694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0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52272" name="Group 368">
            <a:extLst>
              <a:ext uri="{FF2B5EF4-FFF2-40B4-BE49-F238E27FC236}">
                <a16:creationId xmlns:a16="http://schemas.microsoft.com/office/drawing/2014/main" id="{ABAE7422-E441-4FEA-A192-6F144630756E}"/>
              </a:ext>
            </a:extLst>
          </p:cNvPr>
          <p:cNvGraphicFramePr>
            <a:graphicFrameLocks noGrp="1"/>
          </p:cNvGraphicFramePr>
          <p:nvPr/>
        </p:nvGraphicFramePr>
        <p:xfrm>
          <a:off x="6858000" y="3581400"/>
          <a:ext cx="914400" cy="2773363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19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  <a:sym typeface="Symbol" pitchFamily="18" charset="2"/>
                        </a:rPr>
                        <a:t>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</a:t>
                      </a:r>
                    </a:p>
                  </a:txBody>
                  <a:tcPr marT="45704" marB="45704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1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1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1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1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1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1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52282" name="Group 378">
            <a:extLst>
              <a:ext uri="{FF2B5EF4-FFF2-40B4-BE49-F238E27FC236}">
                <a16:creationId xmlns:a16="http://schemas.microsoft.com/office/drawing/2014/main" id="{393B4D2C-3ABD-408F-A342-CF73FE001A98}"/>
              </a:ext>
            </a:extLst>
          </p:cNvPr>
          <p:cNvGraphicFramePr>
            <a:graphicFrameLocks noGrp="1"/>
          </p:cNvGraphicFramePr>
          <p:nvPr/>
        </p:nvGraphicFramePr>
        <p:xfrm>
          <a:off x="3962400" y="1951038"/>
          <a:ext cx="990600" cy="334962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49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th-TH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gsana New" pitchFamily="18" charset="-34"/>
                        <a:cs typeface="Angsana New" pitchFamily="18" charset="-34"/>
                      </a:endParaRPr>
                    </a:p>
                  </a:txBody>
                  <a:tcPr marT="45622" marB="456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2274" name="Group 370">
            <a:extLst>
              <a:ext uri="{FF2B5EF4-FFF2-40B4-BE49-F238E27FC236}">
                <a16:creationId xmlns:a16="http://schemas.microsoft.com/office/drawing/2014/main" id="{7CF984F0-9A69-48F4-9B4C-6C6066F57AF4}"/>
              </a:ext>
            </a:extLst>
          </p:cNvPr>
          <p:cNvGraphicFramePr>
            <a:graphicFrameLocks noGrp="1"/>
          </p:cNvGraphicFramePr>
          <p:nvPr/>
        </p:nvGraphicFramePr>
        <p:xfrm>
          <a:off x="3962400" y="2255838"/>
          <a:ext cx="990600" cy="334962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49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th-TH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gsana New" pitchFamily="18" charset="-34"/>
                        <a:cs typeface="Angsana New" pitchFamily="18" charset="-34"/>
                      </a:endParaRPr>
                    </a:p>
                  </a:txBody>
                  <a:tcPr marT="45622" marB="456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2275" name="Group 371">
            <a:extLst>
              <a:ext uri="{FF2B5EF4-FFF2-40B4-BE49-F238E27FC236}">
                <a16:creationId xmlns:a16="http://schemas.microsoft.com/office/drawing/2014/main" id="{E6C0C90A-702D-4A47-A4BB-7CA7C0F4DB43}"/>
              </a:ext>
            </a:extLst>
          </p:cNvPr>
          <p:cNvGraphicFramePr>
            <a:graphicFrameLocks noGrp="1"/>
          </p:cNvGraphicFramePr>
          <p:nvPr/>
        </p:nvGraphicFramePr>
        <p:xfrm>
          <a:off x="3962400" y="2560638"/>
          <a:ext cx="990600" cy="334962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49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th-TH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gsana New" pitchFamily="18" charset="-34"/>
                        <a:cs typeface="Angsana New" pitchFamily="18" charset="-34"/>
                      </a:endParaRPr>
                    </a:p>
                  </a:txBody>
                  <a:tcPr marT="45622" marB="456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2276" name="Group 372">
            <a:extLst>
              <a:ext uri="{FF2B5EF4-FFF2-40B4-BE49-F238E27FC236}">
                <a16:creationId xmlns:a16="http://schemas.microsoft.com/office/drawing/2014/main" id="{7B821F61-AF03-4DB6-B777-9761CB5DFC24}"/>
              </a:ext>
            </a:extLst>
          </p:cNvPr>
          <p:cNvGraphicFramePr>
            <a:graphicFrameLocks noGrp="1"/>
          </p:cNvGraphicFramePr>
          <p:nvPr/>
        </p:nvGraphicFramePr>
        <p:xfrm>
          <a:off x="5181600" y="1951038"/>
          <a:ext cx="990600" cy="334962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49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th-TH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gsana New" pitchFamily="18" charset="-34"/>
                        <a:cs typeface="Angsana New" pitchFamily="18" charset="-34"/>
                      </a:endParaRPr>
                    </a:p>
                  </a:txBody>
                  <a:tcPr marT="45622" marB="456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2277" name="Group 373">
            <a:extLst>
              <a:ext uri="{FF2B5EF4-FFF2-40B4-BE49-F238E27FC236}">
                <a16:creationId xmlns:a16="http://schemas.microsoft.com/office/drawing/2014/main" id="{9A89690B-C4D9-4CAF-B8C5-31005EDA3516}"/>
              </a:ext>
            </a:extLst>
          </p:cNvPr>
          <p:cNvGraphicFramePr>
            <a:graphicFrameLocks noGrp="1"/>
          </p:cNvGraphicFramePr>
          <p:nvPr/>
        </p:nvGraphicFramePr>
        <p:xfrm>
          <a:off x="5181600" y="2255838"/>
          <a:ext cx="990600" cy="334962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49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th-TH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gsana New" pitchFamily="18" charset="-34"/>
                        <a:cs typeface="Angsana New" pitchFamily="18" charset="-34"/>
                      </a:endParaRPr>
                    </a:p>
                  </a:txBody>
                  <a:tcPr marT="45622" marB="456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2278" name="Group 374">
            <a:extLst>
              <a:ext uri="{FF2B5EF4-FFF2-40B4-BE49-F238E27FC236}">
                <a16:creationId xmlns:a16="http://schemas.microsoft.com/office/drawing/2014/main" id="{7B82ED20-DD7B-4BFC-A158-B3A50719C033}"/>
              </a:ext>
            </a:extLst>
          </p:cNvPr>
          <p:cNvGraphicFramePr>
            <a:graphicFrameLocks noGrp="1"/>
          </p:cNvGraphicFramePr>
          <p:nvPr/>
        </p:nvGraphicFramePr>
        <p:xfrm>
          <a:off x="5181600" y="2560638"/>
          <a:ext cx="990600" cy="334962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49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th-TH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gsana New" pitchFamily="18" charset="-34"/>
                        <a:cs typeface="Angsana New" pitchFamily="18" charset="-34"/>
                      </a:endParaRPr>
                    </a:p>
                  </a:txBody>
                  <a:tcPr marT="45622" marB="456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2279" name="Group 375">
            <a:extLst>
              <a:ext uri="{FF2B5EF4-FFF2-40B4-BE49-F238E27FC236}">
                <a16:creationId xmlns:a16="http://schemas.microsoft.com/office/drawing/2014/main" id="{98865761-72D4-43E1-97A0-0704B15F3754}"/>
              </a:ext>
            </a:extLst>
          </p:cNvPr>
          <p:cNvGraphicFramePr>
            <a:graphicFrameLocks noGrp="1"/>
          </p:cNvGraphicFramePr>
          <p:nvPr/>
        </p:nvGraphicFramePr>
        <p:xfrm>
          <a:off x="6400800" y="1951038"/>
          <a:ext cx="990600" cy="334962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49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th-TH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gsana New" pitchFamily="18" charset="-34"/>
                        <a:cs typeface="Angsana New" pitchFamily="18" charset="-34"/>
                      </a:endParaRPr>
                    </a:p>
                  </a:txBody>
                  <a:tcPr marT="45622" marB="456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2280" name="Group 376">
            <a:extLst>
              <a:ext uri="{FF2B5EF4-FFF2-40B4-BE49-F238E27FC236}">
                <a16:creationId xmlns:a16="http://schemas.microsoft.com/office/drawing/2014/main" id="{3FF8BA1B-9B30-4923-BD8A-8C7432F3074F}"/>
              </a:ext>
            </a:extLst>
          </p:cNvPr>
          <p:cNvGraphicFramePr>
            <a:graphicFrameLocks noGrp="1"/>
          </p:cNvGraphicFramePr>
          <p:nvPr/>
        </p:nvGraphicFramePr>
        <p:xfrm>
          <a:off x="6400800" y="2255838"/>
          <a:ext cx="990600" cy="334962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49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th-TH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gsana New" pitchFamily="18" charset="-34"/>
                        <a:cs typeface="Angsana New" pitchFamily="18" charset="-34"/>
                      </a:endParaRPr>
                    </a:p>
                  </a:txBody>
                  <a:tcPr marT="45622" marB="456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2281" name="Group 377">
            <a:extLst>
              <a:ext uri="{FF2B5EF4-FFF2-40B4-BE49-F238E27FC236}">
                <a16:creationId xmlns:a16="http://schemas.microsoft.com/office/drawing/2014/main" id="{9100AE3F-A1C9-406B-95CF-7C96B2038D2C}"/>
              </a:ext>
            </a:extLst>
          </p:cNvPr>
          <p:cNvGraphicFramePr>
            <a:graphicFrameLocks noGrp="1"/>
          </p:cNvGraphicFramePr>
          <p:nvPr/>
        </p:nvGraphicFramePr>
        <p:xfrm>
          <a:off x="6400800" y="2560638"/>
          <a:ext cx="990600" cy="334962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49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th-TH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ngsana New" pitchFamily="18" charset="-34"/>
                        <a:cs typeface="Angsana New" pitchFamily="18" charset="-34"/>
                      </a:endParaRPr>
                    </a:p>
                  </a:txBody>
                  <a:tcPr marT="45622" marB="456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2291" name="Group 387">
            <a:extLst>
              <a:ext uri="{FF2B5EF4-FFF2-40B4-BE49-F238E27FC236}">
                <a16:creationId xmlns:a16="http://schemas.microsoft.com/office/drawing/2014/main" id="{1A8C4306-00CE-4026-A8EE-415AB4EA585A}"/>
              </a:ext>
            </a:extLst>
          </p:cNvPr>
          <p:cNvGraphicFramePr>
            <a:graphicFrameLocks noGrp="1"/>
          </p:cNvGraphicFramePr>
          <p:nvPr/>
        </p:nvGraphicFramePr>
        <p:xfrm>
          <a:off x="7696200" y="1951038"/>
          <a:ext cx="914400" cy="952500"/>
        </p:xfrm>
        <a:graphic>
          <a:graphicData uri="http://schemas.openxmlformats.org/drawingml/2006/table">
            <a:tbl>
              <a:tblPr/>
              <a:tblGrid>
                <a:gridCol w="342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905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th-TH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36674" marB="3667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th-TH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T="36674" marB="3667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344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Remainder</a:t>
                      </a:r>
                    </a:p>
                  </a:txBody>
                  <a:tcPr marT="36674" marB="3667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52271" name="Group 367">
            <a:extLst>
              <a:ext uri="{FF2B5EF4-FFF2-40B4-BE49-F238E27FC236}">
                <a16:creationId xmlns:a16="http://schemas.microsoft.com/office/drawing/2014/main" id="{C812F80F-EB06-4ED2-8658-A8BEE19D6CF5}"/>
              </a:ext>
            </a:extLst>
          </p:cNvPr>
          <p:cNvGraphicFramePr>
            <a:graphicFrameLocks noGrp="1"/>
          </p:cNvGraphicFramePr>
          <p:nvPr/>
        </p:nvGraphicFramePr>
        <p:xfrm>
          <a:off x="1447800" y="3733800"/>
          <a:ext cx="838200" cy="1584325"/>
        </p:xfrm>
        <a:graphic>
          <a:graphicData uri="http://schemas.openxmlformats.org/drawingml/2006/table">
            <a:tbl>
              <a:tblPr/>
              <a:tblGrid>
                <a:gridCol w="41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08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T</a:t>
                      </a:r>
                    </a:p>
                  </a:txBody>
                  <a:tcPr marT="45694" marB="45694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0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52270" name="Group 366">
            <a:extLst>
              <a:ext uri="{FF2B5EF4-FFF2-40B4-BE49-F238E27FC236}">
                <a16:creationId xmlns:a16="http://schemas.microsoft.com/office/drawing/2014/main" id="{53186521-77DC-458D-9836-F3D0F878C1C0}"/>
              </a:ext>
            </a:extLst>
          </p:cNvPr>
          <p:cNvGraphicFramePr>
            <a:graphicFrameLocks noGrp="1"/>
          </p:cNvGraphicFramePr>
          <p:nvPr/>
        </p:nvGraphicFramePr>
        <p:xfrm>
          <a:off x="2438400" y="3733800"/>
          <a:ext cx="838200" cy="1981200"/>
        </p:xfrm>
        <a:graphic>
          <a:graphicData uri="http://schemas.openxmlformats.org/drawingml/2006/table">
            <a:tbl>
              <a:tblPr/>
              <a:tblGrid>
                <a:gridCol w="41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367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1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1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z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52269" name="Group 365">
            <a:extLst>
              <a:ext uri="{FF2B5EF4-FFF2-40B4-BE49-F238E27FC236}">
                <a16:creationId xmlns:a16="http://schemas.microsoft.com/office/drawing/2014/main" id="{69A1074E-3240-4054-8FFD-E4EED472CD1F}"/>
              </a:ext>
            </a:extLst>
          </p:cNvPr>
          <p:cNvGraphicFramePr>
            <a:graphicFrameLocks noGrp="1"/>
          </p:cNvGraphicFramePr>
          <p:nvPr/>
        </p:nvGraphicFramePr>
        <p:xfrm>
          <a:off x="3505200" y="3733800"/>
          <a:ext cx="1257300" cy="1584325"/>
        </p:xfrm>
        <a:graphic>
          <a:graphicData uri="http://schemas.openxmlformats.org/drawingml/2006/table">
            <a:tbl>
              <a:tblPr/>
              <a:tblGrid>
                <a:gridCol w="41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081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T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ea typeface="Arial Unicode MS" pitchFamily="34" charset="-128"/>
                          <a:cs typeface="TH Sarabun New" panose="020B0500040200020003" pitchFamily="34" charset="-34"/>
                        </a:rPr>
                        <a:t>⊳⊲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 </a:t>
                      </a:r>
                    </a:p>
                  </a:txBody>
                  <a:tcPr marT="45694" marB="45694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X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0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y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70" name="Rectangle 2">
            <a:extLst>
              <a:ext uri="{FF2B5EF4-FFF2-40B4-BE49-F238E27FC236}">
                <a16:creationId xmlns:a16="http://schemas.microsoft.com/office/drawing/2014/main" id="{FC2EB782-F7CB-4616-8015-52D6D5B639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h-TH" altLang="en-US">
                <a:ea typeface="Angsana New" panose="02020603050405020304" pitchFamily="18" charset="-34"/>
              </a:rPr>
              <a:t>แคลคูลัสเชิงสัมพันธ์</a:t>
            </a:r>
            <a:r>
              <a:rPr lang="en-US" altLang="en-US">
                <a:ea typeface="Angsana New" panose="02020603050405020304" pitchFamily="18" charset="-34"/>
              </a:rPr>
              <a:t> (Calculus Algebra)</a:t>
            </a:r>
          </a:p>
        </p:txBody>
      </p:sp>
      <p:sp>
        <p:nvSpPr>
          <p:cNvPr id="339971" name="Rectangle 3">
            <a:extLst>
              <a:ext uri="{FF2B5EF4-FFF2-40B4-BE49-F238E27FC236}">
                <a16:creationId xmlns:a16="http://schemas.microsoft.com/office/drawing/2014/main" id="{AC7F6500-8630-4D72-98F4-20B17DE63D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5000">
                <a:ea typeface="Angsana New" panose="02020603050405020304" pitchFamily="18" charset="-34"/>
              </a:rPr>
              <a:t>Target Item</a:t>
            </a:r>
          </a:p>
          <a:p>
            <a:pPr eaLnBrk="1" hangingPunct="1"/>
            <a:r>
              <a:rPr lang="en-US" altLang="en-US" sz="5000">
                <a:ea typeface="Angsana New" panose="02020603050405020304" pitchFamily="18" charset="-34"/>
              </a:rPr>
              <a:t>For All</a:t>
            </a:r>
          </a:p>
          <a:p>
            <a:pPr eaLnBrk="1" hangingPunct="1"/>
            <a:r>
              <a:rPr lang="en-US" altLang="en-US" sz="5000">
                <a:ea typeface="Angsana New" panose="02020603050405020304" pitchFamily="18" charset="-34"/>
              </a:rPr>
              <a:t>Exists</a:t>
            </a:r>
          </a:p>
          <a:p>
            <a:pPr eaLnBrk="1" hangingPunct="1"/>
            <a:r>
              <a:rPr lang="en-US" altLang="en-US" sz="5000">
                <a:ea typeface="Angsana New" panose="02020603050405020304" pitchFamily="18" charset="-34"/>
              </a:rPr>
              <a:t>Function</a:t>
            </a:r>
          </a:p>
          <a:p>
            <a:pPr eaLnBrk="1" hangingPunct="1"/>
            <a:endParaRPr lang="en-US" altLang="en-US" sz="5000">
              <a:ea typeface="Angsana New" panose="02020603050405020304" pitchFamily="18" charset="-34"/>
            </a:endParaRPr>
          </a:p>
        </p:txBody>
      </p:sp>
      <p:sp>
        <p:nvSpPr>
          <p:cNvPr id="339972" name="Text Box 4">
            <a:extLst>
              <a:ext uri="{FF2B5EF4-FFF2-40B4-BE49-F238E27FC236}">
                <a16:creationId xmlns:a16="http://schemas.microsoft.com/office/drawing/2014/main" id="{55673C35-AFEE-488C-AC4B-0DA001B5F5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1676400"/>
            <a:ext cx="5486400" cy="592138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rgbClr val="FFD55D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>
                <a:solidFill>
                  <a:schemeClr val="tx1"/>
                </a:solidFill>
              </a:rPr>
              <a:t>relation.attribute AS variable</a:t>
            </a:r>
          </a:p>
        </p:txBody>
      </p:sp>
      <p:sp>
        <p:nvSpPr>
          <p:cNvPr id="339973" name="Text Box 5">
            <a:extLst>
              <a:ext uri="{FF2B5EF4-FFF2-40B4-BE49-F238E27FC236}">
                <a16:creationId xmlns:a16="http://schemas.microsoft.com/office/drawing/2014/main" id="{32989625-0722-4481-B603-6D019A9FE5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3581400"/>
            <a:ext cx="5486400" cy="592138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rgbClr val="FFD55D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>
                <a:solidFill>
                  <a:schemeClr val="tx1"/>
                </a:solidFill>
              </a:rPr>
              <a:t>EXISTS variable(condition)</a:t>
            </a:r>
          </a:p>
        </p:txBody>
      </p:sp>
      <p:sp>
        <p:nvSpPr>
          <p:cNvPr id="339974" name="Text Box 6">
            <a:extLst>
              <a:ext uri="{FF2B5EF4-FFF2-40B4-BE49-F238E27FC236}">
                <a16:creationId xmlns:a16="http://schemas.microsoft.com/office/drawing/2014/main" id="{F7E98F6B-6529-4834-8299-449F8EE668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2667000"/>
            <a:ext cx="5486400" cy="592138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rgbClr val="FFD55D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>
                <a:solidFill>
                  <a:schemeClr val="tx1"/>
                </a:solidFill>
              </a:rPr>
              <a:t>FORALL relation(condition)</a:t>
            </a:r>
          </a:p>
        </p:txBody>
      </p:sp>
      <p:sp>
        <p:nvSpPr>
          <p:cNvPr id="339975" name="Text Box 7">
            <a:extLst>
              <a:ext uri="{FF2B5EF4-FFF2-40B4-BE49-F238E27FC236}">
                <a16:creationId xmlns:a16="http://schemas.microsoft.com/office/drawing/2014/main" id="{0FD16292-86CA-4600-B4BD-A3D8A4982C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4495800"/>
            <a:ext cx="5486400" cy="592138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rgbClr val="FFD55D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4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42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8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3600">
                <a:solidFill>
                  <a:schemeClr val="bg1"/>
                </a:solidFill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>
                <a:solidFill>
                  <a:schemeClr val="tx1"/>
                </a:solidFill>
              </a:rPr>
              <a:t>FUNCTION(expression)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2">
            <a:extLst>
              <a:ext uri="{FF2B5EF4-FFF2-40B4-BE49-F238E27FC236}">
                <a16:creationId xmlns:a16="http://schemas.microsoft.com/office/drawing/2014/main" id="{44AD9C5D-58B9-4470-8878-F0902C47D6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h-TH" altLang="en-US">
                <a:ea typeface="Angsana New" panose="02020603050405020304" pitchFamily="18" charset="-34"/>
              </a:rPr>
              <a:t>วัตถุประสงค์</a:t>
            </a:r>
            <a:endParaRPr lang="en-US" altLang="en-US">
              <a:ea typeface="Angsana New" panose="02020603050405020304" pitchFamily="18" charset="-34"/>
            </a:endParaRPr>
          </a:p>
        </p:txBody>
      </p:sp>
      <p:sp>
        <p:nvSpPr>
          <p:cNvPr id="342019" name="Rectangle 3">
            <a:extLst>
              <a:ext uri="{FF2B5EF4-FFF2-40B4-BE49-F238E27FC236}">
                <a16:creationId xmlns:a16="http://schemas.microsoft.com/office/drawing/2014/main" id="{04685ACA-7DCB-44CD-BA09-CAE5ECC118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th-TH" altLang="en-US" sz="4900">
                <a:ea typeface="Angsana New" panose="02020603050405020304" pitchFamily="18" charset="-34"/>
              </a:rPr>
              <a:t>อธิบายแนวคิดของพีชคณิตเชิงสัมพันธ์ได้</a:t>
            </a:r>
            <a:endParaRPr lang="en-US" altLang="en-US" sz="4900">
              <a:ea typeface="Angsana New" panose="02020603050405020304" pitchFamily="18" charset="-34"/>
            </a:endParaRPr>
          </a:p>
          <a:p>
            <a:pPr eaLnBrk="1" hangingPunct="1"/>
            <a:r>
              <a:rPr lang="th-TH" altLang="en-US" sz="4900">
                <a:ea typeface="Angsana New" panose="02020603050405020304" pitchFamily="18" charset="-34"/>
              </a:rPr>
              <a:t>อธิบายแนวคิดของแคลคูลัสเชิงสัมพันธ์ที่สำคัญได้</a:t>
            </a:r>
          </a:p>
          <a:p>
            <a:pPr eaLnBrk="1" hangingPunct="1"/>
            <a:r>
              <a:rPr lang="th-TH" altLang="en-US" sz="4900">
                <a:ea typeface="Angsana New" panose="02020603050405020304" pitchFamily="18" charset="-34"/>
              </a:rPr>
              <a:t>แสดงข้อมูลจากความสัมพันธ์โดยใช้พีชคณิตเชิงสัมพันธ์และแคลคูลัสเชิงสัมพันธ์ได้</a:t>
            </a:r>
            <a:endParaRPr lang="en-US" altLang="en-US" sz="4900">
              <a:ea typeface="Angsana New" panose="02020603050405020304" pitchFamily="18" charset="-34"/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>
            <a:extLst>
              <a:ext uri="{FF2B5EF4-FFF2-40B4-BE49-F238E27FC236}">
                <a16:creationId xmlns:a16="http://schemas.microsoft.com/office/drawing/2014/main" id="{C4DF536E-F515-492D-9437-1FE96E6FE63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sz="6200">
                <a:ea typeface="Angsana New" panose="02020603050405020304" pitchFamily="18" charset="-34"/>
              </a:rPr>
              <a:t>Relational Algebra &amp; Relational Calculus</a:t>
            </a:r>
          </a:p>
        </p:txBody>
      </p:sp>
      <p:sp>
        <p:nvSpPr>
          <p:cNvPr id="344067" name="Rectangle 3">
            <a:extLst>
              <a:ext uri="{FF2B5EF4-FFF2-40B4-BE49-F238E27FC236}">
                <a16:creationId xmlns:a16="http://schemas.microsoft.com/office/drawing/2014/main" id="{62EA20BE-943F-4478-B453-42B36F538C7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sz="4000">
                <a:ea typeface="Angsana New" panose="02020603050405020304" pitchFamily="18" charset="-34"/>
              </a:rPr>
              <a:t>204204 Database Design and Development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Angsana New"/>
        <a:ea typeface=""/>
        <a:cs typeface="Angsana New"/>
      </a:majorFont>
      <a:minorFont>
        <a:latin typeface="Angsana New"/>
        <a:ea typeface=""/>
        <a:cs typeface="Angsana New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EDGE</Template>
  <TotalTime>875</TotalTime>
  <Words>4546</Words>
  <Application>Microsoft Office PowerPoint</Application>
  <PresentationFormat>On-screen Show (4:3)</PresentationFormat>
  <Paragraphs>3121</Paragraphs>
  <Slides>167</Slides>
  <Notes>167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167</vt:i4>
      </vt:variant>
    </vt:vector>
  </HeadingPairs>
  <TitlesOfParts>
    <vt:vector size="177" baseType="lpstr">
      <vt:lpstr>Arial</vt:lpstr>
      <vt:lpstr>TH Sarabun New</vt:lpstr>
      <vt:lpstr>Angsana New</vt:lpstr>
      <vt:lpstr>Wingdings</vt:lpstr>
      <vt:lpstr>Calibri</vt:lpstr>
      <vt:lpstr>Garamond</vt:lpstr>
      <vt:lpstr>Symbol</vt:lpstr>
      <vt:lpstr>Arial Unicode MS</vt:lpstr>
      <vt:lpstr>Times New Roman</vt:lpstr>
      <vt:lpstr>Edge</vt:lpstr>
      <vt:lpstr>Relational Algebra &amp; Relational Calculus</vt:lpstr>
      <vt:lpstr>วัตถุประสงค์</vt:lpstr>
      <vt:lpstr>หัวข้อบรรยาย</vt:lpstr>
      <vt:lpstr>พีชคณิตเชิงสัมพันธ์ (Relational Algebra)</vt:lpstr>
      <vt:lpstr>พีชคณิตเชิงสัมพันธ์ (Relational Algebra)</vt:lpstr>
      <vt:lpstr>พีชคณิตเชิงสัมพันธ์ (Relational Algebra)</vt:lpstr>
      <vt:lpstr>พีชคณิตเชิงสัมพันธ์ (Relational Algebra)</vt:lpstr>
      <vt:lpstr>Selection (Restrict)</vt:lpstr>
      <vt:lpstr>Selection (Restrict)</vt:lpstr>
      <vt:lpstr>Selection (Restrict)</vt:lpstr>
      <vt:lpstr>Selection (Restrict)</vt:lpstr>
      <vt:lpstr>Selection (Restrict)</vt:lpstr>
      <vt:lpstr>Selection (Restrict)</vt:lpstr>
      <vt:lpstr>Selection (Restrict)</vt:lpstr>
      <vt:lpstr>Selection (Restrict)</vt:lpstr>
      <vt:lpstr>Selection (Restrict)</vt:lpstr>
      <vt:lpstr>Selection (Restrict)</vt:lpstr>
      <vt:lpstr>Selection (Restrict)</vt:lpstr>
      <vt:lpstr>Selection (Restrict)</vt:lpstr>
      <vt:lpstr>Selection (Restrict)</vt:lpstr>
      <vt:lpstr>Selection (Restrict)</vt:lpstr>
      <vt:lpstr>Selection (Restrict)</vt:lpstr>
      <vt:lpstr>Selection (Restrict)</vt:lpstr>
      <vt:lpstr>Selection (Restrict)</vt:lpstr>
      <vt:lpstr>Selection (Restrict)</vt:lpstr>
      <vt:lpstr>Selection (Restrict)</vt:lpstr>
      <vt:lpstr>Selection (Restrict)</vt:lpstr>
      <vt:lpstr>Selection (Restrict)</vt:lpstr>
      <vt:lpstr>Selection (Restrict)</vt:lpstr>
      <vt:lpstr>Selection (Restrict)</vt:lpstr>
      <vt:lpstr>Selection (Restrict)</vt:lpstr>
      <vt:lpstr>Selection (Restrict)</vt:lpstr>
      <vt:lpstr>Selection (Restrict)</vt:lpstr>
      <vt:lpstr>Selection (Restrict)</vt:lpstr>
      <vt:lpstr>Selection (Restrict)</vt:lpstr>
      <vt:lpstr>Project</vt:lpstr>
      <vt:lpstr>Project</vt:lpstr>
      <vt:lpstr>Project</vt:lpstr>
      <vt:lpstr>Project</vt:lpstr>
      <vt:lpstr>Project</vt:lpstr>
      <vt:lpstr>Project</vt:lpstr>
      <vt:lpstr>Project</vt:lpstr>
      <vt:lpstr>Project</vt:lpstr>
      <vt:lpstr>Project</vt:lpstr>
      <vt:lpstr>Project</vt:lpstr>
      <vt:lpstr>Project</vt:lpstr>
      <vt:lpstr>Project</vt:lpstr>
      <vt:lpstr>Project</vt:lpstr>
      <vt:lpstr>Project</vt:lpstr>
      <vt:lpstr>Project</vt:lpstr>
      <vt:lpstr>Project</vt:lpstr>
      <vt:lpstr>Project</vt:lpstr>
      <vt:lpstr>Project</vt:lpstr>
      <vt:lpstr>Project &amp; Restrict</vt:lpstr>
      <vt:lpstr>Project &amp; Restrict</vt:lpstr>
      <vt:lpstr>Project &amp; Restrict</vt:lpstr>
      <vt:lpstr>Project &amp; Restrict</vt:lpstr>
      <vt:lpstr>Project &amp; Restrict</vt:lpstr>
      <vt:lpstr>Project &amp; Restrict</vt:lpstr>
      <vt:lpstr>Project &amp; Restrict</vt:lpstr>
      <vt:lpstr>Project &amp; Restrict</vt:lpstr>
      <vt:lpstr>พีชคณิตเชิงสัมพันธ์ (Relational Algebra)</vt:lpstr>
      <vt:lpstr>Product</vt:lpstr>
      <vt:lpstr>Product</vt:lpstr>
      <vt:lpstr>Product</vt:lpstr>
      <vt:lpstr>Product</vt:lpstr>
      <vt:lpstr>Product</vt:lpstr>
      <vt:lpstr>Product</vt:lpstr>
      <vt:lpstr>Product</vt:lpstr>
      <vt:lpstr>Product</vt:lpstr>
      <vt:lpstr>Product</vt:lpstr>
      <vt:lpstr>Product</vt:lpstr>
      <vt:lpstr>Product</vt:lpstr>
      <vt:lpstr>Product</vt:lpstr>
      <vt:lpstr>Product</vt:lpstr>
      <vt:lpstr>พีชคณิตเชิงสัมพันธ์ (Relational Algebra)</vt:lpstr>
      <vt:lpstr>Union</vt:lpstr>
      <vt:lpstr>Union</vt:lpstr>
      <vt:lpstr>Union</vt:lpstr>
      <vt:lpstr>Union</vt:lpstr>
      <vt:lpstr>Union</vt:lpstr>
      <vt:lpstr>Union</vt:lpstr>
      <vt:lpstr>Union</vt:lpstr>
      <vt:lpstr>Union</vt:lpstr>
      <vt:lpstr>Union</vt:lpstr>
      <vt:lpstr>Union</vt:lpstr>
      <vt:lpstr>Union</vt:lpstr>
      <vt:lpstr>Intersection</vt:lpstr>
      <vt:lpstr>Intersection</vt:lpstr>
      <vt:lpstr>Intersection</vt:lpstr>
      <vt:lpstr>Intersection</vt:lpstr>
      <vt:lpstr>Intersection</vt:lpstr>
      <vt:lpstr>Intersection</vt:lpstr>
      <vt:lpstr>Intersection</vt:lpstr>
      <vt:lpstr>Intersection</vt:lpstr>
      <vt:lpstr>Intersection</vt:lpstr>
      <vt:lpstr>Intersection</vt:lpstr>
      <vt:lpstr>Intersection</vt:lpstr>
      <vt:lpstr>Intersection</vt:lpstr>
      <vt:lpstr>Difference</vt:lpstr>
      <vt:lpstr>Difference</vt:lpstr>
      <vt:lpstr>Difference</vt:lpstr>
      <vt:lpstr>Difference</vt:lpstr>
      <vt:lpstr>Difference</vt:lpstr>
      <vt:lpstr>Difference</vt:lpstr>
      <vt:lpstr>Difference</vt:lpstr>
      <vt:lpstr>Difference</vt:lpstr>
      <vt:lpstr>Difference</vt:lpstr>
      <vt:lpstr>Difference</vt:lpstr>
      <vt:lpstr>พีชคณิตเชิงสัมพันธ์ (Relational Algebra)</vt:lpstr>
      <vt:lpstr>Join</vt:lpstr>
      <vt:lpstr>Join</vt:lpstr>
      <vt:lpstr>Join</vt:lpstr>
      <vt:lpstr>Join</vt:lpstr>
      <vt:lpstr>Join</vt:lpstr>
      <vt:lpstr>Join</vt:lpstr>
      <vt:lpstr>Join</vt:lpstr>
      <vt:lpstr>Join</vt:lpstr>
      <vt:lpstr>Join</vt:lpstr>
      <vt:lpstr>Join</vt:lpstr>
      <vt:lpstr>Join</vt:lpstr>
      <vt:lpstr>Join</vt:lpstr>
      <vt:lpstr>Join</vt:lpstr>
      <vt:lpstr>Join</vt:lpstr>
      <vt:lpstr>Join</vt:lpstr>
      <vt:lpstr>Join</vt:lpstr>
      <vt:lpstr>Join</vt:lpstr>
      <vt:lpstr>Join</vt:lpstr>
      <vt:lpstr>Join</vt:lpstr>
      <vt:lpstr>Join</vt:lpstr>
      <vt:lpstr>Join</vt:lpstr>
      <vt:lpstr>Join</vt:lpstr>
      <vt:lpstr>Join</vt:lpstr>
      <vt:lpstr>Join</vt:lpstr>
      <vt:lpstr>Division</vt:lpstr>
      <vt:lpstr>Division</vt:lpstr>
      <vt:lpstr>Division</vt:lpstr>
      <vt:lpstr>PowerPoint Presentation</vt:lpstr>
      <vt:lpstr>Division</vt:lpstr>
      <vt:lpstr>Division</vt:lpstr>
      <vt:lpstr>Division</vt:lpstr>
      <vt:lpstr>Division</vt:lpstr>
      <vt:lpstr>Division</vt:lpstr>
      <vt:lpstr>Division</vt:lpstr>
      <vt:lpstr>Division</vt:lpstr>
      <vt:lpstr>หัวข้อบรรยาย</vt:lpstr>
      <vt:lpstr>แคลคูลัสเชิงสัมพันธ์ (Relational Calculus)</vt:lpstr>
      <vt:lpstr>แคลคูลัสเชิงสัมพันธ์ (Calculus Algebra)</vt:lpstr>
      <vt:lpstr>แคลคูลัสเชิงสัมพันธ์ (Calculus Algebra)</vt:lpstr>
      <vt:lpstr>Target Item</vt:lpstr>
      <vt:lpstr>Target Item</vt:lpstr>
      <vt:lpstr>Target Item</vt:lpstr>
      <vt:lpstr>Exists</vt:lpstr>
      <vt:lpstr>Exists</vt:lpstr>
      <vt:lpstr>Exists</vt:lpstr>
      <vt:lpstr>For All</vt:lpstr>
      <vt:lpstr>For All</vt:lpstr>
      <vt:lpstr>Function</vt:lpstr>
      <vt:lpstr>Function</vt:lpstr>
      <vt:lpstr>Function</vt:lpstr>
      <vt:lpstr>Function</vt:lpstr>
      <vt:lpstr>Function</vt:lpstr>
      <vt:lpstr>หัวข้อบรรยาย</vt:lpstr>
      <vt:lpstr>พีชคณิตเชิงสัมพันธ์ (Relational Algebra)</vt:lpstr>
      <vt:lpstr>แคลคูลัสเชิงสัมพันธ์ (Calculus Algebra)</vt:lpstr>
      <vt:lpstr>วัตถุประสงค์</vt:lpstr>
      <vt:lpstr>Relational Algebra &amp; Relational Calculus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บทที่ 8 พีชคณิตเชิงสัมพันธ์และแคลคูลัสเชิงสัมพันธ์</dc:title>
  <dc:creator>Ouan</dc:creator>
  <cp:lastModifiedBy>Satidchoke Phosaard</cp:lastModifiedBy>
  <cp:revision>62</cp:revision>
  <dcterms:created xsi:type="dcterms:W3CDTF">2003-11-02T12:04:45Z</dcterms:created>
  <dcterms:modified xsi:type="dcterms:W3CDTF">2021-08-31T05:49:23Z</dcterms:modified>
</cp:coreProperties>
</file>